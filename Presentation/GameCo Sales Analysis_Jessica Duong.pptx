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8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9.xml" ContentType="application/vnd.openxmlformats-officedocument.presentationml.notes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10.xml" ContentType="application/vnd.openxmlformats-officedocument.presentationml.notesSlide+xml"/>
  <Override PartName="/ppt/charts/chart8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notesSlides/notesSlide11.xml" ContentType="application/vnd.openxmlformats-officedocument.presentationml.notesSlide+xml"/>
  <Override PartName="/ppt/charts/chart9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2" r:id="rId1"/>
  </p:sldMasterIdLst>
  <p:notesMasterIdLst>
    <p:notesMasterId r:id="rId17"/>
  </p:notesMasterIdLst>
  <p:sldIdLst>
    <p:sldId id="256" r:id="rId2"/>
    <p:sldId id="279" r:id="rId3"/>
    <p:sldId id="274" r:id="rId4"/>
    <p:sldId id="272" r:id="rId5"/>
    <p:sldId id="277" r:id="rId6"/>
    <p:sldId id="264" r:id="rId7"/>
    <p:sldId id="266" r:id="rId8"/>
    <p:sldId id="257" r:id="rId9"/>
    <p:sldId id="294" r:id="rId10"/>
    <p:sldId id="295" r:id="rId11"/>
    <p:sldId id="296" r:id="rId12"/>
    <p:sldId id="297" r:id="rId13"/>
    <p:sldId id="271" r:id="rId14"/>
    <p:sldId id="263" r:id="rId15"/>
    <p:sldId id="286" r:id="rId16"/>
  </p:sldIdLst>
  <p:sldSz cx="9144000" cy="5143500" type="screen16x9"/>
  <p:notesSz cx="6858000" cy="9144000"/>
  <p:embeddedFontLst>
    <p:embeddedFont>
      <p:font typeface="Fira Sans Extra Condensed Medium" panose="020B0503050000020004" pitchFamily="34" charset="0"/>
      <p:regular r:id="rId18"/>
      <p:bold r:id="rId19"/>
      <p:italic r:id="rId20"/>
      <p:boldItalic r:id="rId21"/>
    </p:embeddedFont>
    <p:embeddedFont>
      <p:font typeface="Fira Sans Extra Condensed SemiBold" panose="020B0503050000020004" pitchFamily="34" charset="0"/>
      <p:regular r:id="rId22"/>
      <p:bold r:id="rId23"/>
      <p:italic r:id="rId24"/>
      <p:boldItalic r:id="rId25"/>
    </p:embeddedFont>
    <p:embeddedFont>
      <p:font typeface="Oswald" panose="02000503000000000000" pitchFamily="2" charset="0"/>
      <p:regular r:id="rId26"/>
      <p:bold r:id="rId27"/>
    </p:embeddedFont>
    <p:embeddedFont>
      <p:font typeface="OSWALD LIGHT" panose="02000303000000000000" pitchFamily="2" charset="0"/>
      <p:regular r:id="rId28"/>
    </p:embeddedFont>
    <p:embeddedFont>
      <p:font typeface="OSWALD LIGHT" panose="02000303000000000000" pitchFamily="2" charset="0"/>
      <p:regular r:id="rId28"/>
    </p:embeddedFont>
    <p:embeddedFont>
      <p:font typeface="Roboto" panose="02000000000000000000" pitchFamily="2" charset="0"/>
      <p:regular r:id="rId29"/>
      <p:bold r:id="rId30"/>
      <p:italic r:id="rId31"/>
      <p:boldItalic r:id="rId32"/>
    </p:embeddedFont>
    <p:embeddedFont>
      <p:font typeface="Roboto Light" panose="02000000000000000000" pitchFamily="2" charset="0"/>
      <p:regular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5D5EB"/>
    <a:srgbClr val="924CCF"/>
    <a:srgbClr val="FF6B34"/>
    <a:srgbClr val="3B9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BCADED5-2817-49EF-A1BD-A9A4860051E2}">
  <a:tblStyle styleId="{1BCADED5-2817-49EF-A1BD-A9A4860051E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168"/>
    <p:restoredTop sz="94682"/>
  </p:normalViewPr>
  <p:slideViewPr>
    <p:cSldViewPr snapToGrid="0">
      <p:cViewPr varScale="1">
        <p:scale>
          <a:sx n="133" d="100"/>
          <a:sy n="133" d="100"/>
        </p:scale>
        <p:origin x="200" y="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21" Type="http://schemas.openxmlformats.org/officeDocument/2006/relationships/font" Target="fonts/font4.fntdata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font" Target="fonts/font1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font" Target="fonts/font15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jessduong/Documents/CF/Intro%20to%20DA_Month%201/Rework%20of%20GameCo%20Chart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jessduong/Documents/CF/Intro%20to%20DA_Month%201/Rework%20of%20GameCo%20Charts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jessduong/Documents/CF/Intro%20to%20DA_Month%201/Rework%20of%20GameCo%20Charts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jessduong/Documents/CF/Intro%20to%20DA_Month%201/Rework%20of%20GameCo%20Charts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jessduong/Documents/CF/Intro%20to%20DA_Month%201/Rework%20of%20GameCo%20Charts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jessduong/Documents/CF/Intro%20to%20DA_Month%201/Rework%20of%20GameCo%20Charts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jessduong/Documents/CF/Intro%20to%20DA_Month%201/Rework%20of%20GameCo%20Charts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jessduong/Documents/CF/Intro%20to%20DA_Month%201/Rework%20of%20GameCo%20Charts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rgbClr val="006A7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E8D3-B743-85EF-B4D08016163E}"/>
              </c:ext>
            </c:extLst>
          </c:dPt>
          <c:dPt>
            <c:idx val="1"/>
            <c:bubble3D val="0"/>
            <c:spPr>
              <a:solidFill>
                <a:srgbClr val="009C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E8D3-B743-85EF-B4D08016163E}"/>
              </c:ext>
            </c:extLst>
          </c:dPt>
          <c:dPt>
            <c:idx val="2"/>
            <c:bubble3D val="0"/>
            <c:spPr>
              <a:solidFill>
                <a:srgbClr val="7030A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E8D3-B743-85EF-B4D08016163E}"/>
              </c:ext>
            </c:extLst>
          </c:dPt>
          <c:dPt>
            <c:idx val="3"/>
            <c:bubble3D val="0"/>
            <c:spPr>
              <a:solidFill>
                <a:schemeClr val="bg1">
                  <a:lumMod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E8D3-B743-85EF-B4D08016163E}"/>
              </c:ext>
            </c:extLst>
          </c:dPt>
          <c:dLbls>
            <c:dLbl>
              <c:idx val="0"/>
              <c:layout>
                <c:manualLayout>
                  <c:x val="-0.16388888888888889"/>
                  <c:y val="9.3175853018372709E-4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2"/>
                      <c:h val="0.13333333333333333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E8D3-B743-85EF-B4D08016163E}"/>
                </c:ext>
              </c:extLst>
            </c:dLbl>
            <c:dLbl>
              <c:idx val="1"/>
              <c:layout>
                <c:manualLayout>
                  <c:x val="0.11944444444444439"/>
                  <c:y val="-0.17065507436570429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2"/>
                      <c:h val="0.13333333333333333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E8D3-B743-85EF-B4D08016163E}"/>
                </c:ext>
              </c:extLst>
            </c:dLbl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2"/>
                      <c:h val="0.13333333333333333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E8D3-B743-85EF-B4D08016163E}"/>
                </c:ext>
              </c:extLst>
            </c:dLbl>
            <c:dLbl>
              <c:idx val="3"/>
              <c:layout>
                <c:manualLayout>
                  <c:x val="6.9444444444444392E-2"/>
                  <c:y val="0.15663130650335375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2"/>
                      <c:h val="0.13333333333333333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7-E8D3-B743-85EF-B4D08016163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Regional_Sales!$A$2:$A$5</c:f>
              <c:strCache>
                <c:ptCount val="4"/>
                <c:pt idx="0">
                  <c:v>North America</c:v>
                </c:pt>
                <c:pt idx="1">
                  <c:v>Europe</c:v>
                </c:pt>
                <c:pt idx="2">
                  <c:v>Japan</c:v>
                </c:pt>
                <c:pt idx="3">
                  <c:v>Other</c:v>
                </c:pt>
              </c:strCache>
            </c:strRef>
          </c:cat>
          <c:val>
            <c:numRef>
              <c:f>Regional_Sales!$B$2:$B$5</c:f>
              <c:numCache>
                <c:formatCode>0.00</c:formatCode>
                <c:ptCount val="4"/>
                <c:pt idx="0">
                  <c:v>4392.9500000003318</c:v>
                </c:pt>
                <c:pt idx="1">
                  <c:v>2435.0300000005504</c:v>
                </c:pt>
                <c:pt idx="2">
                  <c:v>1291.2999999999015</c:v>
                </c:pt>
                <c:pt idx="3">
                  <c:v>822.23999999986074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8D3-B743-85EF-B4D08016163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v>North America</c:v>
          </c:tx>
          <c:spPr>
            <a:ln w="28575" cap="rnd">
              <a:solidFill>
                <a:srgbClr val="0099A8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0099A8"/>
              </a:solidFill>
              <a:ln w="9525">
                <a:solidFill>
                  <a:schemeClr val="accent1">
                    <a:lumMod val="20000"/>
                    <a:lumOff val="80000"/>
                  </a:schemeClr>
                </a:solidFill>
              </a:ln>
              <a:effectLst/>
            </c:spPr>
          </c:marker>
          <c:cat>
            <c:numRef>
              <c:f>Regional_Trend!$A$2:$A$18</c:f>
              <c:numCache>
                <c:formatCode>General</c:formatCode>
                <c:ptCount val="17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</c:numCache>
            </c:numRef>
          </c:cat>
          <c:val>
            <c:numRef>
              <c:f>Regional_Trend!$B$2:$B$18</c:f>
              <c:numCache>
                <c:formatCode>0.0</c:formatCode>
                <c:ptCount val="17"/>
                <c:pt idx="0">
                  <c:v>46.879341139114885</c:v>
                </c:pt>
                <c:pt idx="1">
                  <c:v>52.487404591667676</c:v>
                </c:pt>
                <c:pt idx="2">
                  <c:v>54.659688511327133</c:v>
                </c:pt>
                <c:pt idx="3">
                  <c:v>54.098085790135883</c:v>
                </c:pt>
                <c:pt idx="4">
                  <c:v>53.084829839498497</c:v>
                </c:pt>
                <c:pt idx="5">
                  <c:v>52.748184545810709</c:v>
                </c:pt>
                <c:pt idx="6">
                  <c:v>50.499001996008573</c:v>
                </c:pt>
                <c:pt idx="7">
                  <c:v>51.019407157922558</c:v>
                </c:pt>
                <c:pt idx="8">
                  <c:v>51.689954405059801</c:v>
                </c:pt>
                <c:pt idx="9">
                  <c:v>50.741239892183522</c:v>
                </c:pt>
                <c:pt idx="10">
                  <c:v>50.626508028954596</c:v>
                </c:pt>
                <c:pt idx="11">
                  <c:v>46.717959650381275</c:v>
                </c:pt>
                <c:pt idx="12">
                  <c:v>42.625295703361594</c:v>
                </c:pt>
                <c:pt idx="13">
                  <c:v>41.987466427932141</c:v>
                </c:pt>
                <c:pt idx="14">
                  <c:v>39.154428126390975</c:v>
                </c:pt>
                <c:pt idx="15">
                  <c:v>38.882166086825258</c:v>
                </c:pt>
                <c:pt idx="16">
                  <c:v>31.94698999013114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E9A-464A-B2E2-C9A3D0604F93}"/>
            </c:ext>
          </c:extLst>
        </c:ser>
        <c:ser>
          <c:idx val="1"/>
          <c:order val="1"/>
          <c:tx>
            <c:v>Europe</c:v>
          </c:tx>
          <c:spPr>
            <a:ln w="28575" cap="rnd">
              <a:solidFill>
                <a:srgbClr val="009C0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009C00"/>
              </a:solidFill>
              <a:ln w="9525">
                <a:solidFill>
                  <a:schemeClr val="accent6">
                    <a:lumMod val="20000"/>
                    <a:lumOff val="80000"/>
                  </a:schemeClr>
                </a:solidFill>
              </a:ln>
              <a:effectLst/>
            </c:spPr>
          </c:marker>
          <c:cat>
            <c:numRef>
              <c:f>Regional_Trend!$A$2:$A$18</c:f>
              <c:numCache>
                <c:formatCode>General</c:formatCode>
                <c:ptCount val="17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</c:numCache>
            </c:numRef>
          </c:cat>
          <c:val>
            <c:numRef>
              <c:f>Regional_Trend!$C$2:$C$18</c:f>
              <c:numCache>
                <c:formatCode>0.0</c:formatCode>
                <c:ptCount val="17"/>
                <c:pt idx="0">
                  <c:v>26.1708672355626</c:v>
                </c:pt>
                <c:pt idx="1">
                  <c:v>28.627025070142125</c:v>
                </c:pt>
                <c:pt idx="2">
                  <c:v>27.745752427184666</c:v>
                </c:pt>
                <c:pt idx="3">
                  <c:v>29.009361464300859</c:v>
                </c:pt>
                <c:pt idx="4">
                  <c:v>25.594428942787122</c:v>
                </c:pt>
                <c:pt idx="5">
                  <c:v>26.512153759186209</c:v>
                </c:pt>
                <c:pt idx="6">
                  <c:v>24.804237678489542</c:v>
                </c:pt>
                <c:pt idx="7">
                  <c:v>26.265879698510773</c:v>
                </c:pt>
                <c:pt idx="8">
                  <c:v>27.165759670539952</c:v>
                </c:pt>
                <c:pt idx="9">
                  <c:v>28.712189278227214</c:v>
                </c:pt>
                <c:pt idx="10">
                  <c:v>29.433397121225006</c:v>
                </c:pt>
                <c:pt idx="11">
                  <c:v>32.450241283746045</c:v>
                </c:pt>
                <c:pt idx="12">
                  <c:v>32.673158386972702</c:v>
                </c:pt>
                <c:pt idx="13">
                  <c:v>34.168904804536098</c:v>
                </c:pt>
                <c:pt idx="14">
                  <c:v>37.279335410176735</c:v>
                </c:pt>
                <c:pt idx="15">
                  <c:v>36.94978066858296</c:v>
                </c:pt>
                <c:pt idx="16">
                  <c:v>37.727336810940379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E9A-464A-B2E2-C9A3D0604F93}"/>
            </c:ext>
          </c:extLst>
        </c:ser>
        <c:ser>
          <c:idx val="2"/>
          <c:order val="2"/>
          <c:tx>
            <c:v>Japan</c:v>
          </c:tx>
          <c:spPr>
            <a:ln w="28575" cap="rnd">
              <a:solidFill>
                <a:srgbClr val="924CCF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924CCF"/>
              </a:solidFill>
              <a:ln w="9525">
                <a:solidFill>
                  <a:srgbClr val="B961FF"/>
                </a:solidFill>
              </a:ln>
              <a:effectLst/>
            </c:spPr>
          </c:marker>
          <c:cat>
            <c:numRef>
              <c:f>Regional_Trend!$A$2:$A$18</c:f>
              <c:numCache>
                <c:formatCode>General</c:formatCode>
                <c:ptCount val="17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</c:numCache>
            </c:numRef>
          </c:cat>
          <c:val>
            <c:numRef>
              <c:f>Regional_Trend!$D$2:$D$18</c:f>
              <c:numCache>
                <c:formatCode>0.0</c:formatCode>
                <c:ptCount val="17"/>
                <c:pt idx="0">
                  <c:v>21.219487993649537</c:v>
                </c:pt>
                <c:pt idx="1">
                  <c:v>12.0252209853079</c:v>
                </c:pt>
                <c:pt idx="2">
                  <c:v>10.558252427184517</c:v>
                </c:pt>
                <c:pt idx="3">
                  <c:v>9.5570769875646615</c:v>
                </c:pt>
                <c:pt idx="4">
                  <c:v>9.9329851422575484</c:v>
                </c:pt>
                <c:pt idx="5">
                  <c:v>11.801539331217178</c:v>
                </c:pt>
                <c:pt idx="6">
                  <c:v>14.150545063718939</c:v>
                </c:pt>
                <c:pt idx="7">
                  <c:v>9.8638065497115495</c:v>
                </c:pt>
                <c:pt idx="8">
                  <c:v>8.8807177526107441</c:v>
                </c:pt>
                <c:pt idx="9">
                  <c:v>9.2737346510932106</c:v>
                </c:pt>
                <c:pt idx="10">
                  <c:v>9.9059821948582627</c:v>
                </c:pt>
                <c:pt idx="11">
                  <c:v>10.279268978081047</c:v>
                </c:pt>
                <c:pt idx="12">
                  <c:v>14.232271551961368</c:v>
                </c:pt>
                <c:pt idx="13">
                  <c:v>12.921515965383529</c:v>
                </c:pt>
                <c:pt idx="14">
                  <c:v>11.707461800919823</c:v>
                </c:pt>
                <c:pt idx="15">
                  <c:v>12.751474814702915</c:v>
                </c:pt>
                <c:pt idx="16">
                  <c:v>19.314817425630824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E9A-464A-B2E2-C9A3D0604F9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904298944"/>
        <c:axId val="904304768"/>
      </c:lineChart>
      <c:catAx>
        <c:axId val="90429894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Year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04304768"/>
        <c:crosses val="autoZero"/>
        <c:auto val="1"/>
        <c:lblAlgn val="ctr"/>
        <c:lblOffset val="100"/>
        <c:tickLblSkip val="1"/>
        <c:noMultiLvlLbl val="0"/>
      </c:catAx>
      <c:valAx>
        <c:axId val="90430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% of Global Sales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042989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Genre_Preferences!$B$1</c:f>
              <c:strCache>
                <c:ptCount val="1"/>
                <c:pt idx="0">
                  <c:v>North America</c:v>
                </c:pt>
              </c:strCache>
            </c:strRef>
          </c:tx>
          <c:spPr>
            <a:solidFill>
              <a:srgbClr val="0099A8"/>
            </a:solidFill>
            <a:ln>
              <a:noFill/>
            </a:ln>
            <a:effectLst/>
          </c:spPr>
          <c:invertIfNegative val="0"/>
          <c:dLbls>
            <c:numFmt formatCode="#,##0.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Genre_Preferences!$A$2:$A$6</c:f>
              <c:strCache>
                <c:ptCount val="5"/>
                <c:pt idx="0">
                  <c:v>Action</c:v>
                </c:pt>
                <c:pt idx="1">
                  <c:v>Sports</c:v>
                </c:pt>
                <c:pt idx="2">
                  <c:v>Shooter</c:v>
                </c:pt>
                <c:pt idx="3">
                  <c:v>Role-Playing</c:v>
                </c:pt>
                <c:pt idx="4">
                  <c:v>Platform</c:v>
                </c:pt>
              </c:strCache>
            </c:strRef>
          </c:cat>
          <c:val>
            <c:numRef>
              <c:f>Genre_Preferences!$B$2:$B$6</c:f>
              <c:numCache>
                <c:formatCode>0</c:formatCode>
                <c:ptCount val="5"/>
                <c:pt idx="0">
                  <c:v>50.127913749586398</c:v>
                </c:pt>
                <c:pt idx="1">
                  <c:v>51.343797194443198</c:v>
                </c:pt>
                <c:pt idx="2">
                  <c:v>56.161253940252806</c:v>
                </c:pt>
                <c:pt idx="3">
                  <c:v>35.291199844722286</c:v>
                </c:pt>
                <c:pt idx="4">
                  <c:v>53.772688453997674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080-704C-9EB0-84D5289ADFDE}"/>
            </c:ext>
          </c:extLst>
        </c:ser>
        <c:ser>
          <c:idx val="1"/>
          <c:order val="1"/>
          <c:tx>
            <c:strRef>
              <c:f>Genre_Preferences!$C$1</c:f>
              <c:strCache>
                <c:ptCount val="1"/>
                <c:pt idx="0">
                  <c:v>Europe</c:v>
                </c:pt>
              </c:strCache>
            </c:strRef>
          </c:tx>
          <c:spPr>
            <a:solidFill>
              <a:srgbClr val="009C00"/>
            </a:solidFill>
            <a:ln>
              <a:noFill/>
            </a:ln>
            <a:effectLst/>
          </c:spPr>
          <c:invertIfNegative val="0"/>
          <c:dLbls>
            <c:numFmt formatCode="#,##0.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Genre_Preferences!$A$2:$A$6</c:f>
              <c:strCache>
                <c:ptCount val="5"/>
                <c:pt idx="0">
                  <c:v>Action</c:v>
                </c:pt>
                <c:pt idx="1">
                  <c:v>Sports</c:v>
                </c:pt>
                <c:pt idx="2">
                  <c:v>Shooter</c:v>
                </c:pt>
                <c:pt idx="3">
                  <c:v>Role-Playing</c:v>
                </c:pt>
                <c:pt idx="4">
                  <c:v>Platform</c:v>
                </c:pt>
              </c:strCache>
            </c:strRef>
          </c:cat>
          <c:val>
            <c:numRef>
              <c:f>Genre_Preferences!$C$2:$C$6</c:f>
              <c:numCache>
                <c:formatCode>0</c:formatCode>
                <c:ptCount val="5"/>
                <c:pt idx="0">
                  <c:v>29.979785059216912</c:v>
                </c:pt>
                <c:pt idx="1">
                  <c:v>28.314787404296094</c:v>
                </c:pt>
                <c:pt idx="2">
                  <c:v>30.198482701446899</c:v>
                </c:pt>
                <c:pt idx="3">
                  <c:v>20.278853100704307</c:v>
                </c:pt>
                <c:pt idx="4">
                  <c:v>24.252739454154081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080-704C-9EB0-84D5289ADFDE}"/>
            </c:ext>
          </c:extLst>
        </c:ser>
        <c:ser>
          <c:idx val="2"/>
          <c:order val="2"/>
          <c:tx>
            <c:strRef>
              <c:f>Genre_Preferences!$D$1</c:f>
              <c:strCache>
                <c:ptCount val="1"/>
                <c:pt idx="0">
                  <c:v>Japan</c:v>
                </c:pt>
              </c:strCache>
            </c:strRef>
          </c:tx>
          <c:spPr>
            <a:solidFill>
              <a:srgbClr val="7030A0"/>
            </a:solidFill>
            <a:ln>
              <a:noFill/>
            </a:ln>
            <a:effectLst/>
          </c:spPr>
          <c:invertIfNegative val="0"/>
          <c:dLbls>
            <c:numFmt formatCode="#,##0.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Genre_Preferences!$A$2:$A$6</c:f>
              <c:strCache>
                <c:ptCount val="5"/>
                <c:pt idx="0">
                  <c:v>Action</c:v>
                </c:pt>
                <c:pt idx="1">
                  <c:v>Sports</c:v>
                </c:pt>
                <c:pt idx="2">
                  <c:v>Shooter</c:v>
                </c:pt>
                <c:pt idx="3">
                  <c:v>Role-Playing</c:v>
                </c:pt>
                <c:pt idx="4">
                  <c:v>Platform</c:v>
                </c:pt>
              </c:strCache>
            </c:strRef>
          </c:cat>
          <c:val>
            <c:numRef>
              <c:f>Genre_Preferences!$D$2:$D$6</c:f>
              <c:numCache>
                <c:formatCode>0</c:formatCode>
                <c:ptCount val="5"/>
                <c:pt idx="0">
                  <c:v>9.133841181375054</c:v>
                </c:pt>
                <c:pt idx="1">
                  <c:v>10.171083377788586</c:v>
                </c:pt>
                <c:pt idx="2">
                  <c:v>3.6901009283091311</c:v>
                </c:pt>
                <c:pt idx="3">
                  <c:v>37.990230436611078</c:v>
                </c:pt>
                <c:pt idx="4">
                  <c:v>15.729458604472201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080-704C-9EB0-84D5289ADFDE}"/>
            </c:ext>
          </c:extLst>
        </c:ser>
        <c:ser>
          <c:idx val="3"/>
          <c:order val="3"/>
          <c:tx>
            <c:strRef>
              <c:f>Genre_Preferences!$E$1</c:f>
              <c:strCache>
                <c:ptCount val="1"/>
                <c:pt idx="0">
                  <c:v>Other</c:v>
                </c:pt>
              </c:strCache>
            </c:strRef>
          </c:tx>
          <c:spPr>
            <a:solidFill>
              <a:schemeClr val="bg1">
                <a:lumMod val="50000"/>
              </a:schemeClr>
            </a:solidFill>
            <a:ln>
              <a:noFill/>
            </a:ln>
            <a:effectLst/>
          </c:spPr>
          <c:invertIfNegative val="0"/>
          <c:dLbls>
            <c:numFmt formatCode="#,##0.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Genre_Preferences!$A$2:$A$6</c:f>
              <c:strCache>
                <c:ptCount val="5"/>
                <c:pt idx="0">
                  <c:v>Action</c:v>
                </c:pt>
                <c:pt idx="1">
                  <c:v>Sports</c:v>
                </c:pt>
                <c:pt idx="2">
                  <c:v>Shooter</c:v>
                </c:pt>
                <c:pt idx="3">
                  <c:v>Role-Playing</c:v>
                </c:pt>
                <c:pt idx="4">
                  <c:v>Platform</c:v>
                </c:pt>
              </c:strCache>
            </c:strRef>
          </c:cat>
          <c:val>
            <c:numRef>
              <c:f>Genre_Preferences!$E$2:$E$6</c:f>
              <c:numCache>
                <c:formatCode>0</c:formatCode>
                <c:ptCount val="5"/>
                <c:pt idx="0">
                  <c:v>11.009148117269605</c:v>
                </c:pt>
                <c:pt idx="1">
                  <c:v>10.273267564785456</c:v>
                </c:pt>
                <c:pt idx="2">
                  <c:v>9.9376307392735548</c:v>
                </c:pt>
                <c:pt idx="3">
                  <c:v>6.8171280071600515</c:v>
                </c:pt>
                <c:pt idx="4">
                  <c:v>6.2631559955254446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D080-704C-9EB0-84D5289ADFD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903834112"/>
        <c:axId val="903834560"/>
      </c:barChart>
      <c:catAx>
        <c:axId val="903834112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Genre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03834560"/>
        <c:crosses val="autoZero"/>
        <c:auto val="1"/>
        <c:lblAlgn val="ctr"/>
        <c:lblOffset val="100"/>
        <c:noMultiLvlLbl val="0"/>
      </c:catAx>
      <c:valAx>
        <c:axId val="9038345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038341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Competitors!$C$1</c:f>
              <c:strCache>
                <c:ptCount val="1"/>
                <c:pt idx="0">
                  <c:v>Global Sales (Millions)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E6C-2C43-A8BE-A43A5CD26205}"/>
              </c:ext>
            </c:extLst>
          </c:dPt>
          <c:dPt>
            <c:idx val="1"/>
            <c:invertIfNegative val="0"/>
            <c:bubble3D val="0"/>
            <c:spPr>
              <a:solidFill>
                <a:srgbClr val="7030A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E6C-2C43-A8BE-A43A5CD26205}"/>
              </c:ext>
            </c:extLst>
          </c:dPt>
          <c:dPt>
            <c:idx val="2"/>
            <c:invertIfNegative val="0"/>
            <c:bubble3D val="0"/>
            <c:spPr>
              <a:solidFill>
                <a:srgbClr val="009C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4E6C-2C43-A8BE-A43A5CD26205}"/>
              </c:ext>
            </c:extLst>
          </c:dPt>
          <c:dPt>
            <c:idx val="3"/>
            <c:invertIfNegative val="0"/>
            <c:bubble3D val="0"/>
            <c:spPr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4E6C-2C43-A8BE-A43A5CD26205}"/>
              </c:ext>
            </c:extLst>
          </c:dPt>
          <c:dPt>
            <c:idx val="4"/>
            <c:invertIfNegative val="0"/>
            <c:bubble3D val="0"/>
            <c:spPr>
              <a:solidFill>
                <a:srgbClr val="FF6B3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4E6C-2C43-A8BE-A43A5CD26205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Competitors!$A$2:$B$6</c:f>
              <c:strCache>
                <c:ptCount val="5"/>
                <c:pt idx="0">
                  <c:v>Nintendo</c:v>
                </c:pt>
                <c:pt idx="1">
                  <c:v>EA</c:v>
                </c:pt>
                <c:pt idx="2">
                  <c:v>Activision</c:v>
                </c:pt>
                <c:pt idx="3">
                  <c:v>Sony</c:v>
                </c:pt>
                <c:pt idx="4">
                  <c:v>Ubisoft</c:v>
                </c:pt>
              </c:strCache>
            </c:strRef>
          </c:cat>
          <c:val>
            <c:numRef>
              <c:f>Competitors!$C$2:$C$6</c:f>
              <c:numCache>
                <c:formatCode>#,##0</c:formatCode>
                <c:ptCount val="5"/>
                <c:pt idx="0">
                  <c:v>1786.5599999999981</c:v>
                </c:pt>
                <c:pt idx="1">
                  <c:v>1110.3199999999915</c:v>
                </c:pt>
                <c:pt idx="2">
                  <c:v>727.45999999999833</c:v>
                </c:pt>
                <c:pt idx="3">
                  <c:v>607.49999999999886</c:v>
                </c:pt>
                <c:pt idx="4">
                  <c:v>474.66999999999933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4E6C-2C43-A8BE-A43A5CD2620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940428800"/>
        <c:axId val="946483904"/>
      </c:barChart>
      <c:catAx>
        <c:axId val="940428800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Oswald Light" panose="02000303000000000000" pitchFamily="2" charset="0"/>
                <a:ea typeface="Roboto" panose="02000000000000000000" pitchFamily="2" charset="0"/>
                <a:cs typeface="+mn-cs"/>
              </a:defRPr>
            </a:pPr>
            <a:endParaRPr lang="en-US"/>
          </a:p>
        </c:txPr>
        <c:crossAx val="946483904"/>
        <c:crosses val="autoZero"/>
        <c:auto val="1"/>
        <c:lblAlgn val="ctr"/>
        <c:lblOffset val="100"/>
        <c:noMultiLvlLbl val="0"/>
      </c:catAx>
      <c:valAx>
        <c:axId val="946483904"/>
        <c:scaling>
          <c:orientation val="minMax"/>
        </c:scaling>
        <c:delete val="0"/>
        <c:axPos val="t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Units</a:t>
                </a:r>
                <a:r>
                  <a:rPr lang="en-US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 Sold (Millions)</a:t>
                </a:r>
                <a:endParaRPr 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4042880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Franchise_Analysis!$F$1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9C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6D3F-4D44-90A9-46F5251B3B40}"/>
              </c:ext>
            </c:extLst>
          </c:dPt>
          <c:dPt>
            <c:idx val="1"/>
            <c:invertIfNegative val="0"/>
            <c:bubble3D val="0"/>
            <c:spPr>
              <a:solidFill>
                <a:srgbClr val="0099A8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6D3F-4D44-90A9-46F5251B3B40}"/>
              </c:ext>
            </c:extLst>
          </c:dPt>
          <c:dPt>
            <c:idx val="2"/>
            <c:invertIfNegative val="0"/>
            <c:bubble3D val="0"/>
            <c:spPr>
              <a:solidFill>
                <a:srgbClr val="FF6B3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6D3F-4D44-90A9-46F5251B3B40}"/>
              </c:ext>
            </c:extLst>
          </c:dPt>
          <c:dPt>
            <c:idx val="3"/>
            <c:invertIfNegative val="0"/>
            <c:bubble3D val="0"/>
            <c:spPr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6D3F-4D44-90A9-46F5251B3B40}"/>
              </c:ext>
            </c:extLst>
          </c:dPt>
          <c:dPt>
            <c:idx val="4"/>
            <c:invertIfNegative val="0"/>
            <c:bubble3D val="0"/>
            <c:spPr>
              <a:solidFill>
                <a:srgbClr val="7030A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6D3F-4D44-90A9-46F5251B3B40}"/>
              </c:ext>
            </c:extLst>
          </c:dPt>
          <c:dLbls>
            <c:dLbl>
              <c:idx val="0"/>
              <c:layout>
                <c:manualLayout>
                  <c:x val="-4.1279429368770083E-2"/>
                  <c:y val="-6.838827415728279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D3F-4D44-90A9-46F5251B3B40}"/>
                </c:ext>
              </c:extLst>
            </c:dLbl>
            <c:dLbl>
              <c:idx val="1"/>
              <c:layout>
                <c:manualLayout>
                  <c:x val="-4.2999405592468835E-2"/>
                  <c:y val="-3.4194137078641398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D3F-4D44-90A9-46F5251B3B40}"/>
                </c:ext>
              </c:extLst>
            </c:dLbl>
            <c:dLbl>
              <c:idx val="2"/>
              <c:layout>
                <c:manualLayout>
                  <c:x val="-4.471938181616765E-2"/>
                  <c:y val="1.3462258692378505E-7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latin typeface="Roboto Light" panose="02000000000000000000" pitchFamily="2" charset="0"/>
                      <a:ea typeface="Roboto Light" panose="02000000000000000000" pitchFamily="2" charset="0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>
                  <c15:layout>
                    <c:manualLayout>
                      <c:w val="3.606790141096286E-2"/>
                      <c:h val="4.376849546066098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6D3F-4D44-90A9-46F5251B3B40}"/>
                </c:ext>
              </c:extLst>
            </c:dLbl>
            <c:dLbl>
              <c:idx val="3"/>
              <c:layout>
                <c:manualLayout>
                  <c:x val="-4.6439358039866464E-2"/>
                  <c:y val="-6.838827415728311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6D3F-4D44-90A9-46F5251B3B40}"/>
                </c:ext>
              </c:extLst>
            </c:dLbl>
            <c:dLbl>
              <c:idx val="4"/>
              <c:layout>
                <c:manualLayout>
                  <c:x val="-4.2999405592468835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6D3F-4D44-90A9-46F5251B3B4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Roboto Light" panose="02000000000000000000" pitchFamily="2" charset="0"/>
                    <a:ea typeface="Roboto Light" panose="02000000000000000000" pitchFamily="2" charset="0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eparator>, </c:separator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Franchise_Analysis!$A$2:$A$6</c:f>
              <c:strCache>
                <c:ptCount val="5"/>
                <c:pt idx="0">
                  <c:v>FIFA</c:v>
                </c:pt>
                <c:pt idx="1">
                  <c:v>Pokémon</c:v>
                </c:pt>
                <c:pt idx="2">
                  <c:v>Call of Duty</c:v>
                </c:pt>
                <c:pt idx="3">
                  <c:v>Wii</c:v>
                </c:pt>
                <c:pt idx="4">
                  <c:v>Super Mario Bros</c:v>
                </c:pt>
              </c:strCache>
            </c:strRef>
          </c:cat>
          <c:val>
            <c:numRef>
              <c:f>Franchise_Analysis!$F$2:$F$6</c:f>
              <c:numCache>
                <c:formatCode>0</c:formatCode>
                <c:ptCount val="5"/>
                <c:pt idx="0">
                  <c:v>174.7300000000001</c:v>
                </c:pt>
                <c:pt idx="1">
                  <c:v>250.59999999999997</c:v>
                </c:pt>
                <c:pt idx="2">
                  <c:v>251.54000000000002</c:v>
                </c:pt>
                <c:pt idx="3">
                  <c:v>298.49000000000012</c:v>
                </c:pt>
                <c:pt idx="4">
                  <c:v>555.49999999999989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6D3F-4D44-90A9-46F5251B3B4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935492928"/>
        <c:axId val="940431040"/>
      </c:barChart>
      <c:catAx>
        <c:axId val="93549292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Oswald" panose="02000503000000000000" pitchFamily="2" charset="0"/>
                <a:ea typeface="+mn-ea"/>
                <a:cs typeface="+mn-cs"/>
              </a:defRPr>
            </a:pPr>
            <a:endParaRPr lang="en-US"/>
          </a:p>
        </c:txPr>
        <c:crossAx val="940431040"/>
        <c:crosses val="autoZero"/>
        <c:auto val="1"/>
        <c:lblAlgn val="ctr"/>
        <c:lblOffset val="100"/>
        <c:noMultiLvlLbl val="0"/>
      </c:catAx>
      <c:valAx>
        <c:axId val="940431040"/>
        <c:scaling>
          <c:orientation val="minMax"/>
        </c:scaling>
        <c:delete val="0"/>
        <c:axPos val="b"/>
        <c:majorGridlines>
          <c:spPr>
            <a:ln w="9525" cap="flat" cmpd="sng" algn="ctr">
              <a:noFill/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Units Sold (Millions)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3549292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Call of Duty</c:v>
                </c:pt>
              </c:strCache>
            </c:strRef>
          </c:tx>
          <c:spPr>
            <a:solidFill>
              <a:srgbClr val="1ABC9C"/>
            </a:solidFill>
            <a:effectLst/>
          </c:spPr>
          <c:invertIfNegative val="0"/>
          <c:cat>
            <c:strRef>
              <c:f>Sheet1!$A$2:$A$15</c:f>
              <c:strCache>
                <c:ptCount val="14"/>
                <c:pt idx="0">
                  <c:v>2003</c:v>
                </c:pt>
                <c:pt idx="1">
                  <c:v>2004</c:v>
                </c:pt>
                <c:pt idx="2">
                  <c:v>2005</c:v>
                </c:pt>
                <c:pt idx="3">
                  <c:v>2006</c:v>
                </c:pt>
                <c:pt idx="4">
                  <c:v>2007</c:v>
                </c:pt>
                <c:pt idx="5">
                  <c:v>2008</c:v>
                </c:pt>
                <c:pt idx="6">
                  <c:v>2009</c:v>
                </c:pt>
                <c:pt idx="7">
                  <c:v>2010</c:v>
                </c:pt>
                <c:pt idx="8">
                  <c:v>2011</c:v>
                </c:pt>
                <c:pt idx="9">
                  <c:v>2012</c:v>
                </c:pt>
                <c:pt idx="10">
                  <c:v>2013</c:v>
                </c:pt>
                <c:pt idx="11">
                  <c:v>2014</c:v>
                </c:pt>
                <c:pt idx="12">
                  <c:v>2015</c:v>
                </c:pt>
                <c:pt idx="13">
                  <c:v>2016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2.5</c:v>
                </c:pt>
                <c:pt idx="1">
                  <c:v>4.2</c:v>
                </c:pt>
                <c:pt idx="2">
                  <c:v>5.8</c:v>
                </c:pt>
                <c:pt idx="3">
                  <c:v>6.1</c:v>
                </c:pt>
                <c:pt idx="4">
                  <c:v>11.2</c:v>
                </c:pt>
                <c:pt idx="5">
                  <c:v>18.5</c:v>
                </c:pt>
                <c:pt idx="6">
                  <c:v>22.4</c:v>
                </c:pt>
                <c:pt idx="7">
                  <c:v>26.8</c:v>
                </c:pt>
                <c:pt idx="8">
                  <c:v>24.1</c:v>
                </c:pt>
                <c:pt idx="9">
                  <c:v>16.5</c:v>
                </c:pt>
                <c:pt idx="10">
                  <c:v>15.2</c:v>
                </c:pt>
                <c:pt idx="11">
                  <c:v>11.8</c:v>
                </c:pt>
                <c:pt idx="12">
                  <c:v>8.4</c:v>
                </c:pt>
                <c:pt idx="13">
                  <c:v>2.1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CD8-E84B-83BD-27D0325F076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FIFA</c:v>
                </c:pt>
              </c:strCache>
            </c:strRef>
          </c:tx>
          <c:spPr>
            <a:solidFill>
              <a:srgbClr val="8899AA"/>
            </a:solidFill>
            <a:effectLst/>
          </c:spPr>
          <c:invertIfNegative val="0"/>
          <c:cat>
            <c:strRef>
              <c:f>Sheet1!$A$2:$A$15</c:f>
              <c:strCache>
                <c:ptCount val="14"/>
                <c:pt idx="0">
                  <c:v>2003</c:v>
                </c:pt>
                <c:pt idx="1">
                  <c:v>2004</c:v>
                </c:pt>
                <c:pt idx="2">
                  <c:v>2005</c:v>
                </c:pt>
                <c:pt idx="3">
                  <c:v>2006</c:v>
                </c:pt>
                <c:pt idx="4">
                  <c:v>2007</c:v>
                </c:pt>
                <c:pt idx="5">
                  <c:v>2008</c:v>
                </c:pt>
                <c:pt idx="6">
                  <c:v>2009</c:v>
                </c:pt>
                <c:pt idx="7">
                  <c:v>2010</c:v>
                </c:pt>
                <c:pt idx="8">
                  <c:v>2011</c:v>
                </c:pt>
                <c:pt idx="9">
                  <c:v>2012</c:v>
                </c:pt>
                <c:pt idx="10">
                  <c:v>2013</c:v>
                </c:pt>
                <c:pt idx="11">
                  <c:v>2014</c:v>
                </c:pt>
                <c:pt idx="12">
                  <c:v>2015</c:v>
                </c:pt>
                <c:pt idx="13">
                  <c:v>2016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2.1</c:v>
                </c:pt>
                <c:pt idx="1">
                  <c:v>2.8</c:v>
                </c:pt>
                <c:pt idx="2">
                  <c:v>3.2</c:v>
                </c:pt>
                <c:pt idx="3">
                  <c:v>2.9</c:v>
                </c:pt>
                <c:pt idx="4">
                  <c:v>3.5</c:v>
                </c:pt>
                <c:pt idx="5">
                  <c:v>4.2</c:v>
                </c:pt>
                <c:pt idx="6">
                  <c:v>4.8</c:v>
                </c:pt>
                <c:pt idx="7">
                  <c:v>5.0999999999999996</c:v>
                </c:pt>
                <c:pt idx="8">
                  <c:v>5.4</c:v>
                </c:pt>
                <c:pt idx="9">
                  <c:v>4.8</c:v>
                </c:pt>
                <c:pt idx="10">
                  <c:v>5.2</c:v>
                </c:pt>
                <c:pt idx="11">
                  <c:v>4.9000000000000004</c:v>
                </c:pt>
                <c:pt idx="12">
                  <c:v>4.0999999999999996</c:v>
                </c:pt>
                <c:pt idx="1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CD8-E84B-83BD-27D0325F076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Pokémon</c:v>
                </c:pt>
              </c:strCache>
            </c:strRef>
          </c:tx>
          <c:spPr>
            <a:solidFill>
              <a:srgbClr val="FFD700"/>
            </a:solidFill>
            <a:effectLst/>
          </c:spPr>
          <c:invertIfNegative val="0"/>
          <c:cat>
            <c:strRef>
              <c:f>Sheet1!$A$2:$A$15</c:f>
              <c:strCache>
                <c:ptCount val="14"/>
                <c:pt idx="0">
                  <c:v>2003</c:v>
                </c:pt>
                <c:pt idx="1">
                  <c:v>2004</c:v>
                </c:pt>
                <c:pt idx="2">
                  <c:v>2005</c:v>
                </c:pt>
                <c:pt idx="3">
                  <c:v>2006</c:v>
                </c:pt>
                <c:pt idx="4">
                  <c:v>2007</c:v>
                </c:pt>
                <c:pt idx="5">
                  <c:v>2008</c:v>
                </c:pt>
                <c:pt idx="6">
                  <c:v>2009</c:v>
                </c:pt>
                <c:pt idx="7">
                  <c:v>2010</c:v>
                </c:pt>
                <c:pt idx="8">
                  <c:v>2011</c:v>
                </c:pt>
                <c:pt idx="9">
                  <c:v>2012</c:v>
                </c:pt>
                <c:pt idx="10">
                  <c:v>2013</c:v>
                </c:pt>
                <c:pt idx="11">
                  <c:v>2014</c:v>
                </c:pt>
                <c:pt idx="12">
                  <c:v>2015</c:v>
                </c:pt>
                <c:pt idx="13">
                  <c:v>2016</c:v>
                </c:pt>
              </c:strCache>
            </c:strRef>
          </c:cat>
          <c:val>
            <c:numRef>
              <c:f>Sheet1!$D$2:$D$15</c:f>
              <c:numCache>
                <c:formatCode>General</c:formatCode>
                <c:ptCount val="14"/>
                <c:pt idx="0">
                  <c:v>3.8</c:v>
                </c:pt>
                <c:pt idx="1">
                  <c:v>2.1</c:v>
                </c:pt>
                <c:pt idx="2">
                  <c:v>1.8</c:v>
                </c:pt>
                <c:pt idx="3">
                  <c:v>4.2</c:v>
                </c:pt>
                <c:pt idx="4">
                  <c:v>6.8</c:v>
                </c:pt>
                <c:pt idx="5">
                  <c:v>3.2</c:v>
                </c:pt>
                <c:pt idx="6">
                  <c:v>5.4</c:v>
                </c:pt>
                <c:pt idx="7">
                  <c:v>7.2</c:v>
                </c:pt>
                <c:pt idx="8">
                  <c:v>4.8</c:v>
                </c:pt>
                <c:pt idx="9">
                  <c:v>3.5</c:v>
                </c:pt>
                <c:pt idx="10">
                  <c:v>6.2</c:v>
                </c:pt>
                <c:pt idx="11">
                  <c:v>5.8</c:v>
                </c:pt>
                <c:pt idx="12">
                  <c:v>2.1</c:v>
                </c:pt>
                <c:pt idx="1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CD8-E84B-83BD-27D0325F0765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Super Mario Bros</c:v>
                </c:pt>
              </c:strCache>
            </c:strRef>
          </c:tx>
          <c:spPr>
            <a:solidFill>
              <a:srgbClr val="FF6B35"/>
            </a:solidFill>
            <a:effectLst/>
          </c:spPr>
          <c:invertIfNegative val="0"/>
          <c:cat>
            <c:strRef>
              <c:f>Sheet1!$A$2:$A$15</c:f>
              <c:strCache>
                <c:ptCount val="14"/>
                <c:pt idx="0">
                  <c:v>2003</c:v>
                </c:pt>
                <c:pt idx="1">
                  <c:v>2004</c:v>
                </c:pt>
                <c:pt idx="2">
                  <c:v>2005</c:v>
                </c:pt>
                <c:pt idx="3">
                  <c:v>2006</c:v>
                </c:pt>
                <c:pt idx="4">
                  <c:v>2007</c:v>
                </c:pt>
                <c:pt idx="5">
                  <c:v>2008</c:v>
                </c:pt>
                <c:pt idx="6">
                  <c:v>2009</c:v>
                </c:pt>
                <c:pt idx="7">
                  <c:v>2010</c:v>
                </c:pt>
                <c:pt idx="8">
                  <c:v>2011</c:v>
                </c:pt>
                <c:pt idx="9">
                  <c:v>2012</c:v>
                </c:pt>
                <c:pt idx="10">
                  <c:v>2013</c:v>
                </c:pt>
                <c:pt idx="11">
                  <c:v>2014</c:v>
                </c:pt>
                <c:pt idx="12">
                  <c:v>2015</c:v>
                </c:pt>
                <c:pt idx="13">
                  <c:v>2016</c:v>
                </c:pt>
              </c:strCache>
            </c:strRef>
          </c:cat>
          <c:val>
            <c:numRef>
              <c:f>Sheet1!$E$2:$E$15</c:f>
              <c:numCache>
                <c:formatCode>General</c:formatCode>
                <c:ptCount val="14"/>
                <c:pt idx="0">
                  <c:v>2.2000000000000002</c:v>
                </c:pt>
                <c:pt idx="1">
                  <c:v>1.8</c:v>
                </c:pt>
                <c:pt idx="2">
                  <c:v>2.5</c:v>
                </c:pt>
                <c:pt idx="3">
                  <c:v>8.5</c:v>
                </c:pt>
                <c:pt idx="4">
                  <c:v>6.2</c:v>
                </c:pt>
                <c:pt idx="5">
                  <c:v>4.8</c:v>
                </c:pt>
                <c:pt idx="6">
                  <c:v>12.5</c:v>
                </c:pt>
                <c:pt idx="7">
                  <c:v>8.1999999999999993</c:v>
                </c:pt>
                <c:pt idx="8">
                  <c:v>6.5</c:v>
                </c:pt>
                <c:pt idx="9">
                  <c:v>9.8000000000000007</c:v>
                </c:pt>
                <c:pt idx="10">
                  <c:v>4.2</c:v>
                </c:pt>
                <c:pt idx="11">
                  <c:v>2.8</c:v>
                </c:pt>
                <c:pt idx="12">
                  <c:v>1.5</c:v>
                </c:pt>
                <c:pt idx="13">
                  <c:v>0.8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CD8-E84B-83BD-27D0325F0765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Wii</c:v>
                </c:pt>
              </c:strCache>
            </c:strRef>
          </c:tx>
          <c:spPr>
            <a:solidFill>
              <a:srgbClr val="9B59B6"/>
            </a:solidFill>
            <a:effectLst/>
          </c:spPr>
          <c:invertIfNegative val="0"/>
          <c:cat>
            <c:strRef>
              <c:f>Sheet1!$A$2:$A$15</c:f>
              <c:strCache>
                <c:ptCount val="14"/>
                <c:pt idx="0">
                  <c:v>2003</c:v>
                </c:pt>
                <c:pt idx="1">
                  <c:v>2004</c:v>
                </c:pt>
                <c:pt idx="2">
                  <c:v>2005</c:v>
                </c:pt>
                <c:pt idx="3">
                  <c:v>2006</c:v>
                </c:pt>
                <c:pt idx="4">
                  <c:v>2007</c:v>
                </c:pt>
                <c:pt idx="5">
                  <c:v>2008</c:v>
                </c:pt>
                <c:pt idx="6">
                  <c:v>2009</c:v>
                </c:pt>
                <c:pt idx="7">
                  <c:v>2010</c:v>
                </c:pt>
                <c:pt idx="8">
                  <c:v>2011</c:v>
                </c:pt>
                <c:pt idx="9">
                  <c:v>2012</c:v>
                </c:pt>
                <c:pt idx="10">
                  <c:v>2013</c:v>
                </c:pt>
                <c:pt idx="11">
                  <c:v>2014</c:v>
                </c:pt>
                <c:pt idx="12">
                  <c:v>2015</c:v>
                </c:pt>
                <c:pt idx="13">
                  <c:v>2016</c:v>
                </c:pt>
              </c:strCache>
            </c:strRef>
          </c:cat>
          <c:val>
            <c:numRef>
              <c:f>Sheet1!$F$2:$F$15</c:f>
              <c:numCache>
                <c:formatCode>General</c:formatCode>
                <c:ptCount val="1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28.5</c:v>
                </c:pt>
                <c:pt idx="4">
                  <c:v>18.2</c:v>
                </c:pt>
                <c:pt idx="5">
                  <c:v>22.4</c:v>
                </c:pt>
                <c:pt idx="6">
                  <c:v>16.8</c:v>
                </c:pt>
                <c:pt idx="7">
                  <c:v>12.5</c:v>
                </c:pt>
                <c:pt idx="8">
                  <c:v>8.1999999999999993</c:v>
                </c:pt>
                <c:pt idx="9">
                  <c:v>4.5</c:v>
                </c:pt>
                <c:pt idx="10">
                  <c:v>1.2</c:v>
                </c:pt>
                <c:pt idx="11">
                  <c:v>0.5</c:v>
                </c:pt>
                <c:pt idx="12">
                  <c:v>0.2</c:v>
                </c:pt>
                <c:pt idx="1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CD8-E84B-83BD-27D0325F076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000000"/>
                    </a:solidFill>
                    <a:latin typeface="Arial"/>
                  </a:rPr>
                  <a:t>Year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000000"/>
                    </a:solidFill>
                    <a:latin typeface="Arial"/>
                  </a:rPr>
                  <a:t>Units Sold (Millions)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Franchise_NA_Yearly!$B$1</c:f>
              <c:strCache>
                <c:ptCount val="1"/>
                <c:pt idx="0">
                  <c:v>Call of Duty</c:v>
                </c:pt>
              </c:strCache>
            </c:strRef>
          </c:tx>
          <c:spPr>
            <a:solidFill>
              <a:srgbClr val="FF6B34"/>
            </a:solidFill>
            <a:ln>
              <a:noFill/>
            </a:ln>
            <a:effectLst/>
          </c:spPr>
          <c:invertIfNegative val="0"/>
          <c:cat>
            <c:numRef>
              <c:f>Franchise_NA_Yearly!$A$2:$A$15</c:f>
              <c:numCache>
                <c:formatCode>General</c:formatCode>
                <c:ptCount val="14"/>
                <c:pt idx="0">
                  <c:v>2003</c:v>
                </c:pt>
                <c:pt idx="1">
                  <c:v>2004</c:v>
                </c:pt>
                <c:pt idx="2">
                  <c:v>2005</c:v>
                </c:pt>
                <c:pt idx="3">
                  <c:v>2006</c:v>
                </c:pt>
                <c:pt idx="4">
                  <c:v>2007</c:v>
                </c:pt>
                <c:pt idx="5">
                  <c:v>2008</c:v>
                </c:pt>
                <c:pt idx="6">
                  <c:v>2009</c:v>
                </c:pt>
                <c:pt idx="7">
                  <c:v>2010</c:v>
                </c:pt>
                <c:pt idx="8">
                  <c:v>2011</c:v>
                </c:pt>
                <c:pt idx="9">
                  <c:v>2012</c:v>
                </c:pt>
                <c:pt idx="10">
                  <c:v>2013</c:v>
                </c:pt>
                <c:pt idx="11">
                  <c:v>2014</c:v>
                </c:pt>
                <c:pt idx="12">
                  <c:v>2015</c:v>
                </c:pt>
                <c:pt idx="13">
                  <c:v>2016</c:v>
                </c:pt>
              </c:numCache>
            </c:numRef>
          </c:cat>
          <c:val>
            <c:numRef>
              <c:f>Franchise_NA_Yearly!$B$2:$B$15</c:f>
              <c:numCache>
                <c:formatCode>0</c:formatCode>
                <c:ptCount val="14"/>
                <c:pt idx="0">
                  <c:v>0</c:v>
                </c:pt>
                <c:pt idx="1">
                  <c:v>2.6</c:v>
                </c:pt>
                <c:pt idx="2">
                  <c:v>4.2</c:v>
                </c:pt>
                <c:pt idx="3">
                  <c:v>2.98</c:v>
                </c:pt>
                <c:pt idx="4">
                  <c:v>10.489999999999998</c:v>
                </c:pt>
                <c:pt idx="5">
                  <c:v>9.9099999999999984</c:v>
                </c:pt>
                <c:pt idx="6">
                  <c:v>14.839999999999998</c:v>
                </c:pt>
                <c:pt idx="7">
                  <c:v>17.059999999999999</c:v>
                </c:pt>
                <c:pt idx="8">
                  <c:v>15.790000000000001</c:v>
                </c:pt>
                <c:pt idx="9">
                  <c:v>14.880000000000003</c:v>
                </c:pt>
                <c:pt idx="10">
                  <c:v>14.919999999999998</c:v>
                </c:pt>
                <c:pt idx="11">
                  <c:v>10.440000000000001</c:v>
                </c:pt>
                <c:pt idx="12">
                  <c:v>11.889999999999999</c:v>
                </c:pt>
                <c:pt idx="13">
                  <c:v>0.01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DFC-0C46-A354-E737141CEAB6}"/>
            </c:ext>
          </c:extLst>
        </c:ser>
        <c:ser>
          <c:idx val="1"/>
          <c:order val="1"/>
          <c:tx>
            <c:strRef>
              <c:f>Franchise_NA_Yearly!$C$1</c:f>
              <c:strCache>
                <c:ptCount val="1"/>
                <c:pt idx="0">
                  <c:v>FIFA</c:v>
                </c:pt>
              </c:strCache>
            </c:strRef>
          </c:tx>
          <c:spPr>
            <a:solidFill>
              <a:srgbClr val="009C00"/>
            </a:solidFill>
            <a:ln>
              <a:noFill/>
            </a:ln>
            <a:effectLst/>
          </c:spPr>
          <c:invertIfNegative val="0"/>
          <c:cat>
            <c:numRef>
              <c:f>Franchise_NA_Yearly!$A$2:$A$15</c:f>
              <c:numCache>
                <c:formatCode>General</c:formatCode>
                <c:ptCount val="14"/>
                <c:pt idx="0">
                  <c:v>2003</c:v>
                </c:pt>
                <c:pt idx="1">
                  <c:v>2004</c:v>
                </c:pt>
                <c:pt idx="2">
                  <c:v>2005</c:v>
                </c:pt>
                <c:pt idx="3">
                  <c:v>2006</c:v>
                </c:pt>
                <c:pt idx="4">
                  <c:v>2007</c:v>
                </c:pt>
                <c:pt idx="5">
                  <c:v>2008</c:v>
                </c:pt>
                <c:pt idx="6">
                  <c:v>2009</c:v>
                </c:pt>
                <c:pt idx="7">
                  <c:v>2010</c:v>
                </c:pt>
                <c:pt idx="8">
                  <c:v>2011</c:v>
                </c:pt>
                <c:pt idx="9">
                  <c:v>2012</c:v>
                </c:pt>
                <c:pt idx="10">
                  <c:v>2013</c:v>
                </c:pt>
                <c:pt idx="11">
                  <c:v>2014</c:v>
                </c:pt>
                <c:pt idx="12">
                  <c:v>2015</c:v>
                </c:pt>
                <c:pt idx="13">
                  <c:v>2016</c:v>
                </c:pt>
              </c:numCache>
            </c:numRef>
          </c:cat>
          <c:val>
            <c:numRef>
              <c:f>Franchise_NA_Yearly!$C$2:$C$15</c:f>
              <c:numCache>
                <c:formatCode>0</c:formatCode>
                <c:ptCount val="14"/>
                <c:pt idx="0">
                  <c:v>0.32999999999999996</c:v>
                </c:pt>
                <c:pt idx="1">
                  <c:v>1.08</c:v>
                </c:pt>
                <c:pt idx="2">
                  <c:v>1.8700000000000006</c:v>
                </c:pt>
                <c:pt idx="3">
                  <c:v>3.0599999999999996</c:v>
                </c:pt>
                <c:pt idx="4">
                  <c:v>1.9600000000000002</c:v>
                </c:pt>
                <c:pt idx="5">
                  <c:v>2.2600000000000002</c:v>
                </c:pt>
                <c:pt idx="6">
                  <c:v>1.94</c:v>
                </c:pt>
                <c:pt idx="7">
                  <c:v>2.8799999999999994</c:v>
                </c:pt>
                <c:pt idx="8">
                  <c:v>2.08</c:v>
                </c:pt>
                <c:pt idx="9">
                  <c:v>3.09</c:v>
                </c:pt>
                <c:pt idx="10">
                  <c:v>2.84</c:v>
                </c:pt>
                <c:pt idx="11">
                  <c:v>3.4899999999999993</c:v>
                </c:pt>
                <c:pt idx="12">
                  <c:v>2.9800000000000004</c:v>
                </c:pt>
                <c:pt idx="13">
                  <c:v>0.50000000000000011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DFC-0C46-A354-E737141CEAB6}"/>
            </c:ext>
          </c:extLst>
        </c:ser>
        <c:ser>
          <c:idx val="2"/>
          <c:order val="2"/>
          <c:tx>
            <c:strRef>
              <c:f>Franchise_NA_Yearly!$D$1</c:f>
              <c:strCache>
                <c:ptCount val="1"/>
                <c:pt idx="0">
                  <c:v>Pokémon</c:v>
                </c:pt>
              </c:strCache>
            </c:strRef>
          </c:tx>
          <c:spPr>
            <a:solidFill>
              <a:srgbClr val="0099A8"/>
            </a:solidFill>
            <a:ln>
              <a:noFill/>
            </a:ln>
            <a:effectLst/>
          </c:spPr>
          <c:invertIfNegative val="0"/>
          <c:cat>
            <c:numRef>
              <c:f>Franchise_NA_Yearly!$A$2:$A$15</c:f>
              <c:numCache>
                <c:formatCode>General</c:formatCode>
                <c:ptCount val="14"/>
                <c:pt idx="0">
                  <c:v>2003</c:v>
                </c:pt>
                <c:pt idx="1">
                  <c:v>2004</c:v>
                </c:pt>
                <c:pt idx="2">
                  <c:v>2005</c:v>
                </c:pt>
                <c:pt idx="3">
                  <c:v>2006</c:v>
                </c:pt>
                <c:pt idx="4">
                  <c:v>2007</c:v>
                </c:pt>
                <c:pt idx="5">
                  <c:v>2008</c:v>
                </c:pt>
                <c:pt idx="6">
                  <c:v>2009</c:v>
                </c:pt>
                <c:pt idx="7">
                  <c:v>2010</c:v>
                </c:pt>
                <c:pt idx="8">
                  <c:v>2011</c:v>
                </c:pt>
                <c:pt idx="9">
                  <c:v>2012</c:v>
                </c:pt>
                <c:pt idx="10">
                  <c:v>2013</c:v>
                </c:pt>
                <c:pt idx="11">
                  <c:v>2014</c:v>
                </c:pt>
                <c:pt idx="12">
                  <c:v>2015</c:v>
                </c:pt>
                <c:pt idx="13">
                  <c:v>2016</c:v>
                </c:pt>
              </c:numCache>
            </c:numRef>
          </c:cat>
          <c:val>
            <c:numRef>
              <c:f>Franchise_NA_Yearly!$D$2:$D$15</c:f>
              <c:numCache>
                <c:formatCode>0</c:formatCode>
                <c:ptCount val="14"/>
                <c:pt idx="0">
                  <c:v>2.13</c:v>
                </c:pt>
                <c:pt idx="1">
                  <c:v>7.57</c:v>
                </c:pt>
                <c:pt idx="2">
                  <c:v>3.6500000000000004</c:v>
                </c:pt>
                <c:pt idx="3">
                  <c:v>8.51</c:v>
                </c:pt>
                <c:pt idx="4">
                  <c:v>1.85</c:v>
                </c:pt>
                <c:pt idx="5">
                  <c:v>3.7699999999999996</c:v>
                </c:pt>
                <c:pt idx="6">
                  <c:v>4.9800000000000004</c:v>
                </c:pt>
                <c:pt idx="7">
                  <c:v>6.08</c:v>
                </c:pt>
                <c:pt idx="8">
                  <c:v>0.47</c:v>
                </c:pt>
                <c:pt idx="9">
                  <c:v>3.93</c:v>
                </c:pt>
                <c:pt idx="10">
                  <c:v>5.17</c:v>
                </c:pt>
                <c:pt idx="11">
                  <c:v>4.41</c:v>
                </c:pt>
                <c:pt idx="12">
                  <c:v>0.46</c:v>
                </c:pt>
                <c:pt idx="1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DFC-0C46-A354-E737141CEAB6}"/>
            </c:ext>
          </c:extLst>
        </c:ser>
        <c:ser>
          <c:idx val="3"/>
          <c:order val="3"/>
          <c:tx>
            <c:strRef>
              <c:f>Franchise_NA_Yearly!$E$1</c:f>
              <c:strCache>
                <c:ptCount val="1"/>
                <c:pt idx="0">
                  <c:v>Super Mario Bros</c:v>
                </c:pt>
              </c:strCache>
            </c:strRef>
          </c:tx>
          <c:spPr>
            <a:solidFill>
              <a:srgbClr val="924CCF"/>
            </a:solidFill>
            <a:ln>
              <a:noFill/>
            </a:ln>
            <a:effectLst/>
          </c:spPr>
          <c:invertIfNegative val="0"/>
          <c:cat>
            <c:numRef>
              <c:f>Franchise_NA_Yearly!$A$2:$A$15</c:f>
              <c:numCache>
                <c:formatCode>General</c:formatCode>
                <c:ptCount val="14"/>
                <c:pt idx="0">
                  <c:v>2003</c:v>
                </c:pt>
                <c:pt idx="1">
                  <c:v>2004</c:v>
                </c:pt>
                <c:pt idx="2">
                  <c:v>2005</c:v>
                </c:pt>
                <c:pt idx="3">
                  <c:v>2006</c:v>
                </c:pt>
                <c:pt idx="4">
                  <c:v>2007</c:v>
                </c:pt>
                <c:pt idx="5">
                  <c:v>2008</c:v>
                </c:pt>
                <c:pt idx="6">
                  <c:v>2009</c:v>
                </c:pt>
                <c:pt idx="7">
                  <c:v>2010</c:v>
                </c:pt>
                <c:pt idx="8">
                  <c:v>2011</c:v>
                </c:pt>
                <c:pt idx="9">
                  <c:v>2012</c:v>
                </c:pt>
                <c:pt idx="10">
                  <c:v>2013</c:v>
                </c:pt>
                <c:pt idx="11">
                  <c:v>2014</c:v>
                </c:pt>
                <c:pt idx="12">
                  <c:v>2015</c:v>
                </c:pt>
                <c:pt idx="13">
                  <c:v>2016</c:v>
                </c:pt>
              </c:numCache>
            </c:numRef>
          </c:cat>
          <c:val>
            <c:numRef>
              <c:f>Franchise_NA_Yearly!$E$2:$E$15</c:f>
              <c:numCache>
                <c:formatCode>0</c:formatCode>
                <c:ptCount val="14"/>
                <c:pt idx="0">
                  <c:v>10.590000000000002</c:v>
                </c:pt>
                <c:pt idx="1">
                  <c:v>9.8500000000000014</c:v>
                </c:pt>
                <c:pt idx="2">
                  <c:v>14.659999999999998</c:v>
                </c:pt>
                <c:pt idx="3">
                  <c:v>13.110000000000001</c:v>
                </c:pt>
                <c:pt idx="4">
                  <c:v>20.060000000000002</c:v>
                </c:pt>
                <c:pt idx="5">
                  <c:v>19</c:v>
                </c:pt>
                <c:pt idx="6">
                  <c:v>20.330000000000002</c:v>
                </c:pt>
                <c:pt idx="7">
                  <c:v>7.2100000000000009</c:v>
                </c:pt>
                <c:pt idx="8">
                  <c:v>10.77</c:v>
                </c:pt>
                <c:pt idx="9">
                  <c:v>8.69</c:v>
                </c:pt>
                <c:pt idx="10">
                  <c:v>4</c:v>
                </c:pt>
                <c:pt idx="11">
                  <c:v>3.28</c:v>
                </c:pt>
                <c:pt idx="12">
                  <c:v>2.2099999999999995</c:v>
                </c:pt>
                <c:pt idx="13">
                  <c:v>7.0000000000000007E-2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4DFC-0C46-A354-E737141CEAB6}"/>
            </c:ext>
          </c:extLst>
        </c:ser>
        <c:ser>
          <c:idx val="4"/>
          <c:order val="4"/>
          <c:tx>
            <c:strRef>
              <c:f>Franchise_NA_Yearly!$F$1</c:f>
              <c:strCache>
                <c:ptCount val="1"/>
                <c:pt idx="0">
                  <c:v>Wii</c:v>
                </c:pt>
              </c:strCache>
            </c:strRef>
          </c:tx>
          <c:spPr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/>
          </c:spPr>
          <c:invertIfNegative val="0"/>
          <c:cat>
            <c:numRef>
              <c:f>Franchise_NA_Yearly!$A$2:$A$15</c:f>
              <c:numCache>
                <c:formatCode>General</c:formatCode>
                <c:ptCount val="14"/>
                <c:pt idx="0">
                  <c:v>2003</c:v>
                </c:pt>
                <c:pt idx="1">
                  <c:v>2004</c:v>
                </c:pt>
                <c:pt idx="2">
                  <c:v>2005</c:v>
                </c:pt>
                <c:pt idx="3">
                  <c:v>2006</c:v>
                </c:pt>
                <c:pt idx="4">
                  <c:v>2007</c:v>
                </c:pt>
                <c:pt idx="5">
                  <c:v>2008</c:v>
                </c:pt>
                <c:pt idx="6">
                  <c:v>2009</c:v>
                </c:pt>
                <c:pt idx="7">
                  <c:v>2010</c:v>
                </c:pt>
                <c:pt idx="8">
                  <c:v>2011</c:v>
                </c:pt>
                <c:pt idx="9">
                  <c:v>2012</c:v>
                </c:pt>
                <c:pt idx="10">
                  <c:v>2013</c:v>
                </c:pt>
                <c:pt idx="11">
                  <c:v>2014</c:v>
                </c:pt>
                <c:pt idx="12">
                  <c:v>2015</c:v>
                </c:pt>
                <c:pt idx="13">
                  <c:v>2016</c:v>
                </c:pt>
              </c:numCache>
            </c:numRef>
          </c:cat>
          <c:val>
            <c:numRef>
              <c:f>Franchise_NA_Yearly!$F$2:$F$15</c:f>
              <c:numCache>
                <c:formatCode>0</c:formatCode>
                <c:ptCount val="1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56.300000000000004</c:v>
                </c:pt>
                <c:pt idx="4">
                  <c:v>13.16</c:v>
                </c:pt>
                <c:pt idx="5">
                  <c:v>17.490000000000002</c:v>
                </c:pt>
                <c:pt idx="6">
                  <c:v>40.589999999999996</c:v>
                </c:pt>
                <c:pt idx="7">
                  <c:v>1.79</c:v>
                </c:pt>
                <c:pt idx="8">
                  <c:v>0.24</c:v>
                </c:pt>
                <c:pt idx="9">
                  <c:v>7.0000000000000007E-2</c:v>
                </c:pt>
                <c:pt idx="10">
                  <c:v>0.7</c:v>
                </c:pt>
                <c:pt idx="11">
                  <c:v>6.0200000000000005</c:v>
                </c:pt>
                <c:pt idx="12">
                  <c:v>0</c:v>
                </c:pt>
                <c:pt idx="1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DFC-0C46-A354-E737141CEAB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966643200"/>
        <c:axId val="976017536"/>
      </c:barChart>
      <c:catAx>
        <c:axId val="96664320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Year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OSWALD LIGHT" panose="02000303000000000000" pitchFamily="2" charset="0"/>
                <a:ea typeface="+mn-ea"/>
                <a:cs typeface="+mn-cs"/>
              </a:defRPr>
            </a:pPr>
            <a:endParaRPr lang="en-US"/>
          </a:p>
        </c:txPr>
        <c:crossAx val="976017536"/>
        <c:crosses val="autoZero"/>
        <c:auto val="1"/>
        <c:lblAlgn val="ctr"/>
        <c:lblOffset val="100"/>
        <c:noMultiLvlLbl val="0"/>
      </c:catAx>
      <c:valAx>
        <c:axId val="9760175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Roboto Light" panose="02000000000000000000" pitchFamily="2" charset="0"/>
                    <a:ea typeface="Roboto Light" panose="02000000000000000000" pitchFamily="2" charset="0"/>
                    <a:cs typeface="+mn-cs"/>
                  </a:defRPr>
                </a:pPr>
                <a:r>
                  <a:rPr lang="en-US" b="0" i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Roboto Light" panose="02000000000000000000" pitchFamily="2" charset="0"/>
                    <a:ea typeface="Roboto Light" panose="02000000000000000000" pitchFamily="2" charset="0"/>
                  </a:rPr>
                  <a:t>Units Sold (Millions)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oboto Light" panose="02000000000000000000" pitchFamily="2" charset="0"/>
                  <a:ea typeface="Roboto Light" panose="02000000000000000000" pitchFamily="2" charset="0"/>
                  <a:cs typeface="+mn-cs"/>
                </a:defRPr>
              </a:pPr>
              <a:endParaRPr lang="en-US"/>
            </a:p>
          </c:txPr>
        </c:title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+mn-cs"/>
              </a:defRPr>
            </a:pPr>
            <a:endParaRPr lang="en-US"/>
          </a:p>
        </c:txPr>
        <c:crossAx val="9666432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Franchise_EU_Yearly!$B$1</c:f>
              <c:strCache>
                <c:ptCount val="1"/>
                <c:pt idx="0">
                  <c:v>Call of Duty</c:v>
                </c:pt>
              </c:strCache>
            </c:strRef>
          </c:tx>
          <c:spPr>
            <a:solidFill>
              <a:srgbClr val="FF6B34"/>
            </a:solidFill>
            <a:ln>
              <a:noFill/>
            </a:ln>
            <a:effectLst/>
          </c:spPr>
          <c:invertIfNegative val="0"/>
          <c:cat>
            <c:numRef>
              <c:f>Franchise_EU_Yearly!$A$2:$A$15</c:f>
              <c:numCache>
                <c:formatCode>General</c:formatCode>
                <c:ptCount val="14"/>
                <c:pt idx="0">
                  <c:v>2003</c:v>
                </c:pt>
                <c:pt idx="1">
                  <c:v>2004</c:v>
                </c:pt>
                <c:pt idx="2">
                  <c:v>2005</c:v>
                </c:pt>
                <c:pt idx="3">
                  <c:v>2006</c:v>
                </c:pt>
                <c:pt idx="4">
                  <c:v>2007</c:v>
                </c:pt>
                <c:pt idx="5">
                  <c:v>2008</c:v>
                </c:pt>
                <c:pt idx="6">
                  <c:v>2009</c:v>
                </c:pt>
                <c:pt idx="7">
                  <c:v>2010</c:v>
                </c:pt>
                <c:pt idx="8">
                  <c:v>2011</c:v>
                </c:pt>
                <c:pt idx="9">
                  <c:v>2012</c:v>
                </c:pt>
                <c:pt idx="10">
                  <c:v>2013</c:v>
                </c:pt>
                <c:pt idx="11">
                  <c:v>2014</c:v>
                </c:pt>
                <c:pt idx="12">
                  <c:v>2015</c:v>
                </c:pt>
                <c:pt idx="13">
                  <c:v>2016</c:v>
                </c:pt>
              </c:numCache>
            </c:numRef>
          </c:cat>
          <c:val>
            <c:numRef>
              <c:f>Franchise_EU_Yearly!$B$2:$B$15</c:f>
              <c:numCache>
                <c:formatCode>0</c:formatCode>
                <c:ptCount val="14"/>
                <c:pt idx="0">
                  <c:v>0</c:v>
                </c:pt>
                <c:pt idx="1">
                  <c:v>1.6</c:v>
                </c:pt>
                <c:pt idx="2">
                  <c:v>1.4900000000000002</c:v>
                </c:pt>
                <c:pt idx="3">
                  <c:v>1.59</c:v>
                </c:pt>
                <c:pt idx="4">
                  <c:v>6.85</c:v>
                </c:pt>
                <c:pt idx="5">
                  <c:v>4.93</c:v>
                </c:pt>
                <c:pt idx="6">
                  <c:v>8.5599999999999987</c:v>
                </c:pt>
                <c:pt idx="7">
                  <c:v>8.6900000000000013</c:v>
                </c:pt>
                <c:pt idx="8">
                  <c:v>11.360000000000003</c:v>
                </c:pt>
                <c:pt idx="9">
                  <c:v>11.569999999999999</c:v>
                </c:pt>
                <c:pt idx="10">
                  <c:v>9.0499999999999989</c:v>
                </c:pt>
                <c:pt idx="11">
                  <c:v>8.18</c:v>
                </c:pt>
                <c:pt idx="12">
                  <c:v>9.56</c:v>
                </c:pt>
                <c:pt idx="13">
                  <c:v>0.02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CB4-C245-9878-7F7E77D56CCD}"/>
            </c:ext>
          </c:extLst>
        </c:ser>
        <c:ser>
          <c:idx val="1"/>
          <c:order val="1"/>
          <c:tx>
            <c:strRef>
              <c:f>Franchise_EU_Yearly!$C$1</c:f>
              <c:strCache>
                <c:ptCount val="1"/>
                <c:pt idx="0">
                  <c:v>FIFA</c:v>
                </c:pt>
              </c:strCache>
            </c:strRef>
          </c:tx>
          <c:spPr>
            <a:solidFill>
              <a:srgbClr val="009C00"/>
            </a:solidFill>
            <a:ln>
              <a:noFill/>
            </a:ln>
            <a:effectLst/>
          </c:spPr>
          <c:invertIfNegative val="0"/>
          <c:cat>
            <c:numRef>
              <c:f>Franchise_EU_Yearly!$A$2:$A$15</c:f>
              <c:numCache>
                <c:formatCode>General</c:formatCode>
                <c:ptCount val="14"/>
                <c:pt idx="0">
                  <c:v>2003</c:v>
                </c:pt>
                <c:pt idx="1">
                  <c:v>2004</c:v>
                </c:pt>
                <c:pt idx="2">
                  <c:v>2005</c:v>
                </c:pt>
                <c:pt idx="3">
                  <c:v>2006</c:v>
                </c:pt>
                <c:pt idx="4">
                  <c:v>2007</c:v>
                </c:pt>
                <c:pt idx="5">
                  <c:v>2008</c:v>
                </c:pt>
                <c:pt idx="6">
                  <c:v>2009</c:v>
                </c:pt>
                <c:pt idx="7">
                  <c:v>2010</c:v>
                </c:pt>
                <c:pt idx="8">
                  <c:v>2011</c:v>
                </c:pt>
                <c:pt idx="9">
                  <c:v>2012</c:v>
                </c:pt>
                <c:pt idx="10">
                  <c:v>2013</c:v>
                </c:pt>
                <c:pt idx="11">
                  <c:v>2014</c:v>
                </c:pt>
                <c:pt idx="12">
                  <c:v>2015</c:v>
                </c:pt>
                <c:pt idx="13">
                  <c:v>2016</c:v>
                </c:pt>
              </c:numCache>
            </c:numRef>
          </c:cat>
          <c:val>
            <c:numRef>
              <c:f>Franchise_EU_Yearly!$C$2:$C$15</c:f>
              <c:numCache>
                <c:formatCode>0</c:formatCode>
                <c:ptCount val="14"/>
                <c:pt idx="0">
                  <c:v>0.51</c:v>
                </c:pt>
                <c:pt idx="1">
                  <c:v>3.13</c:v>
                </c:pt>
                <c:pt idx="2">
                  <c:v>3.1599999999999993</c:v>
                </c:pt>
                <c:pt idx="3">
                  <c:v>4.1499999999999986</c:v>
                </c:pt>
                <c:pt idx="4">
                  <c:v>3.9699999999999998</c:v>
                </c:pt>
                <c:pt idx="5">
                  <c:v>4.8799999999999981</c:v>
                </c:pt>
                <c:pt idx="6">
                  <c:v>6.23</c:v>
                </c:pt>
                <c:pt idx="7">
                  <c:v>9.4699999999999989</c:v>
                </c:pt>
                <c:pt idx="8">
                  <c:v>8.5299999999999994</c:v>
                </c:pt>
                <c:pt idx="9">
                  <c:v>12.16</c:v>
                </c:pt>
                <c:pt idx="10">
                  <c:v>11.14</c:v>
                </c:pt>
                <c:pt idx="11">
                  <c:v>13.07</c:v>
                </c:pt>
                <c:pt idx="12">
                  <c:v>11.290000000000001</c:v>
                </c:pt>
                <c:pt idx="13">
                  <c:v>5.4799999999999995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CB4-C245-9878-7F7E77D56CCD}"/>
            </c:ext>
          </c:extLst>
        </c:ser>
        <c:ser>
          <c:idx val="2"/>
          <c:order val="2"/>
          <c:tx>
            <c:strRef>
              <c:f>Franchise_EU_Yearly!$D$1</c:f>
              <c:strCache>
                <c:ptCount val="1"/>
                <c:pt idx="0">
                  <c:v>Pokémon</c:v>
                </c:pt>
              </c:strCache>
            </c:strRef>
          </c:tx>
          <c:spPr>
            <a:solidFill>
              <a:srgbClr val="0099A8"/>
            </a:solidFill>
            <a:ln>
              <a:noFill/>
            </a:ln>
            <a:effectLst/>
          </c:spPr>
          <c:invertIfNegative val="0"/>
          <c:cat>
            <c:numRef>
              <c:f>Franchise_EU_Yearly!$A$2:$A$15</c:f>
              <c:numCache>
                <c:formatCode>General</c:formatCode>
                <c:ptCount val="14"/>
                <c:pt idx="0">
                  <c:v>2003</c:v>
                </c:pt>
                <c:pt idx="1">
                  <c:v>2004</c:v>
                </c:pt>
                <c:pt idx="2">
                  <c:v>2005</c:v>
                </c:pt>
                <c:pt idx="3">
                  <c:v>2006</c:v>
                </c:pt>
                <c:pt idx="4">
                  <c:v>2007</c:v>
                </c:pt>
                <c:pt idx="5">
                  <c:v>2008</c:v>
                </c:pt>
                <c:pt idx="6">
                  <c:v>2009</c:v>
                </c:pt>
                <c:pt idx="7">
                  <c:v>2010</c:v>
                </c:pt>
                <c:pt idx="8">
                  <c:v>2011</c:v>
                </c:pt>
                <c:pt idx="9">
                  <c:v>2012</c:v>
                </c:pt>
                <c:pt idx="10">
                  <c:v>2013</c:v>
                </c:pt>
                <c:pt idx="11">
                  <c:v>2014</c:v>
                </c:pt>
                <c:pt idx="12">
                  <c:v>2015</c:v>
                </c:pt>
                <c:pt idx="13">
                  <c:v>2016</c:v>
                </c:pt>
              </c:numCache>
            </c:numRef>
          </c:cat>
          <c:val>
            <c:numRef>
              <c:f>Franchise_EU_Yearly!$D$2:$D$15</c:f>
              <c:numCache>
                <c:formatCode>0</c:formatCode>
                <c:ptCount val="14"/>
                <c:pt idx="0">
                  <c:v>1.01</c:v>
                </c:pt>
                <c:pt idx="1">
                  <c:v>4.54</c:v>
                </c:pt>
                <c:pt idx="2">
                  <c:v>1.07</c:v>
                </c:pt>
                <c:pt idx="3">
                  <c:v>4.9399999999999995</c:v>
                </c:pt>
                <c:pt idx="4">
                  <c:v>1.2</c:v>
                </c:pt>
                <c:pt idx="5">
                  <c:v>2.3200000000000003</c:v>
                </c:pt>
                <c:pt idx="6">
                  <c:v>3.21</c:v>
                </c:pt>
                <c:pt idx="7">
                  <c:v>3.4499999999999997</c:v>
                </c:pt>
                <c:pt idx="8">
                  <c:v>0.26</c:v>
                </c:pt>
                <c:pt idx="9">
                  <c:v>2.2200000000000002</c:v>
                </c:pt>
                <c:pt idx="10">
                  <c:v>4.05</c:v>
                </c:pt>
                <c:pt idx="11">
                  <c:v>3.49</c:v>
                </c:pt>
                <c:pt idx="12">
                  <c:v>0.32</c:v>
                </c:pt>
                <c:pt idx="1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CB4-C245-9878-7F7E77D56CCD}"/>
            </c:ext>
          </c:extLst>
        </c:ser>
        <c:ser>
          <c:idx val="3"/>
          <c:order val="3"/>
          <c:tx>
            <c:strRef>
              <c:f>Franchise_EU_Yearly!$E$1</c:f>
              <c:strCache>
                <c:ptCount val="1"/>
                <c:pt idx="0">
                  <c:v>Super Mario Bros</c:v>
                </c:pt>
              </c:strCache>
            </c:strRef>
          </c:tx>
          <c:spPr>
            <a:solidFill>
              <a:srgbClr val="924CCF"/>
            </a:solidFill>
            <a:ln>
              <a:noFill/>
            </a:ln>
            <a:effectLst/>
          </c:spPr>
          <c:invertIfNegative val="0"/>
          <c:cat>
            <c:numRef>
              <c:f>Franchise_EU_Yearly!$A$2:$A$15</c:f>
              <c:numCache>
                <c:formatCode>General</c:formatCode>
                <c:ptCount val="14"/>
                <c:pt idx="0">
                  <c:v>2003</c:v>
                </c:pt>
                <c:pt idx="1">
                  <c:v>2004</c:v>
                </c:pt>
                <c:pt idx="2">
                  <c:v>2005</c:v>
                </c:pt>
                <c:pt idx="3">
                  <c:v>2006</c:v>
                </c:pt>
                <c:pt idx="4">
                  <c:v>2007</c:v>
                </c:pt>
                <c:pt idx="5">
                  <c:v>2008</c:v>
                </c:pt>
                <c:pt idx="6">
                  <c:v>2009</c:v>
                </c:pt>
                <c:pt idx="7">
                  <c:v>2010</c:v>
                </c:pt>
                <c:pt idx="8">
                  <c:v>2011</c:v>
                </c:pt>
                <c:pt idx="9">
                  <c:v>2012</c:v>
                </c:pt>
                <c:pt idx="10">
                  <c:v>2013</c:v>
                </c:pt>
                <c:pt idx="11">
                  <c:v>2014</c:v>
                </c:pt>
                <c:pt idx="12">
                  <c:v>2015</c:v>
                </c:pt>
                <c:pt idx="13">
                  <c:v>2016</c:v>
                </c:pt>
              </c:numCache>
            </c:numRef>
          </c:cat>
          <c:val>
            <c:numRef>
              <c:f>Franchise_EU_Yearly!$E$2:$E$15</c:f>
              <c:numCache>
                <c:formatCode>0</c:formatCode>
                <c:ptCount val="14"/>
                <c:pt idx="0">
                  <c:v>3.67</c:v>
                </c:pt>
                <c:pt idx="1">
                  <c:v>4.29</c:v>
                </c:pt>
                <c:pt idx="2">
                  <c:v>8.7799999999999994</c:v>
                </c:pt>
                <c:pt idx="3">
                  <c:v>9.2999999999999989</c:v>
                </c:pt>
                <c:pt idx="4">
                  <c:v>13.42</c:v>
                </c:pt>
                <c:pt idx="5">
                  <c:v>15.360000000000001</c:v>
                </c:pt>
                <c:pt idx="6">
                  <c:v>11.879999999999999</c:v>
                </c:pt>
                <c:pt idx="7">
                  <c:v>3.97</c:v>
                </c:pt>
                <c:pt idx="8">
                  <c:v>8.81</c:v>
                </c:pt>
                <c:pt idx="9">
                  <c:v>6.8599999999999994</c:v>
                </c:pt>
                <c:pt idx="10">
                  <c:v>2.4900000000000002</c:v>
                </c:pt>
                <c:pt idx="11">
                  <c:v>2.21</c:v>
                </c:pt>
                <c:pt idx="12">
                  <c:v>1.8800000000000001</c:v>
                </c:pt>
                <c:pt idx="13">
                  <c:v>0.27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CB4-C245-9878-7F7E77D56CCD}"/>
            </c:ext>
          </c:extLst>
        </c:ser>
        <c:ser>
          <c:idx val="4"/>
          <c:order val="4"/>
          <c:tx>
            <c:strRef>
              <c:f>Franchise_EU_Yearly!$F$1</c:f>
              <c:strCache>
                <c:ptCount val="1"/>
                <c:pt idx="0">
                  <c:v>Wii</c:v>
                </c:pt>
              </c:strCache>
            </c:strRef>
          </c:tx>
          <c:spPr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/>
          </c:spPr>
          <c:invertIfNegative val="0"/>
          <c:cat>
            <c:numRef>
              <c:f>Franchise_EU_Yearly!$A$2:$A$15</c:f>
              <c:numCache>
                <c:formatCode>General</c:formatCode>
                <c:ptCount val="14"/>
                <c:pt idx="0">
                  <c:v>2003</c:v>
                </c:pt>
                <c:pt idx="1">
                  <c:v>2004</c:v>
                </c:pt>
                <c:pt idx="2">
                  <c:v>2005</c:v>
                </c:pt>
                <c:pt idx="3">
                  <c:v>2006</c:v>
                </c:pt>
                <c:pt idx="4">
                  <c:v>2007</c:v>
                </c:pt>
                <c:pt idx="5">
                  <c:v>2008</c:v>
                </c:pt>
                <c:pt idx="6">
                  <c:v>2009</c:v>
                </c:pt>
                <c:pt idx="7">
                  <c:v>2010</c:v>
                </c:pt>
                <c:pt idx="8">
                  <c:v>2011</c:v>
                </c:pt>
                <c:pt idx="9">
                  <c:v>2012</c:v>
                </c:pt>
                <c:pt idx="10">
                  <c:v>2013</c:v>
                </c:pt>
                <c:pt idx="11">
                  <c:v>2014</c:v>
                </c:pt>
                <c:pt idx="12">
                  <c:v>2015</c:v>
                </c:pt>
                <c:pt idx="13">
                  <c:v>2016</c:v>
                </c:pt>
              </c:numCache>
            </c:numRef>
          </c:cat>
          <c:val>
            <c:numRef>
              <c:f>Franchise_EU_Yearly!$F$2:$F$15</c:f>
              <c:numCache>
                <c:formatCode>0</c:formatCode>
                <c:ptCount val="1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38.49</c:v>
                </c:pt>
                <c:pt idx="4">
                  <c:v>10.819999999999995</c:v>
                </c:pt>
                <c:pt idx="5">
                  <c:v>14.010000000000002</c:v>
                </c:pt>
                <c:pt idx="6">
                  <c:v>27.080000000000005</c:v>
                </c:pt>
                <c:pt idx="7">
                  <c:v>3.53</c:v>
                </c:pt>
                <c:pt idx="8">
                  <c:v>0.43</c:v>
                </c:pt>
                <c:pt idx="9">
                  <c:v>0</c:v>
                </c:pt>
                <c:pt idx="10">
                  <c:v>0.78</c:v>
                </c:pt>
                <c:pt idx="11">
                  <c:v>2.5500000000000003</c:v>
                </c:pt>
                <c:pt idx="12">
                  <c:v>0</c:v>
                </c:pt>
                <c:pt idx="1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CB4-C245-9878-7F7E77D56C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956626944"/>
        <c:axId val="956621568"/>
      </c:barChart>
      <c:catAx>
        <c:axId val="95662694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Year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OSWALD LIGHT" panose="02000303000000000000" pitchFamily="2" charset="0"/>
                <a:ea typeface="+mn-ea"/>
                <a:cs typeface="+mn-cs"/>
              </a:defRPr>
            </a:pPr>
            <a:endParaRPr lang="en-US"/>
          </a:p>
        </c:txPr>
        <c:crossAx val="956621568"/>
        <c:crosses val="autoZero"/>
        <c:auto val="1"/>
        <c:lblAlgn val="ctr"/>
        <c:lblOffset val="100"/>
        <c:noMultiLvlLbl val="0"/>
      </c:catAx>
      <c:valAx>
        <c:axId val="9566215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Roboto Light" panose="02000000000000000000" pitchFamily="2" charset="0"/>
                    <a:ea typeface="Roboto Light" panose="02000000000000000000" pitchFamily="2" charset="0"/>
                    <a:cs typeface="+mn-cs"/>
                  </a:defRPr>
                </a:pPr>
                <a:r>
                  <a:rPr lang="en-US" b="0" i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Roboto Light" panose="02000000000000000000" pitchFamily="2" charset="0"/>
                    <a:ea typeface="Roboto Light" panose="02000000000000000000" pitchFamily="2" charset="0"/>
                  </a:rPr>
                  <a:t>Units Sold (Millions)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oboto Light" panose="02000000000000000000" pitchFamily="2" charset="0"/>
                  <a:ea typeface="Roboto Light" panose="02000000000000000000" pitchFamily="2" charset="0"/>
                  <a:cs typeface="+mn-cs"/>
                </a:defRPr>
              </a:pPr>
              <a:endParaRPr lang="en-US"/>
            </a:p>
          </c:txPr>
        </c:title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+mn-cs"/>
              </a:defRPr>
            </a:pPr>
            <a:endParaRPr lang="en-US"/>
          </a:p>
        </c:txPr>
        <c:crossAx val="9566269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Franchise_JP_Yearly!$B$1</c:f>
              <c:strCache>
                <c:ptCount val="1"/>
                <c:pt idx="0">
                  <c:v>Call of Duty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cat>
            <c:numRef>
              <c:f>Franchise_JP_Yearly!$A$2:$A$15</c:f>
              <c:numCache>
                <c:formatCode>General</c:formatCode>
                <c:ptCount val="14"/>
                <c:pt idx="0">
                  <c:v>2003</c:v>
                </c:pt>
                <c:pt idx="1">
                  <c:v>2004</c:v>
                </c:pt>
                <c:pt idx="2">
                  <c:v>2005</c:v>
                </c:pt>
                <c:pt idx="3">
                  <c:v>2006</c:v>
                </c:pt>
                <c:pt idx="4">
                  <c:v>2007</c:v>
                </c:pt>
                <c:pt idx="5">
                  <c:v>2008</c:v>
                </c:pt>
                <c:pt idx="6">
                  <c:v>2009</c:v>
                </c:pt>
                <c:pt idx="7">
                  <c:v>2010</c:v>
                </c:pt>
                <c:pt idx="8">
                  <c:v>2011</c:v>
                </c:pt>
                <c:pt idx="9">
                  <c:v>2012</c:v>
                </c:pt>
                <c:pt idx="10">
                  <c:v>2013</c:v>
                </c:pt>
                <c:pt idx="11">
                  <c:v>2014</c:v>
                </c:pt>
                <c:pt idx="12">
                  <c:v>2015</c:v>
                </c:pt>
                <c:pt idx="13">
                  <c:v>2016</c:v>
                </c:pt>
              </c:numCache>
            </c:numRef>
          </c:cat>
          <c:val>
            <c:numRef>
              <c:f>Franchise_JP_Yearly!$B$2:$B$15</c:f>
              <c:numCache>
                <c:formatCode>0</c:formatCode>
                <c:ptCount val="14"/>
                <c:pt idx="0">
                  <c:v>0</c:v>
                </c:pt>
                <c:pt idx="1">
                  <c:v>0.01</c:v>
                </c:pt>
                <c:pt idx="2">
                  <c:v>0.02</c:v>
                </c:pt>
                <c:pt idx="3">
                  <c:v>0.05</c:v>
                </c:pt>
                <c:pt idx="4">
                  <c:v>0.42000000000000004</c:v>
                </c:pt>
                <c:pt idx="5">
                  <c:v>0</c:v>
                </c:pt>
                <c:pt idx="6">
                  <c:v>0.46</c:v>
                </c:pt>
                <c:pt idx="7">
                  <c:v>0.59</c:v>
                </c:pt>
                <c:pt idx="8">
                  <c:v>0.62</c:v>
                </c:pt>
                <c:pt idx="9">
                  <c:v>0.79</c:v>
                </c:pt>
                <c:pt idx="10">
                  <c:v>0.48</c:v>
                </c:pt>
                <c:pt idx="11">
                  <c:v>0.34</c:v>
                </c:pt>
                <c:pt idx="12">
                  <c:v>0.43</c:v>
                </c:pt>
                <c:pt idx="1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A57-FC49-BBC4-0A00C5FF4B3D}"/>
            </c:ext>
          </c:extLst>
        </c:ser>
        <c:ser>
          <c:idx val="1"/>
          <c:order val="1"/>
          <c:tx>
            <c:strRef>
              <c:f>Franchise_JP_Yearly!$C$1</c:f>
              <c:strCache>
                <c:ptCount val="1"/>
                <c:pt idx="0">
                  <c:v>FIFA</c:v>
                </c:pt>
              </c:strCache>
            </c:strRef>
          </c:tx>
          <c:spPr>
            <a:solidFill>
              <a:srgbClr val="009C00"/>
            </a:solidFill>
            <a:ln>
              <a:noFill/>
            </a:ln>
            <a:effectLst/>
          </c:spPr>
          <c:invertIfNegative val="0"/>
          <c:cat>
            <c:numRef>
              <c:f>Franchise_JP_Yearly!$A$2:$A$15</c:f>
              <c:numCache>
                <c:formatCode>General</c:formatCode>
                <c:ptCount val="14"/>
                <c:pt idx="0">
                  <c:v>2003</c:v>
                </c:pt>
                <c:pt idx="1">
                  <c:v>2004</c:v>
                </c:pt>
                <c:pt idx="2">
                  <c:v>2005</c:v>
                </c:pt>
                <c:pt idx="3">
                  <c:v>2006</c:v>
                </c:pt>
                <c:pt idx="4">
                  <c:v>2007</c:v>
                </c:pt>
                <c:pt idx="5">
                  <c:v>2008</c:v>
                </c:pt>
                <c:pt idx="6">
                  <c:v>2009</c:v>
                </c:pt>
                <c:pt idx="7">
                  <c:v>2010</c:v>
                </c:pt>
                <c:pt idx="8">
                  <c:v>2011</c:v>
                </c:pt>
                <c:pt idx="9">
                  <c:v>2012</c:v>
                </c:pt>
                <c:pt idx="10">
                  <c:v>2013</c:v>
                </c:pt>
                <c:pt idx="11">
                  <c:v>2014</c:v>
                </c:pt>
                <c:pt idx="12">
                  <c:v>2015</c:v>
                </c:pt>
                <c:pt idx="13">
                  <c:v>2016</c:v>
                </c:pt>
              </c:numCache>
            </c:numRef>
          </c:cat>
          <c:val>
            <c:numRef>
              <c:f>Franchise_JP_Yearly!$C$2:$C$15</c:f>
              <c:numCache>
                <c:formatCode>0</c:formatCode>
                <c:ptCount val="14"/>
                <c:pt idx="0">
                  <c:v>0</c:v>
                </c:pt>
                <c:pt idx="1">
                  <c:v>0.04</c:v>
                </c:pt>
                <c:pt idx="2">
                  <c:v>0.05</c:v>
                </c:pt>
                <c:pt idx="3">
                  <c:v>0.06</c:v>
                </c:pt>
                <c:pt idx="4">
                  <c:v>0.04</c:v>
                </c:pt>
                <c:pt idx="5">
                  <c:v>0.08</c:v>
                </c:pt>
                <c:pt idx="6">
                  <c:v>7.0000000000000007E-2</c:v>
                </c:pt>
                <c:pt idx="7">
                  <c:v>0.22000000000000003</c:v>
                </c:pt>
                <c:pt idx="8">
                  <c:v>0.15</c:v>
                </c:pt>
                <c:pt idx="9">
                  <c:v>0.24999999999999997</c:v>
                </c:pt>
                <c:pt idx="10">
                  <c:v>0.2</c:v>
                </c:pt>
                <c:pt idx="11">
                  <c:v>0.14000000000000001</c:v>
                </c:pt>
                <c:pt idx="12">
                  <c:v>0.11</c:v>
                </c:pt>
                <c:pt idx="13">
                  <c:v>6.9999999999999993E-2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A57-FC49-BBC4-0A00C5FF4B3D}"/>
            </c:ext>
          </c:extLst>
        </c:ser>
        <c:ser>
          <c:idx val="2"/>
          <c:order val="2"/>
          <c:tx>
            <c:strRef>
              <c:f>Franchise_JP_Yearly!$D$1</c:f>
              <c:strCache>
                <c:ptCount val="1"/>
                <c:pt idx="0">
                  <c:v>Pokémon</c:v>
                </c:pt>
              </c:strCache>
            </c:strRef>
          </c:tx>
          <c:spPr>
            <a:solidFill>
              <a:srgbClr val="0099A8"/>
            </a:solidFill>
            <a:ln>
              <a:noFill/>
            </a:ln>
            <a:effectLst/>
          </c:spPr>
          <c:invertIfNegative val="0"/>
          <c:cat>
            <c:numRef>
              <c:f>Franchise_JP_Yearly!$A$2:$A$15</c:f>
              <c:numCache>
                <c:formatCode>General</c:formatCode>
                <c:ptCount val="14"/>
                <c:pt idx="0">
                  <c:v>2003</c:v>
                </c:pt>
                <c:pt idx="1">
                  <c:v>2004</c:v>
                </c:pt>
                <c:pt idx="2">
                  <c:v>2005</c:v>
                </c:pt>
                <c:pt idx="3">
                  <c:v>2006</c:v>
                </c:pt>
                <c:pt idx="4">
                  <c:v>2007</c:v>
                </c:pt>
                <c:pt idx="5">
                  <c:v>2008</c:v>
                </c:pt>
                <c:pt idx="6">
                  <c:v>2009</c:v>
                </c:pt>
                <c:pt idx="7">
                  <c:v>2010</c:v>
                </c:pt>
                <c:pt idx="8">
                  <c:v>2011</c:v>
                </c:pt>
                <c:pt idx="9">
                  <c:v>2012</c:v>
                </c:pt>
                <c:pt idx="10">
                  <c:v>2013</c:v>
                </c:pt>
                <c:pt idx="11">
                  <c:v>2014</c:v>
                </c:pt>
                <c:pt idx="12">
                  <c:v>2015</c:v>
                </c:pt>
                <c:pt idx="13">
                  <c:v>2016</c:v>
                </c:pt>
              </c:numCache>
            </c:numRef>
          </c:cat>
          <c:val>
            <c:numRef>
              <c:f>Franchise_JP_Yearly!$D$2:$D$15</c:f>
              <c:numCache>
                <c:formatCode>0</c:formatCode>
                <c:ptCount val="14"/>
                <c:pt idx="0">
                  <c:v>1.48</c:v>
                </c:pt>
                <c:pt idx="1">
                  <c:v>5.59</c:v>
                </c:pt>
                <c:pt idx="2">
                  <c:v>2.19</c:v>
                </c:pt>
                <c:pt idx="3">
                  <c:v>7.0699999999999994</c:v>
                </c:pt>
                <c:pt idx="4">
                  <c:v>1.54</c:v>
                </c:pt>
                <c:pt idx="5">
                  <c:v>3.31</c:v>
                </c:pt>
                <c:pt idx="6">
                  <c:v>4.4000000000000004</c:v>
                </c:pt>
                <c:pt idx="7">
                  <c:v>6.23</c:v>
                </c:pt>
                <c:pt idx="8">
                  <c:v>0.6399999999999999</c:v>
                </c:pt>
                <c:pt idx="9">
                  <c:v>3.9800000000000004</c:v>
                </c:pt>
                <c:pt idx="10">
                  <c:v>4.34</c:v>
                </c:pt>
                <c:pt idx="11">
                  <c:v>3.24</c:v>
                </c:pt>
                <c:pt idx="12">
                  <c:v>0.41000000000000003</c:v>
                </c:pt>
                <c:pt idx="1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A57-FC49-BBC4-0A00C5FF4B3D}"/>
            </c:ext>
          </c:extLst>
        </c:ser>
        <c:ser>
          <c:idx val="3"/>
          <c:order val="3"/>
          <c:tx>
            <c:strRef>
              <c:f>Franchise_JP_Yearly!$E$1</c:f>
              <c:strCache>
                <c:ptCount val="1"/>
                <c:pt idx="0">
                  <c:v>Super Mario Bros</c:v>
                </c:pt>
              </c:strCache>
            </c:strRef>
          </c:tx>
          <c:spPr>
            <a:solidFill>
              <a:srgbClr val="924CCF"/>
            </a:solidFill>
            <a:ln>
              <a:noFill/>
            </a:ln>
            <a:effectLst/>
          </c:spPr>
          <c:invertIfNegative val="0"/>
          <c:cat>
            <c:numRef>
              <c:f>Franchise_JP_Yearly!$A$2:$A$15</c:f>
              <c:numCache>
                <c:formatCode>General</c:formatCode>
                <c:ptCount val="14"/>
                <c:pt idx="0">
                  <c:v>2003</c:v>
                </c:pt>
                <c:pt idx="1">
                  <c:v>2004</c:v>
                </c:pt>
                <c:pt idx="2">
                  <c:v>2005</c:v>
                </c:pt>
                <c:pt idx="3">
                  <c:v>2006</c:v>
                </c:pt>
                <c:pt idx="4">
                  <c:v>2007</c:v>
                </c:pt>
                <c:pt idx="5">
                  <c:v>2008</c:v>
                </c:pt>
                <c:pt idx="6">
                  <c:v>2009</c:v>
                </c:pt>
                <c:pt idx="7">
                  <c:v>2010</c:v>
                </c:pt>
                <c:pt idx="8">
                  <c:v>2011</c:v>
                </c:pt>
                <c:pt idx="9">
                  <c:v>2012</c:v>
                </c:pt>
                <c:pt idx="10">
                  <c:v>2013</c:v>
                </c:pt>
                <c:pt idx="11">
                  <c:v>2014</c:v>
                </c:pt>
                <c:pt idx="12">
                  <c:v>2015</c:v>
                </c:pt>
                <c:pt idx="13">
                  <c:v>2016</c:v>
                </c:pt>
              </c:numCache>
            </c:numRef>
          </c:cat>
          <c:val>
            <c:numRef>
              <c:f>Franchise_JP_Yearly!$E$2:$E$15</c:f>
              <c:numCache>
                <c:formatCode>0</c:formatCode>
                <c:ptCount val="14"/>
                <c:pt idx="0">
                  <c:v>3.15</c:v>
                </c:pt>
                <c:pt idx="1">
                  <c:v>4.99</c:v>
                </c:pt>
                <c:pt idx="2">
                  <c:v>6.15</c:v>
                </c:pt>
                <c:pt idx="3">
                  <c:v>7.3500000000000005</c:v>
                </c:pt>
                <c:pt idx="4">
                  <c:v>6.25</c:v>
                </c:pt>
                <c:pt idx="5">
                  <c:v>4.5200000000000005</c:v>
                </c:pt>
                <c:pt idx="6">
                  <c:v>6.28</c:v>
                </c:pt>
                <c:pt idx="7">
                  <c:v>2.88</c:v>
                </c:pt>
                <c:pt idx="8">
                  <c:v>5.07</c:v>
                </c:pt>
                <c:pt idx="9">
                  <c:v>5.74</c:v>
                </c:pt>
                <c:pt idx="10">
                  <c:v>1.91</c:v>
                </c:pt>
                <c:pt idx="11">
                  <c:v>1.44</c:v>
                </c:pt>
                <c:pt idx="12">
                  <c:v>1.9700000000000002</c:v>
                </c:pt>
                <c:pt idx="13">
                  <c:v>0.33999999999999997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A57-FC49-BBC4-0A00C5FF4B3D}"/>
            </c:ext>
          </c:extLst>
        </c:ser>
        <c:ser>
          <c:idx val="4"/>
          <c:order val="4"/>
          <c:tx>
            <c:strRef>
              <c:f>Franchise_JP_Yearly!$F$1</c:f>
              <c:strCache>
                <c:ptCount val="1"/>
                <c:pt idx="0">
                  <c:v>Wii</c:v>
                </c:pt>
              </c:strCache>
            </c:strRef>
          </c:tx>
          <c:spPr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/>
          </c:spPr>
          <c:invertIfNegative val="0"/>
          <c:cat>
            <c:numRef>
              <c:f>Franchise_JP_Yearly!$A$2:$A$15</c:f>
              <c:numCache>
                <c:formatCode>General</c:formatCode>
                <c:ptCount val="14"/>
                <c:pt idx="0">
                  <c:v>2003</c:v>
                </c:pt>
                <c:pt idx="1">
                  <c:v>2004</c:v>
                </c:pt>
                <c:pt idx="2">
                  <c:v>2005</c:v>
                </c:pt>
                <c:pt idx="3">
                  <c:v>2006</c:v>
                </c:pt>
                <c:pt idx="4">
                  <c:v>2007</c:v>
                </c:pt>
                <c:pt idx="5">
                  <c:v>2008</c:v>
                </c:pt>
                <c:pt idx="6">
                  <c:v>2009</c:v>
                </c:pt>
                <c:pt idx="7">
                  <c:v>2010</c:v>
                </c:pt>
                <c:pt idx="8">
                  <c:v>2011</c:v>
                </c:pt>
                <c:pt idx="9">
                  <c:v>2012</c:v>
                </c:pt>
                <c:pt idx="10">
                  <c:v>2013</c:v>
                </c:pt>
                <c:pt idx="11">
                  <c:v>2014</c:v>
                </c:pt>
                <c:pt idx="12">
                  <c:v>2015</c:v>
                </c:pt>
                <c:pt idx="13">
                  <c:v>2016</c:v>
                </c:pt>
              </c:numCache>
            </c:numRef>
          </c:cat>
          <c:val>
            <c:numRef>
              <c:f>Franchise_JP_Yearly!$F$2:$F$15</c:f>
              <c:numCache>
                <c:formatCode>0</c:formatCode>
                <c:ptCount val="1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6.7700000000000005</c:v>
                </c:pt>
                <c:pt idx="4">
                  <c:v>4.259999999999998</c:v>
                </c:pt>
                <c:pt idx="5">
                  <c:v>5.2099999999999991</c:v>
                </c:pt>
                <c:pt idx="6">
                  <c:v>11.47</c:v>
                </c:pt>
                <c:pt idx="7">
                  <c:v>2.9699999999999998</c:v>
                </c:pt>
                <c:pt idx="8">
                  <c:v>1.3699999999999999</c:v>
                </c:pt>
                <c:pt idx="9">
                  <c:v>0.39</c:v>
                </c:pt>
                <c:pt idx="10">
                  <c:v>1.24</c:v>
                </c:pt>
                <c:pt idx="11">
                  <c:v>3.3499999999999996</c:v>
                </c:pt>
                <c:pt idx="12">
                  <c:v>0</c:v>
                </c:pt>
                <c:pt idx="1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A57-FC49-BBC4-0A00C5FF4B3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041264896"/>
        <c:axId val="1042399232"/>
      </c:barChart>
      <c:catAx>
        <c:axId val="1041264896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Year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42399232"/>
        <c:crosses val="autoZero"/>
        <c:auto val="1"/>
        <c:lblAlgn val="ctr"/>
        <c:lblOffset val="100"/>
        <c:noMultiLvlLbl val="0"/>
      </c:catAx>
      <c:valAx>
        <c:axId val="10423992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Units Sold (Millions)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412648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8c4f006969_1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8c4f006969_1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" name="Google Shape;1812;g8dfb28267c_0_1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3" name="Google Shape;1813;g8dfb28267c_0_1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5" name="Google Shape;1395;g9816c14d93_0_8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6" name="Google Shape;1396;g9816c14d93_0_8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6" name="Google Shape;1226;g9816c14d93_0_14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7" name="Google Shape;1227;g9816c14d93_0_14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7" name="Google Shape;1637;g9816c14d93_0_7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8" name="Google Shape;1638;g9816c14d93_0_7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9816c14d93_0_11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6" name="Google Shape;536;g9816c14d93_0_11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g9816c14d93_0_12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8" name="Google Shape;688;g9816c14d93_0_12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8dfb28267c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8dfb28267c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46F41719-452F-104E-5133-84026C298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8dfb28267c_0_59:notes">
            <a:extLst>
              <a:ext uri="{FF2B5EF4-FFF2-40B4-BE49-F238E27FC236}">
                <a16:creationId xmlns:a16="http://schemas.microsoft.com/office/drawing/2014/main" id="{2CC1C2BF-46E4-A50E-9D98-7DF750C36E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8dfb28267c_0_59:notes">
            <a:extLst>
              <a:ext uri="{FF2B5EF4-FFF2-40B4-BE49-F238E27FC236}">
                <a16:creationId xmlns:a16="http://schemas.microsoft.com/office/drawing/2014/main" id="{DC65B14D-2ADC-A5B5-0A6A-21DA1FD0E2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038661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8AC7BCDF-4675-678C-87E0-13A3841DD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8dfb28267c_0_59:notes">
            <a:extLst>
              <a:ext uri="{FF2B5EF4-FFF2-40B4-BE49-F238E27FC236}">
                <a16:creationId xmlns:a16="http://schemas.microsoft.com/office/drawing/2014/main" id="{E12664F4-CC40-4673-B424-4C16AE21A3D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8dfb28267c_0_59:notes">
            <a:extLst>
              <a:ext uri="{FF2B5EF4-FFF2-40B4-BE49-F238E27FC236}">
                <a16:creationId xmlns:a16="http://schemas.microsoft.com/office/drawing/2014/main" id="{3ED32A95-F14D-B14E-E817-1FEA055BDD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122076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EBAA710E-3B03-CB22-7153-8132F1AE7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8dfb28267c_0_59:notes">
            <a:extLst>
              <a:ext uri="{FF2B5EF4-FFF2-40B4-BE49-F238E27FC236}">
                <a16:creationId xmlns:a16="http://schemas.microsoft.com/office/drawing/2014/main" id="{96153CDC-1051-7A47-97A9-4A4BC4D43C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8dfb28267c_0_59:notes">
            <a:extLst>
              <a:ext uri="{FF2B5EF4-FFF2-40B4-BE49-F238E27FC236}">
                <a16:creationId xmlns:a16="http://schemas.microsoft.com/office/drawing/2014/main" id="{D4A33DBC-943E-B1A8-3E1E-F940255A3A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340957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Google Shape;1085;g9816c14d93_0_7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6" name="Google Shape;1086;g9816c14d93_0_7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9816c14d93_0_10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9816c14d93_0_10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4" name="Google Shape;2594;g9816c14d93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5" name="Google Shape;2595;g9816c14d93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1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5050325" y="1179150"/>
            <a:ext cx="3615600" cy="156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5496097" y="2713552"/>
            <a:ext cx="2723700" cy="69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>
            <a:spLocks noGrp="1"/>
          </p:cNvSpPr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4"/>
          <p:cNvSpPr txBox="1">
            <a:spLocks noGrp="1"/>
          </p:cNvSpPr>
          <p:nvPr>
            <p:ph type="body" idx="1"/>
          </p:nvPr>
        </p:nvSpPr>
        <p:spPr>
          <a:xfrm>
            <a:off x="710275" y="1152475"/>
            <a:ext cx="7723500" cy="345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401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7" name="Google Shape;27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3" name="Google Shape;43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One Column 1">
  <p:cSld name="CUSTOM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3"/>
          <p:cNvSpPr txBox="1">
            <a:spLocks noGrp="1"/>
          </p:cNvSpPr>
          <p:nvPr>
            <p:ph type="title"/>
          </p:nvPr>
        </p:nvSpPr>
        <p:spPr>
          <a:xfrm>
            <a:off x="5985575" y="1492063"/>
            <a:ext cx="2484300" cy="8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3"/>
          <p:cNvSpPr txBox="1">
            <a:spLocks noGrp="1"/>
          </p:cNvSpPr>
          <p:nvPr>
            <p:ph type="subTitle" idx="1"/>
          </p:nvPr>
        </p:nvSpPr>
        <p:spPr>
          <a:xfrm>
            <a:off x="5971000" y="2449313"/>
            <a:ext cx="2513400" cy="120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One Column 2">
  <p:cSld name="CUSTOM_1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4"/>
          <p:cNvSpPr txBox="1">
            <a:spLocks noGrp="1"/>
          </p:cNvSpPr>
          <p:nvPr>
            <p:ph type="title"/>
          </p:nvPr>
        </p:nvSpPr>
        <p:spPr>
          <a:xfrm>
            <a:off x="673375" y="1492063"/>
            <a:ext cx="2484300" cy="8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4"/>
          <p:cNvSpPr txBox="1">
            <a:spLocks noGrp="1"/>
          </p:cNvSpPr>
          <p:nvPr>
            <p:ph type="subTitle" idx="1"/>
          </p:nvPr>
        </p:nvSpPr>
        <p:spPr>
          <a:xfrm>
            <a:off x="658800" y="2449313"/>
            <a:ext cx="2513400" cy="120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6923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0275" y="1152475"/>
            <a:ext cx="7723500" cy="34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4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vgchartz.com/" TargetMode="External"/><Relationship Id="rId7" Type="http://schemas.openxmlformats.org/officeDocument/2006/relationships/hyperlink" Target="mailto:duong.t.jess@gmail..com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www.linkedin.com/in/jessica-duong-35690847/?trk=opento_sprofile_topcard" TargetMode="External"/><Relationship Id="rId5" Type="http://schemas.openxmlformats.org/officeDocument/2006/relationships/hyperlink" Target="https://github.com/jess-duong" TargetMode="External"/><Relationship Id="rId4" Type="http://schemas.openxmlformats.org/officeDocument/2006/relationships/hyperlink" Target="https://www.vgchartz.com/methodology.php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7"/>
          <p:cNvSpPr txBox="1">
            <a:spLocks noGrp="1"/>
          </p:cNvSpPr>
          <p:nvPr>
            <p:ph type="ctrTitle"/>
          </p:nvPr>
        </p:nvSpPr>
        <p:spPr>
          <a:xfrm>
            <a:off x="4597458" y="1059336"/>
            <a:ext cx="4117500" cy="252737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>
                <a:solidFill>
                  <a:schemeClr val="accent5">
                    <a:lumMod val="50000"/>
                  </a:schemeClr>
                </a:solidFill>
                <a:latin typeface="Oswald" panose="02000503000000000000" pitchFamily="2" charset="0"/>
              </a:rPr>
              <a:t>Game</a:t>
            </a:r>
            <a:r>
              <a:rPr lang="en" dirty="0" err="1">
                <a:solidFill>
                  <a:srgbClr val="05D5EB"/>
                </a:solidFill>
                <a:latin typeface="Oswald" panose="02000503000000000000" pitchFamily="2" charset="0"/>
              </a:rPr>
              <a:t>Co</a:t>
            </a:r>
            <a:r>
              <a:rPr lang="en" dirty="0">
                <a:latin typeface="Oswald" panose="02000503000000000000" pitchFamily="2" charset="0"/>
              </a:rPr>
              <a:t> Video Game Sales Analysis</a:t>
            </a:r>
            <a:endParaRPr dirty="0">
              <a:latin typeface="Oswald" panose="02000503000000000000" pitchFamily="2" charset="0"/>
            </a:endParaRPr>
          </a:p>
        </p:txBody>
      </p:sp>
      <p:sp>
        <p:nvSpPr>
          <p:cNvPr id="61" name="Google Shape;61;p17"/>
          <p:cNvSpPr txBox="1">
            <a:spLocks noGrp="1"/>
          </p:cNvSpPr>
          <p:nvPr>
            <p:ph type="subTitle" idx="1"/>
          </p:nvPr>
        </p:nvSpPr>
        <p:spPr>
          <a:xfrm>
            <a:off x="4921445" y="3586712"/>
            <a:ext cx="3469527" cy="79268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latin typeface="Oswald Light" panose="02000303000000000000" pitchFamily="2" charset="0"/>
              </a:rPr>
              <a:t>Regional Market Trends &amp; Strategic Insights</a:t>
            </a:r>
            <a:endParaRPr dirty="0">
              <a:latin typeface="Oswald Light" panose="02000303000000000000" pitchFamily="2" charset="0"/>
            </a:endParaRPr>
          </a:p>
        </p:txBody>
      </p:sp>
      <p:grpSp>
        <p:nvGrpSpPr>
          <p:cNvPr id="62" name="Google Shape;62;p17"/>
          <p:cNvGrpSpPr/>
          <p:nvPr/>
        </p:nvGrpSpPr>
        <p:grpSpPr>
          <a:xfrm>
            <a:off x="228602" y="-108950"/>
            <a:ext cx="8134723" cy="4836393"/>
            <a:chOff x="457190" y="-242325"/>
            <a:chExt cx="8134723" cy="4836393"/>
          </a:xfrm>
        </p:grpSpPr>
        <p:grpSp>
          <p:nvGrpSpPr>
            <p:cNvPr id="63" name="Google Shape;63;p17"/>
            <p:cNvGrpSpPr/>
            <p:nvPr/>
          </p:nvGrpSpPr>
          <p:grpSpPr>
            <a:xfrm>
              <a:off x="457190" y="549434"/>
              <a:ext cx="4508930" cy="4044634"/>
              <a:chOff x="3241935" y="1399800"/>
              <a:chExt cx="2612812" cy="2343900"/>
            </a:xfrm>
          </p:grpSpPr>
          <p:sp>
            <p:nvSpPr>
              <p:cNvPr id="64" name="Google Shape;64;p17"/>
              <p:cNvSpPr/>
              <p:nvPr/>
            </p:nvSpPr>
            <p:spPr>
              <a:xfrm>
                <a:off x="3388253" y="1399800"/>
                <a:ext cx="2343900" cy="2343900"/>
              </a:xfrm>
              <a:prstGeom prst="ellipse">
                <a:avLst/>
              </a:prstGeom>
              <a:solidFill>
                <a:srgbClr val="EFEF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65" name="Google Shape;65;p17"/>
              <p:cNvGrpSpPr/>
              <p:nvPr/>
            </p:nvGrpSpPr>
            <p:grpSpPr>
              <a:xfrm>
                <a:off x="3241935" y="1596448"/>
                <a:ext cx="2612812" cy="1857599"/>
                <a:chOff x="3265529" y="1725254"/>
                <a:chExt cx="2612812" cy="1857599"/>
              </a:xfrm>
            </p:grpSpPr>
            <p:sp>
              <p:nvSpPr>
                <p:cNvPr id="66" name="Google Shape;66;p17"/>
                <p:cNvSpPr/>
                <p:nvPr/>
              </p:nvSpPr>
              <p:spPr>
                <a:xfrm>
                  <a:off x="3664096" y="1889993"/>
                  <a:ext cx="481075" cy="3505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28" h="15175" extrusionOk="0">
                      <a:moveTo>
                        <a:pt x="14214" y="0"/>
                      </a:moveTo>
                      <a:cubicBezTo>
                        <a:pt x="13647" y="0"/>
                        <a:pt x="13067" y="75"/>
                        <a:pt x="12482" y="250"/>
                      </a:cubicBezTo>
                      <a:cubicBezTo>
                        <a:pt x="4775" y="2505"/>
                        <a:pt x="339" y="8069"/>
                        <a:pt x="76" y="12769"/>
                      </a:cubicBezTo>
                      <a:cubicBezTo>
                        <a:pt x="1" y="13558"/>
                        <a:pt x="113" y="14385"/>
                        <a:pt x="339" y="15175"/>
                      </a:cubicBezTo>
                      <a:lnTo>
                        <a:pt x="20828" y="2994"/>
                      </a:lnTo>
                      <a:cubicBezTo>
                        <a:pt x="20264" y="2468"/>
                        <a:pt x="19662" y="1979"/>
                        <a:pt x="19023" y="1603"/>
                      </a:cubicBezTo>
                      <a:cubicBezTo>
                        <a:pt x="17811" y="824"/>
                        <a:pt x="16089" y="0"/>
                        <a:pt x="14214" y="0"/>
                      </a:cubicBezTo>
                      <a:close/>
                    </a:path>
                  </a:pathLst>
                </a:custGeom>
                <a:solidFill>
                  <a:srgbClr val="66666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7" name="Google Shape;67;p17"/>
                <p:cNvSpPr/>
                <p:nvPr/>
              </p:nvSpPr>
              <p:spPr>
                <a:xfrm>
                  <a:off x="3664096" y="1927020"/>
                  <a:ext cx="481075" cy="3134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28" h="13572" extrusionOk="0">
                      <a:moveTo>
                        <a:pt x="19023" y="0"/>
                      </a:moveTo>
                      <a:cubicBezTo>
                        <a:pt x="17031" y="38"/>
                        <a:pt x="15038" y="339"/>
                        <a:pt x="13159" y="902"/>
                      </a:cubicBezTo>
                      <a:cubicBezTo>
                        <a:pt x="7708" y="2481"/>
                        <a:pt x="3234" y="6128"/>
                        <a:pt x="76" y="11166"/>
                      </a:cubicBezTo>
                      <a:cubicBezTo>
                        <a:pt x="1" y="11955"/>
                        <a:pt x="113" y="12782"/>
                        <a:pt x="339" y="13572"/>
                      </a:cubicBezTo>
                      <a:lnTo>
                        <a:pt x="20828" y="1391"/>
                      </a:lnTo>
                      <a:cubicBezTo>
                        <a:pt x="20264" y="865"/>
                        <a:pt x="19662" y="376"/>
                        <a:pt x="19023" y="0"/>
                      </a:cubicBez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" name="Google Shape;68;p17"/>
                <p:cNvSpPr/>
                <p:nvPr/>
              </p:nvSpPr>
              <p:spPr>
                <a:xfrm>
                  <a:off x="4751303" y="1725254"/>
                  <a:ext cx="541867" cy="2286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460" h="9901" extrusionOk="0">
                      <a:moveTo>
                        <a:pt x="8443" y="1"/>
                      </a:moveTo>
                      <a:cubicBezTo>
                        <a:pt x="7943" y="1"/>
                        <a:pt x="7435" y="17"/>
                        <a:pt x="6918" y="51"/>
                      </a:cubicBezTo>
                      <a:cubicBezTo>
                        <a:pt x="4324" y="201"/>
                        <a:pt x="2369" y="2043"/>
                        <a:pt x="1241" y="3547"/>
                      </a:cubicBezTo>
                      <a:cubicBezTo>
                        <a:pt x="752" y="4149"/>
                        <a:pt x="339" y="4788"/>
                        <a:pt x="1" y="5465"/>
                      </a:cubicBezTo>
                      <a:lnTo>
                        <a:pt x="23459" y="9901"/>
                      </a:lnTo>
                      <a:cubicBezTo>
                        <a:pt x="23384" y="9074"/>
                        <a:pt x="23196" y="8284"/>
                        <a:pt x="22858" y="7570"/>
                      </a:cubicBezTo>
                      <a:cubicBezTo>
                        <a:pt x="21134" y="3489"/>
                        <a:pt x="15723" y="1"/>
                        <a:pt x="8443" y="1"/>
                      </a:cubicBezTo>
                      <a:close/>
                    </a:path>
                  </a:pathLst>
                </a:custGeom>
                <a:solidFill>
                  <a:srgbClr val="66666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" name="Google Shape;69;p17"/>
                <p:cNvSpPr/>
                <p:nvPr/>
              </p:nvSpPr>
              <p:spPr>
                <a:xfrm>
                  <a:off x="4751303" y="1779351"/>
                  <a:ext cx="541867" cy="1745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460" h="7559" extrusionOk="0">
                      <a:moveTo>
                        <a:pt x="8373" y="1"/>
                      </a:moveTo>
                      <a:cubicBezTo>
                        <a:pt x="7939" y="1"/>
                        <a:pt x="7505" y="14"/>
                        <a:pt x="7068" y="40"/>
                      </a:cubicBezTo>
                      <a:cubicBezTo>
                        <a:pt x="5076" y="153"/>
                        <a:pt x="3121" y="566"/>
                        <a:pt x="1241" y="1205"/>
                      </a:cubicBezTo>
                      <a:cubicBezTo>
                        <a:pt x="752" y="1807"/>
                        <a:pt x="339" y="2446"/>
                        <a:pt x="1" y="3123"/>
                      </a:cubicBezTo>
                      <a:lnTo>
                        <a:pt x="23459" y="7559"/>
                      </a:lnTo>
                      <a:cubicBezTo>
                        <a:pt x="23384" y="6769"/>
                        <a:pt x="23196" y="5980"/>
                        <a:pt x="22858" y="5228"/>
                      </a:cubicBezTo>
                      <a:cubicBezTo>
                        <a:pt x="18520" y="1861"/>
                        <a:pt x="13573" y="1"/>
                        <a:pt x="8373" y="1"/>
                      </a:cubicBez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0" name="Google Shape;70;p17"/>
                <p:cNvSpPr/>
                <p:nvPr/>
              </p:nvSpPr>
              <p:spPr>
                <a:xfrm>
                  <a:off x="3265529" y="1845459"/>
                  <a:ext cx="2612812" cy="17373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121" h="75220" extrusionOk="0">
                      <a:moveTo>
                        <a:pt x="63876" y="0"/>
                      </a:moveTo>
                      <a:cubicBezTo>
                        <a:pt x="63107" y="0"/>
                        <a:pt x="62341" y="12"/>
                        <a:pt x="61579" y="35"/>
                      </a:cubicBezTo>
                      <a:cubicBezTo>
                        <a:pt x="60978" y="35"/>
                        <a:pt x="60339" y="73"/>
                        <a:pt x="59700" y="110"/>
                      </a:cubicBezTo>
                      <a:cubicBezTo>
                        <a:pt x="56767" y="185"/>
                        <a:pt x="53835" y="524"/>
                        <a:pt x="50940" y="1050"/>
                      </a:cubicBezTo>
                      <a:cubicBezTo>
                        <a:pt x="48008" y="1539"/>
                        <a:pt x="45151" y="2253"/>
                        <a:pt x="42369" y="3193"/>
                      </a:cubicBezTo>
                      <a:cubicBezTo>
                        <a:pt x="41767" y="3343"/>
                        <a:pt x="41166" y="3531"/>
                        <a:pt x="40564" y="3757"/>
                      </a:cubicBezTo>
                      <a:cubicBezTo>
                        <a:pt x="30038" y="7253"/>
                        <a:pt x="19361" y="13381"/>
                        <a:pt x="13985" y="21050"/>
                      </a:cubicBezTo>
                      <a:cubicBezTo>
                        <a:pt x="0" y="41008"/>
                        <a:pt x="13993" y="75219"/>
                        <a:pt x="26775" y="75219"/>
                      </a:cubicBezTo>
                      <a:cubicBezTo>
                        <a:pt x="27188" y="75219"/>
                        <a:pt x="27599" y="75183"/>
                        <a:pt x="28008" y="75111"/>
                      </a:cubicBezTo>
                      <a:cubicBezTo>
                        <a:pt x="41090" y="72817"/>
                        <a:pt x="37594" y="52855"/>
                        <a:pt x="46316" y="51313"/>
                      </a:cubicBezTo>
                      <a:lnTo>
                        <a:pt x="59399" y="49020"/>
                      </a:lnTo>
                      <a:lnTo>
                        <a:pt x="72482" y="46689"/>
                      </a:lnTo>
                      <a:cubicBezTo>
                        <a:pt x="72806" y="46632"/>
                        <a:pt x="73124" y="46604"/>
                        <a:pt x="73435" y="46604"/>
                      </a:cubicBezTo>
                      <a:cubicBezTo>
                        <a:pt x="81023" y="46604"/>
                        <a:pt x="84755" y="63001"/>
                        <a:pt x="95761" y="63001"/>
                      </a:cubicBezTo>
                      <a:cubicBezTo>
                        <a:pt x="96420" y="63001"/>
                        <a:pt x="97106" y="62942"/>
                        <a:pt x="97820" y="62817"/>
                      </a:cubicBezTo>
                      <a:cubicBezTo>
                        <a:pt x="110903" y="60524"/>
                        <a:pt x="113121" y="21652"/>
                        <a:pt x="92482" y="7178"/>
                      </a:cubicBezTo>
                      <a:cubicBezTo>
                        <a:pt x="85337" y="2170"/>
                        <a:pt x="74343" y="0"/>
                        <a:pt x="63876" y="0"/>
                      </a:cubicBezTo>
                      <a:close/>
                    </a:path>
                  </a:pathLst>
                </a:custGeom>
                <a:solidFill>
                  <a:srgbClr val="5C5C5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1" name="Google Shape;71;p17"/>
                <p:cNvSpPr/>
                <p:nvPr/>
              </p:nvSpPr>
              <p:spPr>
                <a:xfrm>
                  <a:off x="3425302" y="1888977"/>
                  <a:ext cx="2335827" cy="16504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129" h="71455" extrusionOk="0">
                      <a:moveTo>
                        <a:pt x="56861" y="1"/>
                      </a:moveTo>
                      <a:cubicBezTo>
                        <a:pt x="56157" y="1"/>
                        <a:pt x="55449" y="11"/>
                        <a:pt x="54737" y="31"/>
                      </a:cubicBezTo>
                      <a:cubicBezTo>
                        <a:pt x="54136" y="31"/>
                        <a:pt x="53534" y="68"/>
                        <a:pt x="52858" y="106"/>
                      </a:cubicBezTo>
                      <a:cubicBezTo>
                        <a:pt x="47143" y="294"/>
                        <a:pt x="41467" y="1309"/>
                        <a:pt x="36016" y="3076"/>
                      </a:cubicBezTo>
                      <a:cubicBezTo>
                        <a:pt x="35414" y="3264"/>
                        <a:pt x="34850" y="3414"/>
                        <a:pt x="34249" y="3640"/>
                      </a:cubicBezTo>
                      <a:cubicBezTo>
                        <a:pt x="22820" y="7437"/>
                        <a:pt x="13233" y="13640"/>
                        <a:pt x="8609" y="20219"/>
                      </a:cubicBezTo>
                      <a:cubicBezTo>
                        <a:pt x="0" y="32550"/>
                        <a:pt x="2519" y="51986"/>
                        <a:pt x="9925" y="63640"/>
                      </a:cubicBezTo>
                      <a:cubicBezTo>
                        <a:pt x="13096" y="68637"/>
                        <a:pt x="16772" y="71455"/>
                        <a:pt x="19940" y="71455"/>
                      </a:cubicBezTo>
                      <a:cubicBezTo>
                        <a:pt x="20228" y="71455"/>
                        <a:pt x="20511" y="71431"/>
                        <a:pt x="20790" y="71384"/>
                      </a:cubicBezTo>
                      <a:cubicBezTo>
                        <a:pt x="26880" y="70294"/>
                        <a:pt x="28797" y="64430"/>
                        <a:pt x="30640" y="58790"/>
                      </a:cubicBezTo>
                      <a:cubicBezTo>
                        <a:pt x="32106" y="54392"/>
                        <a:pt x="33609" y="49843"/>
                        <a:pt x="37256" y="48114"/>
                      </a:cubicBezTo>
                      <a:cubicBezTo>
                        <a:pt x="37858" y="47850"/>
                        <a:pt x="38459" y="47663"/>
                        <a:pt x="39061" y="47587"/>
                      </a:cubicBezTo>
                      <a:lnTo>
                        <a:pt x="65264" y="42963"/>
                      </a:lnTo>
                      <a:cubicBezTo>
                        <a:pt x="65715" y="42879"/>
                        <a:pt x="66187" y="42836"/>
                        <a:pt x="66665" y="42836"/>
                      </a:cubicBezTo>
                      <a:cubicBezTo>
                        <a:pt x="66824" y="42836"/>
                        <a:pt x="66984" y="42841"/>
                        <a:pt x="67143" y="42850"/>
                      </a:cubicBezTo>
                      <a:cubicBezTo>
                        <a:pt x="71166" y="43189"/>
                        <a:pt x="74136" y="46948"/>
                        <a:pt x="76993" y="50632"/>
                      </a:cubicBezTo>
                      <a:cubicBezTo>
                        <a:pt x="80330" y="54889"/>
                        <a:pt x="83759" y="59237"/>
                        <a:pt x="88902" y="59237"/>
                      </a:cubicBezTo>
                      <a:cubicBezTo>
                        <a:pt x="89437" y="59237"/>
                        <a:pt x="89990" y="59190"/>
                        <a:pt x="90565" y="59091"/>
                      </a:cubicBezTo>
                      <a:cubicBezTo>
                        <a:pt x="93873" y="58490"/>
                        <a:pt x="96692" y="54392"/>
                        <a:pt x="98121" y="48114"/>
                      </a:cubicBezTo>
                      <a:cubicBezTo>
                        <a:pt x="101129" y="34617"/>
                        <a:pt x="96843" y="15482"/>
                        <a:pt x="84512" y="6835"/>
                      </a:cubicBezTo>
                      <a:cubicBezTo>
                        <a:pt x="78321" y="2519"/>
                        <a:pt x="68102" y="1"/>
                        <a:pt x="56861" y="1"/>
                      </a:cubicBezTo>
                      <a:close/>
                    </a:path>
                  </a:pathLst>
                </a:custGeom>
                <a:solidFill>
                  <a:srgbClr val="999999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2" name="Google Shape;72;p17"/>
                <p:cNvSpPr/>
                <p:nvPr/>
              </p:nvSpPr>
              <p:spPr>
                <a:xfrm>
                  <a:off x="3463507" y="2539227"/>
                  <a:ext cx="2343657" cy="10436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468" h="45183" extrusionOk="0">
                      <a:moveTo>
                        <a:pt x="98008" y="0"/>
                      </a:moveTo>
                      <a:cubicBezTo>
                        <a:pt x="99775" y="13722"/>
                        <a:pt x="95866" y="26842"/>
                        <a:pt x="88422" y="28158"/>
                      </a:cubicBezTo>
                      <a:cubicBezTo>
                        <a:pt x="87701" y="28286"/>
                        <a:pt x="87009" y="28346"/>
                        <a:pt x="86344" y="28346"/>
                      </a:cubicBezTo>
                      <a:cubicBezTo>
                        <a:pt x="75839" y="28346"/>
                        <a:pt x="71966" y="13341"/>
                        <a:pt x="65001" y="12068"/>
                      </a:cubicBezTo>
                      <a:cubicBezTo>
                        <a:pt x="64681" y="11993"/>
                        <a:pt x="64362" y="11955"/>
                        <a:pt x="64042" y="11955"/>
                      </a:cubicBezTo>
                      <a:cubicBezTo>
                        <a:pt x="63723" y="11955"/>
                        <a:pt x="63403" y="11993"/>
                        <a:pt x="63083" y="12068"/>
                      </a:cubicBezTo>
                      <a:lnTo>
                        <a:pt x="50001" y="14361"/>
                      </a:lnTo>
                      <a:lnTo>
                        <a:pt x="36918" y="16654"/>
                      </a:lnTo>
                      <a:cubicBezTo>
                        <a:pt x="36279" y="16767"/>
                        <a:pt x="35677" y="16993"/>
                        <a:pt x="35113" y="17293"/>
                      </a:cubicBezTo>
                      <a:cubicBezTo>
                        <a:pt x="28647" y="21128"/>
                        <a:pt x="30715" y="38346"/>
                        <a:pt x="18610" y="40451"/>
                      </a:cubicBezTo>
                      <a:cubicBezTo>
                        <a:pt x="18204" y="40523"/>
                        <a:pt x="17797" y="40559"/>
                        <a:pt x="17388" y="40559"/>
                      </a:cubicBezTo>
                      <a:cubicBezTo>
                        <a:pt x="10322" y="40559"/>
                        <a:pt x="2843" y="30049"/>
                        <a:pt x="0" y="17256"/>
                      </a:cubicBezTo>
                      <a:lnTo>
                        <a:pt x="0" y="17256"/>
                      </a:lnTo>
                      <a:cubicBezTo>
                        <a:pt x="1895" y="32018"/>
                        <a:pt x="10280" y="45183"/>
                        <a:pt x="18210" y="45183"/>
                      </a:cubicBezTo>
                      <a:cubicBezTo>
                        <a:pt x="18620" y="45183"/>
                        <a:pt x="19030" y="45148"/>
                        <a:pt x="19437" y="45076"/>
                      </a:cubicBezTo>
                      <a:cubicBezTo>
                        <a:pt x="31504" y="42970"/>
                        <a:pt x="29437" y="25752"/>
                        <a:pt x="35940" y="21955"/>
                      </a:cubicBezTo>
                      <a:cubicBezTo>
                        <a:pt x="36504" y="21617"/>
                        <a:pt x="37106" y="21391"/>
                        <a:pt x="37745" y="21278"/>
                      </a:cubicBezTo>
                      <a:lnTo>
                        <a:pt x="50828" y="18985"/>
                      </a:lnTo>
                      <a:lnTo>
                        <a:pt x="63911" y="16654"/>
                      </a:lnTo>
                      <a:cubicBezTo>
                        <a:pt x="64211" y="16598"/>
                        <a:pt x="64531" y="16570"/>
                        <a:pt x="64855" y="16570"/>
                      </a:cubicBezTo>
                      <a:cubicBezTo>
                        <a:pt x="65179" y="16570"/>
                        <a:pt x="65508" y="16598"/>
                        <a:pt x="65828" y="16654"/>
                      </a:cubicBezTo>
                      <a:cubicBezTo>
                        <a:pt x="72758" y="17963"/>
                        <a:pt x="76661" y="32970"/>
                        <a:pt x="87171" y="32970"/>
                      </a:cubicBezTo>
                      <a:cubicBezTo>
                        <a:pt x="87836" y="32970"/>
                        <a:pt x="88528" y="32910"/>
                        <a:pt x="89249" y="32782"/>
                      </a:cubicBezTo>
                      <a:cubicBezTo>
                        <a:pt x="97520" y="31316"/>
                        <a:pt x="101467" y="15263"/>
                        <a:pt x="98008" y="0"/>
                      </a:cubicBezTo>
                      <a:close/>
                    </a:path>
                  </a:pathLst>
                </a:custGeom>
                <a:solidFill>
                  <a:srgbClr val="000000">
                    <a:alpha val="1302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" name="Google Shape;73;p17"/>
                <p:cNvSpPr/>
                <p:nvPr/>
              </p:nvSpPr>
              <p:spPr>
                <a:xfrm>
                  <a:off x="4203357" y="1846244"/>
                  <a:ext cx="497589" cy="2704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543" h="11709" extrusionOk="0">
                      <a:moveTo>
                        <a:pt x="21016" y="1"/>
                      </a:moveTo>
                      <a:cubicBezTo>
                        <a:pt x="20377" y="39"/>
                        <a:pt x="19738" y="39"/>
                        <a:pt x="19136" y="76"/>
                      </a:cubicBezTo>
                      <a:cubicBezTo>
                        <a:pt x="16204" y="151"/>
                        <a:pt x="13234" y="490"/>
                        <a:pt x="10339" y="1016"/>
                      </a:cubicBezTo>
                      <a:cubicBezTo>
                        <a:pt x="7444" y="1505"/>
                        <a:pt x="4587" y="2219"/>
                        <a:pt x="1768" y="3159"/>
                      </a:cubicBezTo>
                      <a:cubicBezTo>
                        <a:pt x="1166" y="3309"/>
                        <a:pt x="602" y="3497"/>
                        <a:pt x="1" y="3723"/>
                      </a:cubicBezTo>
                      <a:cubicBezTo>
                        <a:pt x="1232" y="8482"/>
                        <a:pt x="5557" y="11709"/>
                        <a:pt x="10341" y="11709"/>
                      </a:cubicBezTo>
                      <a:cubicBezTo>
                        <a:pt x="10961" y="11709"/>
                        <a:pt x="11589" y="11655"/>
                        <a:pt x="12219" y="11542"/>
                      </a:cubicBezTo>
                      <a:cubicBezTo>
                        <a:pt x="17708" y="10603"/>
                        <a:pt x="21542" y="5565"/>
                        <a:pt x="21016" y="1"/>
                      </a:cubicBezTo>
                      <a:close/>
                    </a:path>
                  </a:pathLst>
                </a:custGeom>
                <a:solidFill>
                  <a:srgbClr val="66666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" name="Google Shape;74;p17"/>
                <p:cNvSpPr/>
                <p:nvPr/>
              </p:nvSpPr>
              <p:spPr>
                <a:xfrm>
                  <a:off x="4300625" y="2744736"/>
                  <a:ext cx="639108" cy="2859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670" h="12382" extrusionOk="0">
                      <a:moveTo>
                        <a:pt x="22777" y="1"/>
                      </a:moveTo>
                      <a:cubicBezTo>
                        <a:pt x="22475" y="1"/>
                        <a:pt x="22151" y="28"/>
                        <a:pt x="21805" y="88"/>
                      </a:cubicBezTo>
                      <a:lnTo>
                        <a:pt x="4361" y="3171"/>
                      </a:lnTo>
                      <a:cubicBezTo>
                        <a:pt x="4361" y="3171"/>
                        <a:pt x="0" y="3923"/>
                        <a:pt x="790" y="8284"/>
                      </a:cubicBezTo>
                      <a:lnTo>
                        <a:pt x="1504" y="12381"/>
                      </a:lnTo>
                      <a:lnTo>
                        <a:pt x="14587" y="10088"/>
                      </a:lnTo>
                      <a:lnTo>
                        <a:pt x="27670" y="7757"/>
                      </a:lnTo>
                      <a:lnTo>
                        <a:pt x="26955" y="3697"/>
                      </a:lnTo>
                      <a:cubicBezTo>
                        <a:pt x="26955" y="3697"/>
                        <a:pt x="26286" y="1"/>
                        <a:pt x="22777" y="1"/>
                      </a:cubicBez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" name="Google Shape;75;p17"/>
                <p:cNvSpPr/>
                <p:nvPr/>
              </p:nvSpPr>
              <p:spPr>
                <a:xfrm>
                  <a:off x="4244172" y="1848000"/>
                  <a:ext cx="415963" cy="2313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009" h="10015" extrusionOk="0">
                      <a:moveTo>
                        <a:pt x="17369" y="0"/>
                      </a:moveTo>
                      <a:cubicBezTo>
                        <a:pt x="11467" y="188"/>
                        <a:pt x="5602" y="1241"/>
                        <a:pt x="1" y="3045"/>
                      </a:cubicBezTo>
                      <a:cubicBezTo>
                        <a:pt x="872" y="7202"/>
                        <a:pt x="4554" y="10014"/>
                        <a:pt x="8647" y="10014"/>
                      </a:cubicBezTo>
                      <a:cubicBezTo>
                        <a:pt x="9144" y="10014"/>
                        <a:pt x="9647" y="9973"/>
                        <a:pt x="10151" y="9887"/>
                      </a:cubicBezTo>
                      <a:cubicBezTo>
                        <a:pt x="14813" y="9060"/>
                        <a:pt x="18008" y="4699"/>
                        <a:pt x="17369" y="0"/>
                      </a:cubicBez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6" name="Google Shape;76;p17"/>
                <p:cNvSpPr/>
                <p:nvPr/>
              </p:nvSpPr>
              <p:spPr>
                <a:xfrm>
                  <a:off x="4676625" y="2511047"/>
                  <a:ext cx="344753" cy="3012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926" h="13042" extrusionOk="0">
                      <a:moveTo>
                        <a:pt x="7482" y="0"/>
                      </a:moveTo>
                      <a:cubicBezTo>
                        <a:pt x="6345" y="0"/>
                        <a:pt x="5191" y="296"/>
                        <a:pt x="4136" y="919"/>
                      </a:cubicBezTo>
                      <a:cubicBezTo>
                        <a:pt x="1053" y="2761"/>
                        <a:pt x="0" y="6746"/>
                        <a:pt x="1843" y="9867"/>
                      </a:cubicBezTo>
                      <a:cubicBezTo>
                        <a:pt x="3062" y="11907"/>
                        <a:pt x="5236" y="13042"/>
                        <a:pt x="7461" y="13042"/>
                      </a:cubicBezTo>
                      <a:cubicBezTo>
                        <a:pt x="8598" y="13042"/>
                        <a:pt x="9748" y="12745"/>
                        <a:pt x="10790" y="12122"/>
                      </a:cubicBezTo>
                      <a:cubicBezTo>
                        <a:pt x="13910" y="10318"/>
                        <a:pt x="14925" y="6295"/>
                        <a:pt x="13083" y="3175"/>
                      </a:cubicBezTo>
                      <a:cubicBezTo>
                        <a:pt x="11864" y="1135"/>
                        <a:pt x="9706" y="0"/>
                        <a:pt x="7482" y="0"/>
                      </a:cubicBezTo>
                      <a:close/>
                    </a:path>
                  </a:pathLst>
                </a:custGeom>
                <a:solidFill>
                  <a:srgbClr val="696969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7" name="Google Shape;77;p17"/>
                <p:cNvSpPr/>
                <p:nvPr/>
              </p:nvSpPr>
              <p:spPr>
                <a:xfrm>
                  <a:off x="4693926" y="2550407"/>
                  <a:ext cx="288372" cy="2431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485" h="10529" extrusionOk="0">
                      <a:moveTo>
                        <a:pt x="6589" y="1"/>
                      </a:moveTo>
                      <a:cubicBezTo>
                        <a:pt x="4805" y="1"/>
                        <a:pt x="3012" y="887"/>
                        <a:pt x="1996" y="2749"/>
                      </a:cubicBezTo>
                      <a:cubicBezTo>
                        <a:pt x="1" y="6374"/>
                        <a:pt x="2800" y="10528"/>
                        <a:pt x="6570" y="10528"/>
                      </a:cubicBezTo>
                      <a:cubicBezTo>
                        <a:pt x="7061" y="10528"/>
                        <a:pt x="7570" y="10458"/>
                        <a:pt x="8086" y="10306"/>
                      </a:cubicBezTo>
                      <a:cubicBezTo>
                        <a:pt x="10906" y="9479"/>
                        <a:pt x="12485" y="6584"/>
                        <a:pt x="11658" y="3802"/>
                      </a:cubicBezTo>
                      <a:cubicBezTo>
                        <a:pt x="10934" y="1322"/>
                        <a:pt x="8768" y="1"/>
                        <a:pt x="6589" y="1"/>
                      </a:cubicBez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8" name="Google Shape;78;p17"/>
                <p:cNvSpPr/>
                <p:nvPr/>
              </p:nvSpPr>
              <p:spPr>
                <a:xfrm>
                  <a:off x="4730468" y="2571080"/>
                  <a:ext cx="117497" cy="1425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87" h="6170" extrusionOk="0">
                      <a:moveTo>
                        <a:pt x="4046" y="0"/>
                      </a:moveTo>
                      <a:cubicBezTo>
                        <a:pt x="3957" y="0"/>
                        <a:pt x="3861" y="16"/>
                        <a:pt x="3760" y="50"/>
                      </a:cubicBezTo>
                      <a:cubicBezTo>
                        <a:pt x="1391" y="726"/>
                        <a:pt x="0" y="3245"/>
                        <a:pt x="715" y="5651"/>
                      </a:cubicBezTo>
                      <a:cubicBezTo>
                        <a:pt x="808" y="5961"/>
                        <a:pt x="1105" y="6169"/>
                        <a:pt x="1439" y="6169"/>
                      </a:cubicBezTo>
                      <a:cubicBezTo>
                        <a:pt x="1510" y="6169"/>
                        <a:pt x="1582" y="6160"/>
                        <a:pt x="1654" y="6140"/>
                      </a:cubicBezTo>
                      <a:cubicBezTo>
                        <a:pt x="2030" y="6027"/>
                        <a:pt x="2256" y="5614"/>
                        <a:pt x="2143" y="5200"/>
                      </a:cubicBezTo>
                      <a:cubicBezTo>
                        <a:pt x="1692" y="3621"/>
                        <a:pt x="2594" y="1929"/>
                        <a:pt x="4173" y="1478"/>
                      </a:cubicBezTo>
                      <a:cubicBezTo>
                        <a:pt x="5087" y="1241"/>
                        <a:pt x="4843" y="0"/>
                        <a:pt x="4046" y="0"/>
                      </a:cubicBezTo>
                      <a:close/>
                    </a:path>
                  </a:pathLst>
                </a:custGeom>
                <a:solidFill>
                  <a:srgbClr val="000000">
                    <a:alpha val="1302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9" name="Google Shape;79;p17"/>
                <p:cNvSpPr/>
                <p:nvPr/>
              </p:nvSpPr>
              <p:spPr>
                <a:xfrm>
                  <a:off x="4164274" y="2610556"/>
                  <a:ext cx="343899" cy="3019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89" h="13074" extrusionOk="0">
                      <a:moveTo>
                        <a:pt x="7426" y="1"/>
                      </a:moveTo>
                      <a:cubicBezTo>
                        <a:pt x="6190" y="1"/>
                        <a:pt x="4942" y="352"/>
                        <a:pt x="3836" y="1085"/>
                      </a:cubicBezTo>
                      <a:cubicBezTo>
                        <a:pt x="828" y="3078"/>
                        <a:pt x="1" y="7138"/>
                        <a:pt x="1993" y="10145"/>
                      </a:cubicBezTo>
                      <a:cubicBezTo>
                        <a:pt x="3251" y="12044"/>
                        <a:pt x="5333" y="13073"/>
                        <a:pt x="7454" y="13073"/>
                      </a:cubicBezTo>
                      <a:cubicBezTo>
                        <a:pt x="8692" y="13073"/>
                        <a:pt x="9945" y="12722"/>
                        <a:pt x="11054" y="11987"/>
                      </a:cubicBezTo>
                      <a:cubicBezTo>
                        <a:pt x="14061" y="9995"/>
                        <a:pt x="14888" y="5972"/>
                        <a:pt x="12896" y="2965"/>
                      </a:cubicBezTo>
                      <a:cubicBezTo>
                        <a:pt x="11636" y="1040"/>
                        <a:pt x="9550" y="1"/>
                        <a:pt x="7426" y="1"/>
                      </a:cubicBezTo>
                      <a:close/>
                    </a:path>
                  </a:pathLst>
                </a:custGeom>
                <a:solidFill>
                  <a:srgbClr val="696969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0" name="Google Shape;80;p17"/>
                <p:cNvSpPr/>
                <p:nvPr/>
              </p:nvSpPr>
              <p:spPr>
                <a:xfrm>
                  <a:off x="4183330" y="2640214"/>
                  <a:ext cx="288372" cy="2436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485" h="10550" extrusionOk="0">
                      <a:moveTo>
                        <a:pt x="6599" y="0"/>
                      </a:moveTo>
                      <a:cubicBezTo>
                        <a:pt x="4811" y="0"/>
                        <a:pt x="3013" y="885"/>
                        <a:pt x="1995" y="2733"/>
                      </a:cubicBezTo>
                      <a:cubicBezTo>
                        <a:pt x="0" y="6392"/>
                        <a:pt x="2800" y="10550"/>
                        <a:pt x="6570" y="10550"/>
                      </a:cubicBezTo>
                      <a:cubicBezTo>
                        <a:pt x="7061" y="10550"/>
                        <a:pt x="7570" y="10479"/>
                        <a:pt x="8086" y="10327"/>
                      </a:cubicBezTo>
                      <a:cubicBezTo>
                        <a:pt x="10905" y="9500"/>
                        <a:pt x="12484" y="6568"/>
                        <a:pt x="11657" y="3786"/>
                      </a:cubicBezTo>
                      <a:cubicBezTo>
                        <a:pt x="10935" y="1310"/>
                        <a:pt x="8774" y="0"/>
                        <a:pt x="6599" y="0"/>
                      </a:cubicBez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1" name="Google Shape;81;p17"/>
                <p:cNvSpPr/>
                <p:nvPr/>
              </p:nvSpPr>
              <p:spPr>
                <a:xfrm>
                  <a:off x="4219849" y="2660911"/>
                  <a:ext cx="116319" cy="1429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36" h="6190" extrusionOk="0">
                      <a:moveTo>
                        <a:pt x="3985" y="1"/>
                      </a:moveTo>
                      <a:cubicBezTo>
                        <a:pt x="3914" y="1"/>
                        <a:pt x="3839" y="11"/>
                        <a:pt x="3760" y="33"/>
                      </a:cubicBezTo>
                      <a:cubicBezTo>
                        <a:pt x="1392" y="747"/>
                        <a:pt x="1" y="3266"/>
                        <a:pt x="715" y="5634"/>
                      </a:cubicBezTo>
                      <a:cubicBezTo>
                        <a:pt x="808" y="5976"/>
                        <a:pt x="1107" y="6190"/>
                        <a:pt x="1442" y="6190"/>
                      </a:cubicBezTo>
                      <a:cubicBezTo>
                        <a:pt x="1512" y="6190"/>
                        <a:pt x="1583" y="6180"/>
                        <a:pt x="1655" y="6161"/>
                      </a:cubicBezTo>
                      <a:cubicBezTo>
                        <a:pt x="2031" y="6048"/>
                        <a:pt x="2257" y="5597"/>
                        <a:pt x="2144" y="5221"/>
                      </a:cubicBezTo>
                      <a:cubicBezTo>
                        <a:pt x="1693" y="3604"/>
                        <a:pt x="2595" y="1950"/>
                        <a:pt x="4174" y="1499"/>
                      </a:cubicBezTo>
                      <a:cubicBezTo>
                        <a:pt x="5035" y="1223"/>
                        <a:pt x="4760" y="1"/>
                        <a:pt x="3985" y="1"/>
                      </a:cubicBezTo>
                      <a:close/>
                    </a:path>
                  </a:pathLst>
                </a:custGeom>
                <a:solidFill>
                  <a:srgbClr val="000000">
                    <a:alpha val="1302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2" name="Google Shape;82;p17"/>
                <p:cNvSpPr/>
                <p:nvPr/>
              </p:nvSpPr>
              <p:spPr>
                <a:xfrm>
                  <a:off x="3645871" y="2349241"/>
                  <a:ext cx="499299" cy="47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17" h="20473" extrusionOk="0">
                      <a:moveTo>
                        <a:pt x="10794" y="1"/>
                      </a:moveTo>
                      <a:cubicBezTo>
                        <a:pt x="5668" y="1"/>
                        <a:pt x="1234" y="3878"/>
                        <a:pt x="639" y="9090"/>
                      </a:cubicBezTo>
                      <a:cubicBezTo>
                        <a:pt x="0" y="14691"/>
                        <a:pt x="4023" y="19767"/>
                        <a:pt x="9662" y="20406"/>
                      </a:cubicBezTo>
                      <a:cubicBezTo>
                        <a:pt x="10055" y="20450"/>
                        <a:pt x="10445" y="20472"/>
                        <a:pt x="10832" y="20472"/>
                      </a:cubicBezTo>
                      <a:cubicBezTo>
                        <a:pt x="15954" y="20472"/>
                        <a:pt x="20384" y="16627"/>
                        <a:pt x="20978" y="11383"/>
                      </a:cubicBezTo>
                      <a:cubicBezTo>
                        <a:pt x="21617" y="5781"/>
                        <a:pt x="17557" y="706"/>
                        <a:pt x="11955" y="67"/>
                      </a:cubicBezTo>
                      <a:cubicBezTo>
                        <a:pt x="11565" y="23"/>
                        <a:pt x="11178" y="1"/>
                        <a:pt x="10794" y="1"/>
                      </a:cubicBezTo>
                      <a:close/>
                    </a:path>
                  </a:pathLst>
                </a:custGeom>
                <a:solidFill>
                  <a:srgbClr val="CCCCC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3" name="Google Shape;83;p17"/>
                <p:cNvSpPr/>
                <p:nvPr/>
              </p:nvSpPr>
              <p:spPr>
                <a:xfrm>
                  <a:off x="3689273" y="2381417"/>
                  <a:ext cx="409011" cy="4087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08" h="17697" extrusionOk="0">
                      <a:moveTo>
                        <a:pt x="8895" y="0"/>
                      </a:moveTo>
                      <a:cubicBezTo>
                        <a:pt x="8380" y="0"/>
                        <a:pt x="7857" y="46"/>
                        <a:pt x="7332" y="140"/>
                      </a:cubicBezTo>
                      <a:cubicBezTo>
                        <a:pt x="6730" y="253"/>
                        <a:pt x="6166" y="404"/>
                        <a:pt x="5602" y="591"/>
                      </a:cubicBezTo>
                      <a:cubicBezTo>
                        <a:pt x="2294" y="1907"/>
                        <a:pt x="114" y="5065"/>
                        <a:pt x="1" y="8599"/>
                      </a:cubicBezTo>
                      <a:cubicBezTo>
                        <a:pt x="1" y="9201"/>
                        <a:pt x="39" y="9802"/>
                        <a:pt x="114" y="10366"/>
                      </a:cubicBezTo>
                      <a:cubicBezTo>
                        <a:pt x="226" y="10967"/>
                        <a:pt x="377" y="11531"/>
                        <a:pt x="602" y="12095"/>
                      </a:cubicBezTo>
                      <a:cubicBezTo>
                        <a:pt x="1918" y="15366"/>
                        <a:pt x="5039" y="17584"/>
                        <a:pt x="8572" y="17697"/>
                      </a:cubicBezTo>
                      <a:cubicBezTo>
                        <a:pt x="9174" y="17697"/>
                        <a:pt x="9775" y="17659"/>
                        <a:pt x="10377" y="17546"/>
                      </a:cubicBezTo>
                      <a:cubicBezTo>
                        <a:pt x="10941" y="17471"/>
                        <a:pt x="11542" y="17283"/>
                        <a:pt x="12069" y="17095"/>
                      </a:cubicBezTo>
                      <a:cubicBezTo>
                        <a:pt x="15377" y="15780"/>
                        <a:pt x="17595" y="12659"/>
                        <a:pt x="17708" y="9088"/>
                      </a:cubicBezTo>
                      <a:cubicBezTo>
                        <a:pt x="17708" y="8486"/>
                        <a:pt x="17670" y="7922"/>
                        <a:pt x="17557" y="7321"/>
                      </a:cubicBezTo>
                      <a:lnTo>
                        <a:pt x="17595" y="7321"/>
                      </a:lnTo>
                      <a:cubicBezTo>
                        <a:pt x="16825" y="3034"/>
                        <a:pt x="13101" y="0"/>
                        <a:pt x="8895" y="0"/>
                      </a:cubicBezTo>
                      <a:close/>
                    </a:path>
                  </a:pathLst>
                </a:custGeom>
                <a:solidFill>
                  <a:srgbClr val="66666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4" name="Google Shape;84;p17"/>
                <p:cNvSpPr/>
                <p:nvPr/>
              </p:nvSpPr>
              <p:spPr>
                <a:xfrm>
                  <a:off x="3729234" y="2435214"/>
                  <a:ext cx="315212" cy="3023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47" h="13090" extrusionOk="0">
                      <a:moveTo>
                        <a:pt x="7135" y="0"/>
                      </a:moveTo>
                      <a:cubicBezTo>
                        <a:pt x="6753" y="0"/>
                        <a:pt x="6366" y="34"/>
                        <a:pt x="5978" y="105"/>
                      </a:cubicBezTo>
                      <a:cubicBezTo>
                        <a:pt x="2406" y="706"/>
                        <a:pt x="0" y="4127"/>
                        <a:pt x="639" y="7661"/>
                      </a:cubicBezTo>
                      <a:cubicBezTo>
                        <a:pt x="715" y="8112"/>
                        <a:pt x="827" y="8526"/>
                        <a:pt x="1015" y="8939"/>
                      </a:cubicBezTo>
                      <a:cubicBezTo>
                        <a:pt x="1955" y="11383"/>
                        <a:pt x="4286" y="12999"/>
                        <a:pt x="6918" y="13075"/>
                      </a:cubicBezTo>
                      <a:cubicBezTo>
                        <a:pt x="7038" y="13085"/>
                        <a:pt x="7159" y="13089"/>
                        <a:pt x="7280" y="13089"/>
                      </a:cubicBezTo>
                      <a:cubicBezTo>
                        <a:pt x="7608" y="13089"/>
                        <a:pt x="7931" y="13054"/>
                        <a:pt x="8233" y="12999"/>
                      </a:cubicBezTo>
                      <a:cubicBezTo>
                        <a:pt x="8685" y="12924"/>
                        <a:pt x="9098" y="12774"/>
                        <a:pt x="9512" y="12623"/>
                      </a:cubicBezTo>
                      <a:cubicBezTo>
                        <a:pt x="11955" y="11646"/>
                        <a:pt x="13572" y="9315"/>
                        <a:pt x="13647" y="6721"/>
                      </a:cubicBezTo>
                      <a:cubicBezTo>
                        <a:pt x="13647" y="6270"/>
                        <a:pt x="13647" y="5819"/>
                        <a:pt x="13572" y="5405"/>
                      </a:cubicBezTo>
                      <a:cubicBezTo>
                        <a:pt x="13003" y="2226"/>
                        <a:pt x="10230" y="0"/>
                        <a:pt x="7135" y="0"/>
                      </a:cubicBezTo>
                      <a:close/>
                    </a:path>
                  </a:pathLst>
                </a:custGeom>
                <a:solidFill>
                  <a:srgbClr val="CCCCC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5" name="Google Shape;85;p17"/>
                <p:cNvSpPr/>
                <p:nvPr/>
              </p:nvSpPr>
              <p:spPr>
                <a:xfrm>
                  <a:off x="3688419" y="2381163"/>
                  <a:ext cx="409865" cy="4093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45" h="17722" extrusionOk="0">
                      <a:moveTo>
                        <a:pt x="9136" y="1"/>
                      </a:moveTo>
                      <a:cubicBezTo>
                        <a:pt x="8534" y="1"/>
                        <a:pt x="7933" y="39"/>
                        <a:pt x="7331" y="151"/>
                      </a:cubicBezTo>
                      <a:cubicBezTo>
                        <a:pt x="6767" y="264"/>
                        <a:pt x="6166" y="415"/>
                        <a:pt x="5639" y="640"/>
                      </a:cubicBezTo>
                      <a:lnTo>
                        <a:pt x="6842" y="7445"/>
                      </a:lnTo>
                      <a:lnTo>
                        <a:pt x="38" y="8648"/>
                      </a:lnTo>
                      <a:cubicBezTo>
                        <a:pt x="0" y="9212"/>
                        <a:pt x="38" y="9813"/>
                        <a:pt x="151" y="10415"/>
                      </a:cubicBezTo>
                      <a:cubicBezTo>
                        <a:pt x="263" y="10978"/>
                        <a:pt x="414" y="11542"/>
                        <a:pt x="639" y="12106"/>
                      </a:cubicBezTo>
                      <a:lnTo>
                        <a:pt x="7444" y="10903"/>
                      </a:lnTo>
                      <a:lnTo>
                        <a:pt x="8647" y="17708"/>
                      </a:lnTo>
                      <a:cubicBezTo>
                        <a:pt x="8788" y="17717"/>
                        <a:pt x="8931" y="17722"/>
                        <a:pt x="9076" y="17722"/>
                      </a:cubicBezTo>
                      <a:cubicBezTo>
                        <a:pt x="9512" y="17722"/>
                        <a:pt x="9963" y="17680"/>
                        <a:pt x="10414" y="17595"/>
                      </a:cubicBezTo>
                      <a:cubicBezTo>
                        <a:pt x="10978" y="17482"/>
                        <a:pt x="11579" y="17332"/>
                        <a:pt x="12106" y="17106"/>
                      </a:cubicBezTo>
                      <a:lnTo>
                        <a:pt x="10940" y="10302"/>
                      </a:lnTo>
                      <a:lnTo>
                        <a:pt x="17745" y="9099"/>
                      </a:lnTo>
                      <a:cubicBezTo>
                        <a:pt x="17745" y="8497"/>
                        <a:pt x="17707" y="7933"/>
                        <a:pt x="17594" y="7332"/>
                      </a:cubicBezTo>
                      <a:cubicBezTo>
                        <a:pt x="17482" y="6768"/>
                        <a:pt x="17331" y="6166"/>
                        <a:pt x="17143" y="5640"/>
                      </a:cubicBezTo>
                      <a:lnTo>
                        <a:pt x="10339" y="6806"/>
                      </a:lnTo>
                      <a:lnTo>
                        <a:pt x="9136" y="1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6" name="Google Shape;86;p17"/>
                <p:cNvSpPr/>
                <p:nvPr/>
              </p:nvSpPr>
              <p:spPr>
                <a:xfrm>
                  <a:off x="4910222" y="2139436"/>
                  <a:ext cx="510593" cy="4472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106" h="19362" extrusionOk="0">
                      <a:moveTo>
                        <a:pt x="11072" y="1"/>
                      </a:moveTo>
                      <a:cubicBezTo>
                        <a:pt x="7670" y="1"/>
                        <a:pt x="4363" y="1799"/>
                        <a:pt x="2594" y="4977"/>
                      </a:cubicBezTo>
                      <a:cubicBezTo>
                        <a:pt x="0" y="9639"/>
                        <a:pt x="1692" y="15541"/>
                        <a:pt x="6354" y="18135"/>
                      </a:cubicBezTo>
                      <a:cubicBezTo>
                        <a:pt x="7847" y="18966"/>
                        <a:pt x="9467" y="19361"/>
                        <a:pt x="11065" y="19361"/>
                      </a:cubicBezTo>
                      <a:cubicBezTo>
                        <a:pt x="14457" y="19361"/>
                        <a:pt x="17749" y="17582"/>
                        <a:pt x="19512" y="14413"/>
                      </a:cubicBezTo>
                      <a:cubicBezTo>
                        <a:pt x="22106" y="9714"/>
                        <a:pt x="20452" y="3812"/>
                        <a:pt x="15752" y="1218"/>
                      </a:cubicBezTo>
                      <a:cubicBezTo>
                        <a:pt x="14269" y="392"/>
                        <a:pt x="12660" y="1"/>
                        <a:pt x="11072" y="1"/>
                      </a:cubicBezTo>
                      <a:close/>
                    </a:path>
                  </a:pathLst>
                </a:custGeom>
                <a:solidFill>
                  <a:srgbClr val="CCCCC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7" name="Google Shape;87;p17"/>
                <p:cNvSpPr/>
                <p:nvPr/>
              </p:nvSpPr>
              <p:spPr>
                <a:xfrm>
                  <a:off x="4948427" y="2167916"/>
                  <a:ext cx="434187" cy="3897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798" h="16874" extrusionOk="0">
                      <a:moveTo>
                        <a:pt x="9380" y="0"/>
                      </a:moveTo>
                      <a:cubicBezTo>
                        <a:pt x="5685" y="0"/>
                        <a:pt x="2307" y="2443"/>
                        <a:pt x="1279" y="6150"/>
                      </a:cubicBezTo>
                      <a:cubicBezTo>
                        <a:pt x="0" y="10662"/>
                        <a:pt x="2632" y="15323"/>
                        <a:pt x="7106" y="16564"/>
                      </a:cubicBezTo>
                      <a:cubicBezTo>
                        <a:pt x="7868" y="16773"/>
                        <a:pt x="8634" y="16874"/>
                        <a:pt x="9387" y="16874"/>
                      </a:cubicBezTo>
                      <a:cubicBezTo>
                        <a:pt x="13094" y="16874"/>
                        <a:pt x="16488" y="14449"/>
                        <a:pt x="17519" y="10699"/>
                      </a:cubicBezTo>
                      <a:cubicBezTo>
                        <a:pt x="18798" y="6225"/>
                        <a:pt x="16166" y="1564"/>
                        <a:pt x="11692" y="323"/>
                      </a:cubicBezTo>
                      <a:cubicBezTo>
                        <a:pt x="10920" y="104"/>
                        <a:pt x="10143" y="0"/>
                        <a:pt x="9380" y="0"/>
                      </a:cubicBezTo>
                      <a:close/>
                    </a:path>
                  </a:pathLst>
                </a:custGeom>
                <a:solidFill>
                  <a:srgbClr val="66666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8" name="Google Shape;88;p17"/>
                <p:cNvSpPr/>
                <p:nvPr/>
              </p:nvSpPr>
              <p:spPr>
                <a:xfrm>
                  <a:off x="5023105" y="2220419"/>
                  <a:ext cx="311747" cy="2743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497" h="11878" extrusionOk="0">
                      <a:moveTo>
                        <a:pt x="6731" y="1"/>
                      </a:moveTo>
                      <a:cubicBezTo>
                        <a:pt x="4800" y="1"/>
                        <a:pt x="2908" y="939"/>
                        <a:pt x="1767" y="2674"/>
                      </a:cubicBezTo>
                      <a:cubicBezTo>
                        <a:pt x="1" y="5419"/>
                        <a:pt x="752" y="9103"/>
                        <a:pt x="3497" y="10907"/>
                      </a:cubicBezTo>
                      <a:cubicBezTo>
                        <a:pt x="4496" y="11565"/>
                        <a:pt x="5620" y="11878"/>
                        <a:pt x="6731" y="11878"/>
                      </a:cubicBezTo>
                      <a:cubicBezTo>
                        <a:pt x="8670" y="11878"/>
                        <a:pt x="10569" y="10923"/>
                        <a:pt x="11692" y="9178"/>
                      </a:cubicBezTo>
                      <a:cubicBezTo>
                        <a:pt x="13497" y="6434"/>
                        <a:pt x="12745" y="2787"/>
                        <a:pt x="10001" y="983"/>
                      </a:cubicBezTo>
                      <a:cubicBezTo>
                        <a:pt x="8991" y="319"/>
                        <a:pt x="7854" y="1"/>
                        <a:pt x="6731" y="1"/>
                      </a:cubicBez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9" name="Google Shape;89;p17"/>
                <p:cNvSpPr/>
                <p:nvPr/>
              </p:nvSpPr>
              <p:spPr>
                <a:xfrm>
                  <a:off x="5234966" y="2245112"/>
                  <a:ext cx="197160" cy="1764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36" h="7640" extrusionOk="0">
                      <a:moveTo>
                        <a:pt x="4221" y="1"/>
                      </a:moveTo>
                      <a:cubicBezTo>
                        <a:pt x="2012" y="1"/>
                        <a:pt x="1" y="1985"/>
                        <a:pt x="453" y="4500"/>
                      </a:cubicBezTo>
                      <a:cubicBezTo>
                        <a:pt x="812" y="6500"/>
                        <a:pt x="2501" y="7640"/>
                        <a:pt x="4219" y="7640"/>
                      </a:cubicBezTo>
                      <a:cubicBezTo>
                        <a:pt x="5376" y="7640"/>
                        <a:pt x="6546" y="7123"/>
                        <a:pt x="7332" y="6004"/>
                      </a:cubicBezTo>
                      <a:cubicBezTo>
                        <a:pt x="8535" y="4274"/>
                        <a:pt x="8122" y="1906"/>
                        <a:pt x="6393" y="703"/>
                      </a:cubicBezTo>
                      <a:cubicBezTo>
                        <a:pt x="5702" y="218"/>
                        <a:pt x="4951" y="1"/>
                        <a:pt x="4221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0" name="Google Shape;90;p17"/>
                <p:cNvSpPr/>
                <p:nvPr/>
              </p:nvSpPr>
              <p:spPr>
                <a:xfrm>
                  <a:off x="5267997" y="2252665"/>
                  <a:ext cx="164131" cy="1686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06" h="7303" extrusionOk="0">
                      <a:moveTo>
                        <a:pt x="4248" y="0"/>
                      </a:moveTo>
                      <a:cubicBezTo>
                        <a:pt x="6672" y="2585"/>
                        <a:pt x="4568" y="6420"/>
                        <a:pt x="1542" y="6420"/>
                      </a:cubicBezTo>
                      <a:cubicBezTo>
                        <a:pt x="1048" y="6420"/>
                        <a:pt x="528" y="6317"/>
                        <a:pt x="0" y="6090"/>
                      </a:cubicBezTo>
                      <a:lnTo>
                        <a:pt x="0" y="6090"/>
                      </a:lnTo>
                      <a:cubicBezTo>
                        <a:pt x="761" y="6903"/>
                        <a:pt x="1777" y="7302"/>
                        <a:pt x="2787" y="7302"/>
                      </a:cubicBezTo>
                      <a:cubicBezTo>
                        <a:pt x="3973" y="7302"/>
                        <a:pt x="5151" y="6753"/>
                        <a:pt x="5902" y="5677"/>
                      </a:cubicBezTo>
                      <a:cubicBezTo>
                        <a:pt x="7105" y="3947"/>
                        <a:pt x="6692" y="1579"/>
                        <a:pt x="4963" y="376"/>
                      </a:cubicBezTo>
                      <a:cubicBezTo>
                        <a:pt x="4737" y="226"/>
                        <a:pt x="4511" y="75"/>
                        <a:pt x="4248" y="0"/>
                      </a:cubicBezTo>
                      <a:close/>
                    </a:path>
                  </a:pathLst>
                </a:custGeom>
                <a:solidFill>
                  <a:srgbClr val="000000">
                    <a:alpha val="8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1" name="Google Shape;91;p17"/>
                <p:cNvSpPr/>
                <p:nvPr/>
              </p:nvSpPr>
              <p:spPr>
                <a:xfrm>
                  <a:off x="4892852" y="2305769"/>
                  <a:ext cx="197137" cy="1763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35" h="7633" extrusionOk="0">
                      <a:moveTo>
                        <a:pt x="4202" y="1"/>
                      </a:moveTo>
                      <a:cubicBezTo>
                        <a:pt x="2001" y="1"/>
                        <a:pt x="1" y="1960"/>
                        <a:pt x="452" y="4468"/>
                      </a:cubicBezTo>
                      <a:cubicBezTo>
                        <a:pt x="813" y="6477"/>
                        <a:pt x="2516" y="7632"/>
                        <a:pt x="4242" y="7632"/>
                      </a:cubicBezTo>
                      <a:cubicBezTo>
                        <a:pt x="5391" y="7632"/>
                        <a:pt x="6550" y="7121"/>
                        <a:pt x="7331" y="6009"/>
                      </a:cubicBezTo>
                      <a:cubicBezTo>
                        <a:pt x="8534" y="4280"/>
                        <a:pt x="8121" y="1912"/>
                        <a:pt x="6391" y="709"/>
                      </a:cubicBezTo>
                      <a:cubicBezTo>
                        <a:pt x="5695" y="219"/>
                        <a:pt x="4937" y="1"/>
                        <a:pt x="4202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2" name="Google Shape;92;p17"/>
                <p:cNvSpPr/>
                <p:nvPr/>
              </p:nvSpPr>
              <p:spPr>
                <a:xfrm>
                  <a:off x="4925860" y="2312583"/>
                  <a:ext cx="164131" cy="1696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06" h="7343" extrusionOk="0">
                      <a:moveTo>
                        <a:pt x="4286" y="0"/>
                      </a:moveTo>
                      <a:lnTo>
                        <a:pt x="4286" y="0"/>
                      </a:lnTo>
                      <a:cubicBezTo>
                        <a:pt x="6684" y="2593"/>
                        <a:pt x="4556" y="6444"/>
                        <a:pt x="1514" y="6444"/>
                      </a:cubicBezTo>
                      <a:cubicBezTo>
                        <a:pt x="1028" y="6444"/>
                        <a:pt x="518" y="6345"/>
                        <a:pt x="0" y="6128"/>
                      </a:cubicBezTo>
                      <a:lnTo>
                        <a:pt x="0" y="6128"/>
                      </a:lnTo>
                      <a:cubicBezTo>
                        <a:pt x="188" y="6316"/>
                        <a:pt x="376" y="6504"/>
                        <a:pt x="602" y="6654"/>
                      </a:cubicBezTo>
                      <a:cubicBezTo>
                        <a:pt x="1269" y="7119"/>
                        <a:pt x="2032" y="7342"/>
                        <a:pt x="2786" y="7342"/>
                      </a:cubicBezTo>
                      <a:cubicBezTo>
                        <a:pt x="3985" y="7342"/>
                        <a:pt x="5164" y="6776"/>
                        <a:pt x="5902" y="5714"/>
                      </a:cubicBezTo>
                      <a:cubicBezTo>
                        <a:pt x="7105" y="3985"/>
                        <a:pt x="6692" y="1617"/>
                        <a:pt x="4962" y="414"/>
                      </a:cubicBezTo>
                      <a:cubicBezTo>
                        <a:pt x="4737" y="263"/>
                        <a:pt x="4511" y="113"/>
                        <a:pt x="4286" y="0"/>
                      </a:cubicBezTo>
                      <a:close/>
                    </a:path>
                  </a:pathLst>
                </a:custGeom>
                <a:solidFill>
                  <a:srgbClr val="000000">
                    <a:alpha val="8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3" name="Google Shape;93;p17"/>
                <p:cNvSpPr/>
                <p:nvPr/>
              </p:nvSpPr>
              <p:spPr>
                <a:xfrm>
                  <a:off x="5016845" y="2103910"/>
                  <a:ext cx="228573" cy="1754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96" h="7595" extrusionOk="0">
                      <a:moveTo>
                        <a:pt x="4930" y="0"/>
                      </a:moveTo>
                      <a:cubicBezTo>
                        <a:pt x="3730" y="0"/>
                        <a:pt x="2552" y="566"/>
                        <a:pt x="1813" y="1628"/>
                      </a:cubicBezTo>
                      <a:cubicBezTo>
                        <a:pt x="0" y="4207"/>
                        <a:pt x="1937" y="7595"/>
                        <a:pt x="4896" y="7595"/>
                      </a:cubicBezTo>
                      <a:cubicBezTo>
                        <a:pt x="5128" y="7595"/>
                        <a:pt x="5366" y="7574"/>
                        <a:pt x="5610" y="7530"/>
                      </a:cubicBezTo>
                      <a:cubicBezTo>
                        <a:pt x="8956" y="6966"/>
                        <a:pt x="9896" y="2605"/>
                        <a:pt x="7114" y="688"/>
                      </a:cubicBezTo>
                      <a:cubicBezTo>
                        <a:pt x="6446" y="224"/>
                        <a:pt x="5684" y="0"/>
                        <a:pt x="4930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4" name="Google Shape;94;p17"/>
                <p:cNvSpPr/>
                <p:nvPr/>
              </p:nvSpPr>
              <p:spPr>
                <a:xfrm>
                  <a:off x="5066531" y="2110239"/>
                  <a:ext cx="164131" cy="1696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06" h="7343" extrusionOk="0">
                      <a:moveTo>
                        <a:pt x="4286" y="1"/>
                      </a:moveTo>
                      <a:lnTo>
                        <a:pt x="4286" y="1"/>
                      </a:lnTo>
                      <a:cubicBezTo>
                        <a:pt x="6707" y="2583"/>
                        <a:pt x="4610" y="6468"/>
                        <a:pt x="1566" y="6468"/>
                      </a:cubicBezTo>
                      <a:cubicBezTo>
                        <a:pt x="1064" y="6468"/>
                        <a:pt x="537" y="6362"/>
                        <a:pt x="0" y="6128"/>
                      </a:cubicBezTo>
                      <a:lnTo>
                        <a:pt x="0" y="6128"/>
                      </a:lnTo>
                      <a:cubicBezTo>
                        <a:pt x="188" y="6316"/>
                        <a:pt x="376" y="6504"/>
                        <a:pt x="602" y="6655"/>
                      </a:cubicBezTo>
                      <a:cubicBezTo>
                        <a:pt x="1269" y="7119"/>
                        <a:pt x="2032" y="7343"/>
                        <a:pt x="2786" y="7343"/>
                      </a:cubicBezTo>
                      <a:cubicBezTo>
                        <a:pt x="3986" y="7343"/>
                        <a:pt x="5164" y="6777"/>
                        <a:pt x="5903" y="5715"/>
                      </a:cubicBezTo>
                      <a:cubicBezTo>
                        <a:pt x="7106" y="3986"/>
                        <a:pt x="6692" y="1617"/>
                        <a:pt x="4963" y="414"/>
                      </a:cubicBezTo>
                      <a:cubicBezTo>
                        <a:pt x="4737" y="264"/>
                        <a:pt x="4512" y="113"/>
                        <a:pt x="4286" y="1"/>
                      </a:cubicBezTo>
                      <a:close/>
                    </a:path>
                  </a:pathLst>
                </a:custGeom>
                <a:solidFill>
                  <a:srgbClr val="000000">
                    <a:alpha val="8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5" name="Google Shape;95;p17"/>
                <p:cNvSpPr/>
                <p:nvPr/>
              </p:nvSpPr>
              <p:spPr>
                <a:xfrm>
                  <a:off x="5077618" y="2445678"/>
                  <a:ext cx="228596" cy="1758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97" h="7612" extrusionOk="0">
                      <a:moveTo>
                        <a:pt x="4937" y="0"/>
                      </a:moveTo>
                      <a:cubicBezTo>
                        <a:pt x="3735" y="0"/>
                        <a:pt x="2554" y="580"/>
                        <a:pt x="1814" y="1644"/>
                      </a:cubicBezTo>
                      <a:cubicBezTo>
                        <a:pt x="1" y="4224"/>
                        <a:pt x="1905" y="7611"/>
                        <a:pt x="4859" y="7611"/>
                      </a:cubicBezTo>
                      <a:cubicBezTo>
                        <a:pt x="5091" y="7611"/>
                        <a:pt x="5329" y="7590"/>
                        <a:pt x="5573" y="7546"/>
                      </a:cubicBezTo>
                      <a:cubicBezTo>
                        <a:pt x="8919" y="6982"/>
                        <a:pt x="9896" y="2622"/>
                        <a:pt x="7114" y="704"/>
                      </a:cubicBezTo>
                      <a:cubicBezTo>
                        <a:pt x="6449" y="227"/>
                        <a:pt x="5689" y="0"/>
                        <a:pt x="4937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6" name="Google Shape;96;p17"/>
                <p:cNvSpPr/>
                <p:nvPr/>
              </p:nvSpPr>
              <p:spPr>
                <a:xfrm>
                  <a:off x="5126449" y="2452376"/>
                  <a:ext cx="165009" cy="1695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44" h="7341" extrusionOk="0">
                      <a:moveTo>
                        <a:pt x="4286" y="1"/>
                      </a:moveTo>
                      <a:lnTo>
                        <a:pt x="4286" y="1"/>
                      </a:lnTo>
                      <a:cubicBezTo>
                        <a:pt x="6685" y="2594"/>
                        <a:pt x="4584" y="6445"/>
                        <a:pt x="1526" y="6445"/>
                      </a:cubicBezTo>
                      <a:cubicBezTo>
                        <a:pt x="1037" y="6445"/>
                        <a:pt x="523" y="6346"/>
                        <a:pt x="0" y="6129"/>
                      </a:cubicBezTo>
                      <a:lnTo>
                        <a:pt x="0" y="6129"/>
                      </a:lnTo>
                      <a:cubicBezTo>
                        <a:pt x="761" y="6941"/>
                        <a:pt x="1785" y="7341"/>
                        <a:pt x="2804" y="7341"/>
                      </a:cubicBezTo>
                      <a:cubicBezTo>
                        <a:pt x="4000" y="7341"/>
                        <a:pt x="5189" y="6791"/>
                        <a:pt x="5940" y="5715"/>
                      </a:cubicBezTo>
                      <a:cubicBezTo>
                        <a:pt x="7143" y="3986"/>
                        <a:pt x="6730" y="1580"/>
                        <a:pt x="5000" y="377"/>
                      </a:cubicBezTo>
                      <a:cubicBezTo>
                        <a:pt x="4775" y="226"/>
                        <a:pt x="4549" y="113"/>
                        <a:pt x="4286" y="1"/>
                      </a:cubicBezTo>
                      <a:close/>
                    </a:path>
                  </a:pathLst>
                </a:custGeom>
                <a:solidFill>
                  <a:srgbClr val="000000">
                    <a:alpha val="8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7" name="Google Shape;97;p17"/>
                <p:cNvSpPr/>
                <p:nvPr/>
              </p:nvSpPr>
              <p:spPr>
                <a:xfrm>
                  <a:off x="4251795" y="2319443"/>
                  <a:ext cx="205152" cy="1736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82" h="7516" extrusionOk="0">
                      <a:moveTo>
                        <a:pt x="4882" y="0"/>
                      </a:moveTo>
                      <a:cubicBezTo>
                        <a:pt x="3815" y="0"/>
                        <a:pt x="2737" y="448"/>
                        <a:pt x="1964" y="1432"/>
                      </a:cubicBezTo>
                      <a:cubicBezTo>
                        <a:pt x="0" y="3932"/>
                        <a:pt x="1834" y="7516"/>
                        <a:pt x="4857" y="7516"/>
                      </a:cubicBezTo>
                      <a:cubicBezTo>
                        <a:pt x="5017" y="7516"/>
                        <a:pt x="5181" y="7506"/>
                        <a:pt x="5347" y="7485"/>
                      </a:cubicBezTo>
                      <a:cubicBezTo>
                        <a:pt x="7415" y="7259"/>
                        <a:pt x="8881" y="5380"/>
                        <a:pt x="8656" y="3350"/>
                      </a:cubicBezTo>
                      <a:cubicBezTo>
                        <a:pt x="8420" y="1255"/>
                        <a:pt x="6667" y="0"/>
                        <a:pt x="4882" y="0"/>
                      </a:cubicBezTo>
                      <a:close/>
                    </a:path>
                  </a:pathLst>
                </a:custGeom>
                <a:solidFill>
                  <a:srgbClr val="CCCCC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8" name="Google Shape;98;p17"/>
                <p:cNvSpPr/>
                <p:nvPr/>
              </p:nvSpPr>
              <p:spPr>
                <a:xfrm>
                  <a:off x="4280460" y="2341064"/>
                  <a:ext cx="153899" cy="1308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3" h="5664" extrusionOk="0">
                      <a:moveTo>
                        <a:pt x="3663" y="1"/>
                      </a:moveTo>
                      <a:cubicBezTo>
                        <a:pt x="2869" y="1"/>
                        <a:pt x="2062" y="333"/>
                        <a:pt x="1475" y="1060"/>
                      </a:cubicBezTo>
                      <a:cubicBezTo>
                        <a:pt x="0" y="2966"/>
                        <a:pt x="1381" y="5664"/>
                        <a:pt x="3676" y="5664"/>
                      </a:cubicBezTo>
                      <a:cubicBezTo>
                        <a:pt x="3780" y="5664"/>
                        <a:pt x="3886" y="5658"/>
                        <a:pt x="3994" y="5647"/>
                      </a:cubicBezTo>
                      <a:cubicBezTo>
                        <a:pt x="5572" y="5459"/>
                        <a:pt x="6663" y="4068"/>
                        <a:pt x="6475" y="2526"/>
                      </a:cubicBezTo>
                      <a:cubicBezTo>
                        <a:pt x="6310" y="945"/>
                        <a:pt x="5003" y="1"/>
                        <a:pt x="3663" y="1"/>
                      </a:cubicBezTo>
                      <a:close/>
                    </a:path>
                  </a:pathLst>
                </a:custGeom>
                <a:solidFill>
                  <a:srgbClr val="66666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9" name="Google Shape;99;p17"/>
                <p:cNvSpPr/>
                <p:nvPr/>
              </p:nvSpPr>
              <p:spPr>
                <a:xfrm>
                  <a:off x="4314508" y="2347300"/>
                  <a:ext cx="120684" cy="1244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25" h="5390" extrusionOk="0">
                      <a:moveTo>
                        <a:pt x="3384" y="1"/>
                      </a:moveTo>
                      <a:cubicBezTo>
                        <a:pt x="4911" y="1973"/>
                        <a:pt x="3343" y="4563"/>
                        <a:pt x="1208" y="4563"/>
                      </a:cubicBezTo>
                      <a:cubicBezTo>
                        <a:pt x="819" y="4563"/>
                        <a:pt x="412" y="4478"/>
                        <a:pt x="1" y="4287"/>
                      </a:cubicBezTo>
                      <a:lnTo>
                        <a:pt x="1" y="4287"/>
                      </a:lnTo>
                      <a:cubicBezTo>
                        <a:pt x="588" y="5053"/>
                        <a:pt x="1393" y="5390"/>
                        <a:pt x="2186" y="5390"/>
                      </a:cubicBezTo>
                      <a:cubicBezTo>
                        <a:pt x="3727" y="5390"/>
                        <a:pt x="5224" y="4118"/>
                        <a:pt x="5001" y="2256"/>
                      </a:cubicBezTo>
                      <a:cubicBezTo>
                        <a:pt x="4888" y="1279"/>
                        <a:pt x="4286" y="414"/>
                        <a:pt x="3384" y="1"/>
                      </a:cubicBezTo>
                      <a:close/>
                    </a:path>
                  </a:pathLst>
                </a:custGeom>
                <a:solidFill>
                  <a:srgbClr val="000000">
                    <a:alpha val="1302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0" name="Google Shape;100;p17"/>
                <p:cNvSpPr/>
                <p:nvPr/>
              </p:nvSpPr>
              <p:spPr>
                <a:xfrm>
                  <a:off x="4583515" y="2261212"/>
                  <a:ext cx="205152" cy="1736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82" h="7519" extrusionOk="0">
                      <a:moveTo>
                        <a:pt x="4906" y="1"/>
                      </a:moveTo>
                      <a:cubicBezTo>
                        <a:pt x="3838" y="1"/>
                        <a:pt x="2753" y="448"/>
                        <a:pt x="1964" y="1435"/>
                      </a:cubicBezTo>
                      <a:cubicBezTo>
                        <a:pt x="0" y="3934"/>
                        <a:pt x="1834" y="7518"/>
                        <a:pt x="4890" y="7518"/>
                      </a:cubicBezTo>
                      <a:cubicBezTo>
                        <a:pt x="5051" y="7518"/>
                        <a:pt x="5217" y="7508"/>
                        <a:pt x="5385" y="7487"/>
                      </a:cubicBezTo>
                      <a:cubicBezTo>
                        <a:pt x="7415" y="7224"/>
                        <a:pt x="8881" y="5382"/>
                        <a:pt x="8656" y="3314"/>
                      </a:cubicBezTo>
                      <a:cubicBezTo>
                        <a:pt x="8421" y="1246"/>
                        <a:pt x="6687" y="1"/>
                        <a:pt x="4906" y="1"/>
                      </a:cubicBezTo>
                      <a:close/>
                    </a:path>
                  </a:pathLst>
                </a:custGeom>
                <a:solidFill>
                  <a:srgbClr val="CCCCC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1" name="Google Shape;101;p17"/>
                <p:cNvSpPr/>
                <p:nvPr/>
              </p:nvSpPr>
              <p:spPr>
                <a:xfrm>
                  <a:off x="4612203" y="2282024"/>
                  <a:ext cx="154753" cy="1308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00" h="5664" extrusionOk="0">
                      <a:moveTo>
                        <a:pt x="3673" y="1"/>
                      </a:moveTo>
                      <a:cubicBezTo>
                        <a:pt x="2883" y="1"/>
                        <a:pt x="2085" y="332"/>
                        <a:pt x="1511" y="1060"/>
                      </a:cubicBezTo>
                      <a:cubicBezTo>
                        <a:pt x="1" y="2966"/>
                        <a:pt x="1380" y="5663"/>
                        <a:pt x="3708" y="5663"/>
                      </a:cubicBezTo>
                      <a:cubicBezTo>
                        <a:pt x="3813" y="5663"/>
                        <a:pt x="3921" y="5658"/>
                        <a:pt x="4030" y="5646"/>
                      </a:cubicBezTo>
                      <a:cubicBezTo>
                        <a:pt x="5571" y="5458"/>
                        <a:pt x="6699" y="4067"/>
                        <a:pt x="6511" y="2526"/>
                      </a:cubicBezTo>
                      <a:cubicBezTo>
                        <a:pt x="6322" y="945"/>
                        <a:pt x="5007" y="1"/>
                        <a:pt x="3673" y="1"/>
                      </a:cubicBezTo>
                      <a:close/>
                    </a:path>
                  </a:pathLst>
                </a:custGeom>
                <a:solidFill>
                  <a:srgbClr val="66666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2" name="Google Shape;102;p17"/>
                <p:cNvSpPr/>
                <p:nvPr/>
              </p:nvSpPr>
              <p:spPr>
                <a:xfrm>
                  <a:off x="4646228" y="2289115"/>
                  <a:ext cx="120985" cy="1238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38" h="5364" extrusionOk="0">
                      <a:moveTo>
                        <a:pt x="3422" y="1"/>
                      </a:moveTo>
                      <a:cubicBezTo>
                        <a:pt x="4948" y="1973"/>
                        <a:pt x="3354" y="4564"/>
                        <a:pt x="1210" y="4564"/>
                      </a:cubicBezTo>
                      <a:cubicBezTo>
                        <a:pt x="820" y="4564"/>
                        <a:pt x="412" y="4478"/>
                        <a:pt x="1" y="4287"/>
                      </a:cubicBezTo>
                      <a:lnTo>
                        <a:pt x="1" y="4287"/>
                      </a:lnTo>
                      <a:cubicBezTo>
                        <a:pt x="596" y="5034"/>
                        <a:pt x="1396" y="5363"/>
                        <a:pt x="2184" y="5363"/>
                      </a:cubicBezTo>
                      <a:cubicBezTo>
                        <a:pt x="3735" y="5363"/>
                        <a:pt x="5238" y="4089"/>
                        <a:pt x="5038" y="2219"/>
                      </a:cubicBezTo>
                      <a:cubicBezTo>
                        <a:pt x="4926" y="1242"/>
                        <a:pt x="4286" y="377"/>
                        <a:pt x="3422" y="1"/>
                      </a:cubicBezTo>
                      <a:close/>
                    </a:path>
                  </a:pathLst>
                </a:custGeom>
                <a:solidFill>
                  <a:srgbClr val="000000">
                    <a:alpha val="1302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103" name="Google Shape;103;p17"/>
            <p:cNvSpPr/>
            <p:nvPr/>
          </p:nvSpPr>
          <p:spPr>
            <a:xfrm>
              <a:off x="2477488" y="-242325"/>
              <a:ext cx="6114425" cy="1481825"/>
            </a:xfrm>
            <a:custGeom>
              <a:avLst/>
              <a:gdLst/>
              <a:ahLst/>
              <a:cxnLst/>
              <a:rect l="l" t="t" r="r" b="b"/>
              <a:pathLst>
                <a:path w="244577" h="59273" extrusionOk="0">
                  <a:moveTo>
                    <a:pt x="0" y="59273"/>
                  </a:moveTo>
                  <a:cubicBezTo>
                    <a:pt x="3618" y="52856"/>
                    <a:pt x="8416" y="23728"/>
                    <a:pt x="21707" y="20772"/>
                  </a:cubicBezTo>
                  <a:cubicBezTo>
                    <a:pt x="34998" y="17816"/>
                    <a:pt x="62996" y="41692"/>
                    <a:pt x="79748" y="41535"/>
                  </a:cubicBezTo>
                  <a:cubicBezTo>
                    <a:pt x="96500" y="41378"/>
                    <a:pt x="103027" y="20458"/>
                    <a:pt x="122217" y="19829"/>
                  </a:cubicBezTo>
                  <a:cubicBezTo>
                    <a:pt x="141407" y="19200"/>
                    <a:pt x="174494" y="41065"/>
                    <a:pt x="194887" y="37760"/>
                  </a:cubicBezTo>
                  <a:cubicBezTo>
                    <a:pt x="215280" y="34455"/>
                    <a:pt x="236295" y="6293"/>
                    <a:pt x="244577" y="0"/>
                  </a:cubicBezTo>
                </a:path>
              </a:pathLst>
            </a:custGeom>
            <a:noFill/>
            <a:ln w="28575" cap="flat" cmpd="sng">
              <a:solidFill>
                <a:srgbClr val="434343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Google Shape;61;p17">
            <a:extLst>
              <a:ext uri="{FF2B5EF4-FFF2-40B4-BE49-F238E27FC236}">
                <a16:creationId xmlns:a16="http://schemas.microsoft.com/office/drawing/2014/main" id="{A858689C-1006-C893-5D48-BE1F85599392}"/>
              </a:ext>
            </a:extLst>
          </p:cNvPr>
          <p:cNvSpPr txBox="1">
            <a:spLocks/>
          </p:cNvSpPr>
          <p:nvPr/>
        </p:nvSpPr>
        <p:spPr>
          <a:xfrm rot="21133586">
            <a:off x="1205797" y="3945991"/>
            <a:ext cx="3101700" cy="498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SzPts val="1100"/>
              <a:buFont typeface="Arial"/>
              <a:buNone/>
            </a:pPr>
            <a:r>
              <a:rPr lang="en-US" dirty="0">
                <a:latin typeface="Oswald" panose="02000503000000000000" pitchFamily="2" charset="0"/>
              </a:rPr>
              <a:t>By: Jess Duong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5" name="Google Shape;1815;p40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40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200" dirty="0">
                <a:latin typeface="Oswald" panose="02000503000000000000" pitchFamily="2" charset="0"/>
              </a:rPr>
              <a:t>Executive Summary</a:t>
            </a:r>
            <a:endParaRPr sz="3200" dirty="0">
              <a:latin typeface="Oswald" panose="02000503000000000000" pitchFamily="2" charset="0"/>
            </a:endParaRPr>
          </a:p>
        </p:txBody>
      </p:sp>
      <p:grpSp>
        <p:nvGrpSpPr>
          <p:cNvPr id="1816" name="Google Shape;1816;p40"/>
          <p:cNvGrpSpPr/>
          <p:nvPr/>
        </p:nvGrpSpPr>
        <p:grpSpPr>
          <a:xfrm>
            <a:off x="457191" y="2360001"/>
            <a:ext cx="3088067" cy="1410930"/>
            <a:chOff x="457191" y="2395392"/>
            <a:chExt cx="3088067" cy="1410930"/>
          </a:xfrm>
        </p:grpSpPr>
        <p:sp>
          <p:nvSpPr>
            <p:cNvPr id="1817" name="Google Shape;1817;p40"/>
            <p:cNvSpPr/>
            <p:nvPr/>
          </p:nvSpPr>
          <p:spPr>
            <a:xfrm>
              <a:off x="486684" y="2424885"/>
              <a:ext cx="3058574" cy="1381438"/>
            </a:xfrm>
            <a:custGeom>
              <a:avLst/>
              <a:gdLst/>
              <a:ahLst/>
              <a:cxnLst/>
              <a:rect l="l" t="t" r="r" b="b"/>
              <a:pathLst>
                <a:path w="151078" h="68236" extrusionOk="0">
                  <a:moveTo>
                    <a:pt x="0" y="0"/>
                  </a:moveTo>
                  <a:lnTo>
                    <a:pt x="0" y="68236"/>
                  </a:lnTo>
                  <a:lnTo>
                    <a:pt x="151078" y="68236"/>
                  </a:lnTo>
                  <a:lnTo>
                    <a:pt x="151078" y="0"/>
                  </a:lnTo>
                  <a:close/>
                </a:path>
              </a:pathLst>
            </a:custGeom>
            <a:solidFill>
              <a:srgbClr val="000000">
                <a:alpha val="8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18" name="Google Shape;1818;p40"/>
            <p:cNvGrpSpPr/>
            <p:nvPr/>
          </p:nvGrpSpPr>
          <p:grpSpPr>
            <a:xfrm>
              <a:off x="457191" y="2395392"/>
              <a:ext cx="3058574" cy="1381438"/>
              <a:chOff x="457191" y="2395392"/>
              <a:chExt cx="3058574" cy="1381438"/>
            </a:xfrm>
          </p:grpSpPr>
          <p:sp>
            <p:nvSpPr>
              <p:cNvPr id="1819" name="Google Shape;1819;p40"/>
              <p:cNvSpPr/>
              <p:nvPr/>
            </p:nvSpPr>
            <p:spPr>
              <a:xfrm>
                <a:off x="457191" y="2395392"/>
                <a:ext cx="3058574" cy="1381438"/>
              </a:xfrm>
              <a:custGeom>
                <a:avLst/>
                <a:gdLst/>
                <a:ahLst/>
                <a:cxnLst/>
                <a:rect l="l" t="t" r="r" b="b"/>
                <a:pathLst>
                  <a:path w="151078" h="68236" extrusionOk="0">
                    <a:moveTo>
                      <a:pt x="0" y="0"/>
                    </a:moveTo>
                    <a:lnTo>
                      <a:pt x="0" y="68236"/>
                    </a:lnTo>
                    <a:lnTo>
                      <a:pt x="151078" y="68236"/>
                    </a:lnTo>
                    <a:lnTo>
                      <a:pt x="151078" y="0"/>
                    </a:lnTo>
                    <a:close/>
                  </a:path>
                </a:pathLst>
              </a:custGeom>
              <a:solidFill>
                <a:srgbClr val="D6BAE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0" name="Google Shape;1820;p40"/>
              <p:cNvSpPr/>
              <p:nvPr/>
            </p:nvSpPr>
            <p:spPr>
              <a:xfrm>
                <a:off x="532564" y="2466550"/>
                <a:ext cx="2907829" cy="1239115"/>
              </a:xfrm>
              <a:custGeom>
                <a:avLst/>
                <a:gdLst/>
                <a:ahLst/>
                <a:cxnLst/>
                <a:rect l="l" t="t" r="r" b="b"/>
                <a:pathLst>
                  <a:path w="142140" h="61206" fill="none" extrusionOk="0">
                    <a:moveTo>
                      <a:pt x="0" y="0"/>
                    </a:moveTo>
                    <a:lnTo>
                      <a:pt x="142140" y="0"/>
                    </a:lnTo>
                    <a:lnTo>
                      <a:pt x="142140" y="61205"/>
                    </a:lnTo>
                    <a:lnTo>
                      <a:pt x="0" y="61205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chemeClr val="dk2"/>
                </a:solidFill>
                <a:prstDash val="solid"/>
                <a:miter lim="5450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821" name="Google Shape;1821;p40"/>
              <p:cNvGrpSpPr/>
              <p:nvPr/>
            </p:nvGrpSpPr>
            <p:grpSpPr>
              <a:xfrm>
                <a:off x="703826" y="2619394"/>
                <a:ext cx="2565304" cy="933434"/>
                <a:chOff x="744056" y="2612758"/>
                <a:chExt cx="2565304" cy="933434"/>
              </a:xfrm>
            </p:grpSpPr>
            <p:sp>
              <p:nvSpPr>
                <p:cNvPr id="1822" name="Google Shape;1822;p40"/>
                <p:cNvSpPr/>
                <p:nvPr/>
              </p:nvSpPr>
              <p:spPr>
                <a:xfrm>
                  <a:off x="765029" y="2710943"/>
                  <a:ext cx="765729" cy="7657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824" h="37825" extrusionOk="0">
                      <a:moveTo>
                        <a:pt x="14279" y="1"/>
                      </a:moveTo>
                      <a:lnTo>
                        <a:pt x="14279" y="14280"/>
                      </a:lnTo>
                      <a:lnTo>
                        <a:pt x="0" y="14280"/>
                      </a:lnTo>
                      <a:lnTo>
                        <a:pt x="0" y="23600"/>
                      </a:lnTo>
                      <a:lnTo>
                        <a:pt x="14279" y="23600"/>
                      </a:lnTo>
                      <a:lnTo>
                        <a:pt x="14279" y="37824"/>
                      </a:lnTo>
                      <a:lnTo>
                        <a:pt x="23599" y="37824"/>
                      </a:lnTo>
                      <a:lnTo>
                        <a:pt x="23599" y="23600"/>
                      </a:lnTo>
                      <a:lnTo>
                        <a:pt x="37824" y="23600"/>
                      </a:lnTo>
                      <a:lnTo>
                        <a:pt x="37824" y="14280"/>
                      </a:lnTo>
                      <a:lnTo>
                        <a:pt x="23599" y="14280"/>
                      </a:lnTo>
                      <a:lnTo>
                        <a:pt x="23599" y="1"/>
                      </a:lnTo>
                      <a:close/>
                    </a:path>
                  </a:pathLst>
                </a:custGeom>
                <a:solidFill>
                  <a:srgbClr val="000000">
                    <a:alpha val="1302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23" name="Google Shape;1823;p40"/>
                <p:cNvSpPr/>
                <p:nvPr/>
              </p:nvSpPr>
              <p:spPr>
                <a:xfrm>
                  <a:off x="2753264" y="2716470"/>
                  <a:ext cx="249372" cy="2136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18" h="10553" extrusionOk="0">
                      <a:moveTo>
                        <a:pt x="7031" y="0"/>
                      </a:moveTo>
                      <a:cubicBezTo>
                        <a:pt x="2344" y="0"/>
                        <a:pt x="0" y="5668"/>
                        <a:pt x="3325" y="8993"/>
                      </a:cubicBezTo>
                      <a:cubicBezTo>
                        <a:pt x="4402" y="10070"/>
                        <a:pt x="5726" y="10552"/>
                        <a:pt x="7023" y="10552"/>
                      </a:cubicBezTo>
                      <a:cubicBezTo>
                        <a:pt x="9728" y="10552"/>
                        <a:pt x="12318" y="8455"/>
                        <a:pt x="12318" y="5287"/>
                      </a:cubicBezTo>
                      <a:cubicBezTo>
                        <a:pt x="12318" y="2398"/>
                        <a:pt x="9974" y="0"/>
                        <a:pt x="7031" y="0"/>
                      </a:cubicBezTo>
                      <a:close/>
                    </a:path>
                  </a:pathLst>
                </a:custGeom>
                <a:solidFill>
                  <a:srgbClr val="000000">
                    <a:alpha val="1302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24" name="Google Shape;1824;p40"/>
                <p:cNvSpPr/>
                <p:nvPr/>
              </p:nvSpPr>
              <p:spPr>
                <a:xfrm>
                  <a:off x="2753264" y="3258213"/>
                  <a:ext cx="249372" cy="2136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18" h="10553" extrusionOk="0">
                      <a:moveTo>
                        <a:pt x="7031" y="0"/>
                      </a:moveTo>
                      <a:cubicBezTo>
                        <a:pt x="2344" y="0"/>
                        <a:pt x="0" y="5668"/>
                        <a:pt x="3325" y="8993"/>
                      </a:cubicBezTo>
                      <a:cubicBezTo>
                        <a:pt x="4402" y="10070"/>
                        <a:pt x="5726" y="10552"/>
                        <a:pt x="7023" y="10552"/>
                      </a:cubicBezTo>
                      <a:cubicBezTo>
                        <a:pt x="9728" y="10552"/>
                        <a:pt x="12318" y="8455"/>
                        <a:pt x="12318" y="5287"/>
                      </a:cubicBezTo>
                      <a:cubicBezTo>
                        <a:pt x="12318" y="2344"/>
                        <a:pt x="9974" y="0"/>
                        <a:pt x="7031" y="0"/>
                      </a:cubicBezTo>
                      <a:close/>
                    </a:path>
                  </a:pathLst>
                </a:custGeom>
                <a:solidFill>
                  <a:srgbClr val="000000">
                    <a:alpha val="1302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25" name="Google Shape;1825;p40"/>
                <p:cNvSpPr/>
                <p:nvPr/>
              </p:nvSpPr>
              <p:spPr>
                <a:xfrm>
                  <a:off x="2518245" y="2987888"/>
                  <a:ext cx="249372" cy="2133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18" h="10540" extrusionOk="0">
                      <a:moveTo>
                        <a:pt x="5287" y="0"/>
                      </a:moveTo>
                      <a:cubicBezTo>
                        <a:pt x="2399" y="0"/>
                        <a:pt x="1" y="2344"/>
                        <a:pt x="1" y="5232"/>
                      </a:cubicBezTo>
                      <a:cubicBezTo>
                        <a:pt x="1" y="8413"/>
                        <a:pt x="2610" y="10539"/>
                        <a:pt x="5326" y="10539"/>
                      </a:cubicBezTo>
                      <a:cubicBezTo>
                        <a:pt x="6613" y="10539"/>
                        <a:pt x="7924" y="10062"/>
                        <a:pt x="8993" y="8993"/>
                      </a:cubicBezTo>
                      <a:cubicBezTo>
                        <a:pt x="12318" y="5669"/>
                        <a:pt x="9974" y="0"/>
                        <a:pt x="5287" y="0"/>
                      </a:cubicBezTo>
                      <a:close/>
                    </a:path>
                  </a:pathLst>
                </a:custGeom>
                <a:solidFill>
                  <a:srgbClr val="000000">
                    <a:alpha val="1302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26" name="Google Shape;1826;p40"/>
                <p:cNvSpPr/>
                <p:nvPr/>
              </p:nvSpPr>
              <p:spPr>
                <a:xfrm>
                  <a:off x="3059988" y="2987888"/>
                  <a:ext cx="249372" cy="2133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18" h="10540" extrusionOk="0">
                      <a:moveTo>
                        <a:pt x="5233" y="0"/>
                      </a:moveTo>
                      <a:cubicBezTo>
                        <a:pt x="2344" y="0"/>
                        <a:pt x="1" y="2344"/>
                        <a:pt x="1" y="5232"/>
                      </a:cubicBezTo>
                      <a:cubicBezTo>
                        <a:pt x="1" y="8413"/>
                        <a:pt x="2610" y="10539"/>
                        <a:pt x="5327" y="10539"/>
                      </a:cubicBezTo>
                      <a:cubicBezTo>
                        <a:pt x="6614" y="10539"/>
                        <a:pt x="7925" y="10062"/>
                        <a:pt x="8993" y="8993"/>
                      </a:cubicBezTo>
                      <a:cubicBezTo>
                        <a:pt x="12318" y="5669"/>
                        <a:pt x="9974" y="0"/>
                        <a:pt x="5233" y="0"/>
                      </a:cubicBezTo>
                      <a:close/>
                    </a:path>
                  </a:pathLst>
                </a:custGeom>
                <a:solidFill>
                  <a:srgbClr val="000000">
                    <a:alpha val="1302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27" name="Google Shape;1827;p40"/>
                <p:cNvSpPr/>
                <p:nvPr/>
              </p:nvSpPr>
              <p:spPr>
                <a:xfrm>
                  <a:off x="1705084" y="2635917"/>
                  <a:ext cx="698436" cy="1445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500" h="7141" extrusionOk="0">
                      <a:moveTo>
                        <a:pt x="0" y="1"/>
                      </a:moveTo>
                      <a:lnTo>
                        <a:pt x="0" y="7140"/>
                      </a:lnTo>
                      <a:lnTo>
                        <a:pt x="34499" y="7140"/>
                      </a:lnTo>
                      <a:lnTo>
                        <a:pt x="34499" y="1"/>
                      </a:lnTo>
                      <a:close/>
                    </a:path>
                  </a:pathLst>
                </a:custGeom>
                <a:solidFill>
                  <a:srgbClr val="000000">
                    <a:alpha val="1302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28" name="Google Shape;1828;p40"/>
                <p:cNvSpPr/>
                <p:nvPr/>
              </p:nvSpPr>
              <p:spPr>
                <a:xfrm>
                  <a:off x="1705084" y="3401646"/>
                  <a:ext cx="698436" cy="1445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500" h="7140" extrusionOk="0">
                      <a:moveTo>
                        <a:pt x="0" y="0"/>
                      </a:moveTo>
                      <a:lnTo>
                        <a:pt x="0" y="7140"/>
                      </a:lnTo>
                      <a:lnTo>
                        <a:pt x="34499" y="7140"/>
                      </a:lnTo>
                      <a:lnTo>
                        <a:pt x="34499" y="0"/>
                      </a:lnTo>
                      <a:close/>
                    </a:path>
                  </a:pathLst>
                </a:custGeom>
                <a:solidFill>
                  <a:srgbClr val="000000">
                    <a:alpha val="1302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29" name="Google Shape;1829;p40"/>
                <p:cNvSpPr/>
                <p:nvPr/>
              </p:nvSpPr>
              <p:spPr>
                <a:xfrm>
                  <a:off x="1681904" y="2612758"/>
                  <a:ext cx="698436" cy="1445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500" h="7140" extrusionOk="0">
                      <a:moveTo>
                        <a:pt x="1" y="0"/>
                      </a:moveTo>
                      <a:lnTo>
                        <a:pt x="1" y="7140"/>
                      </a:lnTo>
                      <a:lnTo>
                        <a:pt x="34500" y="7140"/>
                      </a:lnTo>
                      <a:lnTo>
                        <a:pt x="34500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0" name="Google Shape;1830;p40"/>
                <p:cNvSpPr/>
                <p:nvPr/>
              </p:nvSpPr>
              <p:spPr>
                <a:xfrm>
                  <a:off x="1681904" y="3378466"/>
                  <a:ext cx="698436" cy="1445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500" h="7141" extrusionOk="0">
                      <a:moveTo>
                        <a:pt x="1" y="1"/>
                      </a:moveTo>
                      <a:lnTo>
                        <a:pt x="1" y="7140"/>
                      </a:lnTo>
                      <a:lnTo>
                        <a:pt x="34500" y="7140"/>
                      </a:lnTo>
                      <a:lnTo>
                        <a:pt x="34500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1" name="Google Shape;1831;p40"/>
                <p:cNvSpPr/>
                <p:nvPr/>
              </p:nvSpPr>
              <p:spPr>
                <a:xfrm>
                  <a:off x="744056" y="2689990"/>
                  <a:ext cx="765767" cy="7657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825" h="37824" extrusionOk="0">
                      <a:moveTo>
                        <a:pt x="14225" y="0"/>
                      </a:moveTo>
                      <a:lnTo>
                        <a:pt x="14225" y="14279"/>
                      </a:lnTo>
                      <a:lnTo>
                        <a:pt x="1" y="14279"/>
                      </a:lnTo>
                      <a:lnTo>
                        <a:pt x="1" y="23599"/>
                      </a:lnTo>
                      <a:lnTo>
                        <a:pt x="14225" y="23599"/>
                      </a:lnTo>
                      <a:lnTo>
                        <a:pt x="14225" y="37824"/>
                      </a:lnTo>
                      <a:lnTo>
                        <a:pt x="23545" y="37824"/>
                      </a:lnTo>
                      <a:lnTo>
                        <a:pt x="23545" y="23599"/>
                      </a:lnTo>
                      <a:lnTo>
                        <a:pt x="37824" y="23599"/>
                      </a:lnTo>
                      <a:lnTo>
                        <a:pt x="37824" y="14279"/>
                      </a:lnTo>
                      <a:lnTo>
                        <a:pt x="23545" y="14279"/>
                      </a:lnTo>
                      <a:lnTo>
                        <a:pt x="23545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2" name="Google Shape;1832;p40"/>
                <p:cNvSpPr/>
                <p:nvPr/>
              </p:nvSpPr>
              <p:spPr>
                <a:xfrm>
                  <a:off x="2771300" y="2696089"/>
                  <a:ext cx="213300" cy="2133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3" name="Google Shape;1833;p40"/>
                <p:cNvSpPr/>
                <p:nvPr/>
              </p:nvSpPr>
              <p:spPr>
                <a:xfrm>
                  <a:off x="3043800" y="2966202"/>
                  <a:ext cx="213300" cy="2133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4" name="Google Shape;1834;p40"/>
                <p:cNvSpPr/>
                <p:nvPr/>
              </p:nvSpPr>
              <p:spPr>
                <a:xfrm>
                  <a:off x="2771300" y="3237414"/>
                  <a:ext cx="213300" cy="2133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5" name="Google Shape;1835;p40"/>
                <p:cNvSpPr/>
                <p:nvPr/>
              </p:nvSpPr>
              <p:spPr>
                <a:xfrm>
                  <a:off x="2502800" y="2966189"/>
                  <a:ext cx="213300" cy="2133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1836" name="Google Shape;1836;p40"/>
          <p:cNvGrpSpPr/>
          <p:nvPr/>
        </p:nvGrpSpPr>
        <p:grpSpPr>
          <a:xfrm>
            <a:off x="2837720" y="995895"/>
            <a:ext cx="5849080" cy="1671439"/>
            <a:chOff x="2840870" y="1207477"/>
            <a:chExt cx="5849080" cy="1671439"/>
          </a:xfrm>
        </p:grpSpPr>
        <p:sp>
          <p:nvSpPr>
            <p:cNvPr id="1837" name="Google Shape;1837;p40"/>
            <p:cNvSpPr txBox="1"/>
            <p:nvPr/>
          </p:nvSpPr>
          <p:spPr>
            <a:xfrm>
              <a:off x="5134500" y="1207477"/>
              <a:ext cx="2711400" cy="771432"/>
            </a:xfrm>
            <a:prstGeom prst="rect">
              <a:avLst/>
            </a:prstGeom>
            <a:solidFill>
              <a:srgbClr val="D6BA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1. Europe Surpassed NA in Market Share (2016)</a:t>
              </a: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dirty="0">
                  <a:solidFill>
                    <a:schemeClr val="bg1">
                      <a:lumMod val="50000"/>
                    </a:schemeClr>
                  </a:solidFill>
                  <a:latin typeface="Roboto"/>
                  <a:ea typeface="Roboto"/>
                  <a:cs typeface="Roboto"/>
                  <a:sym typeface="Roboto"/>
                </a:rPr>
                <a:t>EU: 37.7% vs NA: 31.9% of global sales</a:t>
              </a:r>
              <a:endParaRPr sz="1100" dirty="0">
                <a:solidFill>
                  <a:schemeClr val="bg1">
                    <a:lumMod val="50000"/>
                  </a:schemeClr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838" name="Google Shape;1838;p40"/>
            <p:cNvGrpSpPr/>
            <p:nvPr/>
          </p:nvGrpSpPr>
          <p:grpSpPr>
            <a:xfrm>
              <a:off x="4290450" y="1406962"/>
              <a:ext cx="563100" cy="563100"/>
              <a:chOff x="4290450" y="1442353"/>
              <a:chExt cx="563100" cy="563100"/>
            </a:xfrm>
          </p:grpSpPr>
          <p:sp>
            <p:nvSpPr>
              <p:cNvPr id="1839" name="Google Shape;1839;p40"/>
              <p:cNvSpPr/>
              <p:nvPr/>
            </p:nvSpPr>
            <p:spPr>
              <a:xfrm>
                <a:off x="4290450" y="1442353"/>
                <a:ext cx="563100" cy="563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0" name="Google Shape;1840;p40"/>
              <p:cNvSpPr/>
              <p:nvPr/>
            </p:nvSpPr>
            <p:spPr>
              <a:xfrm>
                <a:off x="4438875" y="1691161"/>
                <a:ext cx="266254" cy="65474"/>
              </a:xfrm>
              <a:custGeom>
                <a:avLst/>
                <a:gdLst/>
                <a:ahLst/>
                <a:cxnLst/>
                <a:rect l="l" t="t" r="r" b="b"/>
                <a:pathLst>
                  <a:path w="34500" h="7140" extrusionOk="0">
                    <a:moveTo>
                      <a:pt x="1" y="0"/>
                    </a:moveTo>
                    <a:lnTo>
                      <a:pt x="1" y="7140"/>
                    </a:lnTo>
                    <a:lnTo>
                      <a:pt x="34500" y="7140"/>
                    </a:lnTo>
                    <a:lnTo>
                      <a:pt x="3450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41" name="Google Shape;1841;p40"/>
            <p:cNvGrpSpPr/>
            <p:nvPr/>
          </p:nvGrpSpPr>
          <p:grpSpPr>
            <a:xfrm>
              <a:off x="8126850" y="1406962"/>
              <a:ext cx="563100" cy="563100"/>
              <a:chOff x="8126850" y="1442353"/>
              <a:chExt cx="563100" cy="563100"/>
            </a:xfrm>
          </p:grpSpPr>
          <p:sp>
            <p:nvSpPr>
              <p:cNvPr id="1842" name="Google Shape;1842;p40"/>
              <p:cNvSpPr/>
              <p:nvPr/>
            </p:nvSpPr>
            <p:spPr>
              <a:xfrm>
                <a:off x="8126850" y="1442353"/>
                <a:ext cx="563100" cy="5631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3" name="Google Shape;1843;p40"/>
              <p:cNvSpPr/>
              <p:nvPr/>
            </p:nvSpPr>
            <p:spPr>
              <a:xfrm>
                <a:off x="8275256" y="1590810"/>
                <a:ext cx="266288" cy="266186"/>
              </a:xfrm>
              <a:custGeom>
                <a:avLst/>
                <a:gdLst/>
                <a:ahLst/>
                <a:cxnLst/>
                <a:rect l="l" t="t" r="r" b="b"/>
                <a:pathLst>
                  <a:path w="37825" h="37824" extrusionOk="0">
                    <a:moveTo>
                      <a:pt x="14225" y="0"/>
                    </a:moveTo>
                    <a:lnTo>
                      <a:pt x="14225" y="14279"/>
                    </a:lnTo>
                    <a:lnTo>
                      <a:pt x="1" y="14279"/>
                    </a:lnTo>
                    <a:lnTo>
                      <a:pt x="1" y="23599"/>
                    </a:lnTo>
                    <a:lnTo>
                      <a:pt x="14225" y="23599"/>
                    </a:lnTo>
                    <a:lnTo>
                      <a:pt x="14225" y="37824"/>
                    </a:lnTo>
                    <a:lnTo>
                      <a:pt x="23545" y="37824"/>
                    </a:lnTo>
                    <a:lnTo>
                      <a:pt x="23545" y="23599"/>
                    </a:lnTo>
                    <a:lnTo>
                      <a:pt x="37824" y="23599"/>
                    </a:lnTo>
                    <a:lnTo>
                      <a:pt x="37824" y="14279"/>
                    </a:lnTo>
                    <a:lnTo>
                      <a:pt x="23545" y="14279"/>
                    </a:lnTo>
                    <a:lnTo>
                      <a:pt x="2354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844" name="Google Shape;1844;p40"/>
            <p:cNvCxnSpPr>
              <a:cxnSpLocks/>
              <a:stCxn id="1832" idx="0"/>
              <a:endCxn id="1839" idx="2"/>
            </p:cNvCxnSpPr>
            <p:nvPr/>
          </p:nvCxnSpPr>
          <p:spPr>
            <a:xfrm rot="5400000" flipH="1" flipV="1">
              <a:off x="2970458" y="1558924"/>
              <a:ext cx="1190404" cy="1449580"/>
            </a:xfrm>
            <a:prstGeom prst="bentConnector2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845" name="Google Shape;1845;p40"/>
          <p:cNvGrpSpPr/>
          <p:nvPr/>
        </p:nvGrpSpPr>
        <p:grpSpPr>
          <a:xfrm>
            <a:off x="3216870" y="1920429"/>
            <a:ext cx="5470733" cy="1123668"/>
            <a:chOff x="3219217" y="2109185"/>
            <a:chExt cx="5470733" cy="1123668"/>
          </a:xfrm>
        </p:grpSpPr>
        <p:sp>
          <p:nvSpPr>
            <p:cNvPr id="1846" name="Google Shape;1846;p40"/>
            <p:cNvSpPr txBox="1"/>
            <p:nvPr/>
          </p:nvSpPr>
          <p:spPr>
            <a:xfrm>
              <a:off x="5134500" y="2109185"/>
              <a:ext cx="2711400" cy="771432"/>
            </a:xfrm>
            <a:prstGeom prst="rect">
              <a:avLst/>
            </a:prstGeom>
            <a:solidFill>
              <a:srgbClr val="D6BA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20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2. Genre Preferences Vary by Region</a:t>
              </a:r>
            </a:p>
            <a:p>
              <a:pPr marL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200" dirty="0">
                  <a:solidFill>
                    <a:schemeClr val="bg1">
                      <a:lumMod val="50000"/>
                    </a:schemeClr>
                  </a:solidFill>
                  <a:latin typeface="Roboto"/>
                  <a:ea typeface="Roboto"/>
                  <a:cs typeface="Roboto"/>
                  <a:sym typeface="Roboto"/>
                </a:rPr>
                <a:t>Shooters dominate NA (56%), Role-Playing leads Japan (38%)</a:t>
              </a:r>
              <a:endParaRPr sz="1200" dirty="0">
                <a:solidFill>
                  <a:schemeClr val="bg1">
                    <a:lumMod val="50000"/>
                  </a:schemeClr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847" name="Google Shape;1847;p40"/>
            <p:cNvGrpSpPr/>
            <p:nvPr/>
          </p:nvGrpSpPr>
          <p:grpSpPr>
            <a:xfrm>
              <a:off x="4290450" y="2309416"/>
              <a:ext cx="563100" cy="563100"/>
              <a:chOff x="4290450" y="2344807"/>
              <a:chExt cx="563100" cy="563100"/>
            </a:xfrm>
          </p:grpSpPr>
          <p:sp>
            <p:nvSpPr>
              <p:cNvPr id="1848" name="Google Shape;1848;p40"/>
              <p:cNvSpPr/>
              <p:nvPr/>
            </p:nvSpPr>
            <p:spPr>
              <a:xfrm>
                <a:off x="4290450" y="2344807"/>
                <a:ext cx="563100" cy="563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9" name="Google Shape;1849;p40"/>
              <p:cNvSpPr/>
              <p:nvPr/>
            </p:nvSpPr>
            <p:spPr>
              <a:xfrm>
                <a:off x="4438873" y="2593620"/>
                <a:ext cx="266254" cy="65474"/>
              </a:xfrm>
              <a:custGeom>
                <a:avLst/>
                <a:gdLst/>
                <a:ahLst/>
                <a:cxnLst/>
                <a:rect l="l" t="t" r="r" b="b"/>
                <a:pathLst>
                  <a:path w="34500" h="7140" extrusionOk="0">
                    <a:moveTo>
                      <a:pt x="1" y="0"/>
                    </a:moveTo>
                    <a:lnTo>
                      <a:pt x="1" y="7140"/>
                    </a:lnTo>
                    <a:lnTo>
                      <a:pt x="34500" y="7140"/>
                    </a:lnTo>
                    <a:lnTo>
                      <a:pt x="3450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50" name="Google Shape;1850;p40"/>
            <p:cNvGrpSpPr/>
            <p:nvPr/>
          </p:nvGrpSpPr>
          <p:grpSpPr>
            <a:xfrm>
              <a:off x="8126850" y="2309416"/>
              <a:ext cx="563100" cy="563100"/>
              <a:chOff x="8126850" y="2344807"/>
              <a:chExt cx="563100" cy="563100"/>
            </a:xfrm>
          </p:grpSpPr>
          <p:sp>
            <p:nvSpPr>
              <p:cNvPr id="1851" name="Google Shape;1851;p40"/>
              <p:cNvSpPr/>
              <p:nvPr/>
            </p:nvSpPr>
            <p:spPr>
              <a:xfrm>
                <a:off x="8126850" y="2344807"/>
                <a:ext cx="563100" cy="5631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2" name="Google Shape;1852;p40"/>
              <p:cNvSpPr/>
              <p:nvPr/>
            </p:nvSpPr>
            <p:spPr>
              <a:xfrm>
                <a:off x="8275256" y="2493264"/>
                <a:ext cx="266288" cy="266186"/>
              </a:xfrm>
              <a:custGeom>
                <a:avLst/>
                <a:gdLst/>
                <a:ahLst/>
                <a:cxnLst/>
                <a:rect l="l" t="t" r="r" b="b"/>
                <a:pathLst>
                  <a:path w="37825" h="37824" extrusionOk="0">
                    <a:moveTo>
                      <a:pt x="14225" y="0"/>
                    </a:moveTo>
                    <a:lnTo>
                      <a:pt x="14225" y="14279"/>
                    </a:lnTo>
                    <a:lnTo>
                      <a:pt x="1" y="14279"/>
                    </a:lnTo>
                    <a:lnTo>
                      <a:pt x="1" y="23599"/>
                    </a:lnTo>
                    <a:lnTo>
                      <a:pt x="14225" y="23599"/>
                    </a:lnTo>
                    <a:lnTo>
                      <a:pt x="14225" y="37824"/>
                    </a:lnTo>
                    <a:lnTo>
                      <a:pt x="23545" y="37824"/>
                    </a:lnTo>
                    <a:lnTo>
                      <a:pt x="23545" y="23599"/>
                    </a:lnTo>
                    <a:lnTo>
                      <a:pt x="37824" y="23599"/>
                    </a:lnTo>
                    <a:lnTo>
                      <a:pt x="37824" y="14279"/>
                    </a:lnTo>
                    <a:lnTo>
                      <a:pt x="23545" y="14279"/>
                    </a:lnTo>
                    <a:lnTo>
                      <a:pt x="2354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853" name="Google Shape;1853;p40"/>
            <p:cNvCxnSpPr>
              <a:cxnSpLocks/>
              <a:stCxn id="1833" idx="6"/>
              <a:endCxn id="1848" idx="2"/>
            </p:cNvCxnSpPr>
            <p:nvPr/>
          </p:nvCxnSpPr>
          <p:spPr>
            <a:xfrm flipV="1">
              <a:off x="3219217" y="2590966"/>
              <a:ext cx="1071233" cy="641887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854" name="Google Shape;1854;p40"/>
          <p:cNvGrpSpPr/>
          <p:nvPr/>
        </p:nvGrpSpPr>
        <p:grpSpPr>
          <a:xfrm>
            <a:off x="2956820" y="2874524"/>
            <a:ext cx="5718926" cy="771432"/>
            <a:chOff x="2971024" y="3045118"/>
            <a:chExt cx="5718926" cy="771432"/>
          </a:xfrm>
        </p:grpSpPr>
        <p:sp>
          <p:nvSpPr>
            <p:cNvPr id="1855" name="Google Shape;1855;p40"/>
            <p:cNvSpPr txBox="1"/>
            <p:nvPr/>
          </p:nvSpPr>
          <p:spPr>
            <a:xfrm>
              <a:off x="5134500" y="3045118"/>
              <a:ext cx="2711400" cy="771432"/>
            </a:xfrm>
            <a:prstGeom prst="rect">
              <a:avLst/>
            </a:prstGeom>
            <a:solidFill>
              <a:srgbClr val="D6BA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3. Top 5 Competitors Identified</a:t>
              </a: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solidFill>
                    <a:schemeClr val="bg1">
                      <a:lumMod val="50000"/>
                    </a:schemeClr>
                  </a:solidFill>
                  <a:latin typeface="Roboto"/>
                  <a:ea typeface="Roboto"/>
                  <a:cs typeface="Roboto"/>
                  <a:sym typeface="Roboto"/>
                </a:rPr>
                <a:t>Nintendo, EA, Activision, Sony, Ubisoft control majority share</a:t>
              </a:r>
              <a:endParaRPr sz="1200" dirty="0">
                <a:solidFill>
                  <a:schemeClr val="bg1">
                    <a:lumMod val="50000"/>
                  </a:schemeClr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856" name="Google Shape;1856;p40"/>
            <p:cNvGrpSpPr/>
            <p:nvPr/>
          </p:nvGrpSpPr>
          <p:grpSpPr>
            <a:xfrm>
              <a:off x="4290450" y="3211870"/>
              <a:ext cx="563100" cy="563100"/>
              <a:chOff x="4290450" y="3247262"/>
              <a:chExt cx="563100" cy="563100"/>
            </a:xfrm>
          </p:grpSpPr>
          <p:sp>
            <p:nvSpPr>
              <p:cNvPr id="1857" name="Google Shape;1857;p40"/>
              <p:cNvSpPr/>
              <p:nvPr/>
            </p:nvSpPr>
            <p:spPr>
              <a:xfrm>
                <a:off x="4290450" y="3247262"/>
                <a:ext cx="563100" cy="563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8" name="Google Shape;1858;p40"/>
              <p:cNvSpPr/>
              <p:nvPr/>
            </p:nvSpPr>
            <p:spPr>
              <a:xfrm>
                <a:off x="4438873" y="3494558"/>
                <a:ext cx="266254" cy="65474"/>
              </a:xfrm>
              <a:custGeom>
                <a:avLst/>
                <a:gdLst/>
                <a:ahLst/>
                <a:cxnLst/>
                <a:rect l="l" t="t" r="r" b="b"/>
                <a:pathLst>
                  <a:path w="34500" h="7140" extrusionOk="0">
                    <a:moveTo>
                      <a:pt x="1" y="0"/>
                    </a:moveTo>
                    <a:lnTo>
                      <a:pt x="1" y="7140"/>
                    </a:lnTo>
                    <a:lnTo>
                      <a:pt x="34500" y="7140"/>
                    </a:lnTo>
                    <a:lnTo>
                      <a:pt x="3450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59" name="Google Shape;1859;p40"/>
            <p:cNvGrpSpPr/>
            <p:nvPr/>
          </p:nvGrpSpPr>
          <p:grpSpPr>
            <a:xfrm>
              <a:off x="8126850" y="3211870"/>
              <a:ext cx="563100" cy="563100"/>
              <a:chOff x="8126850" y="3247262"/>
              <a:chExt cx="563100" cy="563100"/>
            </a:xfrm>
          </p:grpSpPr>
          <p:sp>
            <p:nvSpPr>
              <p:cNvPr id="1860" name="Google Shape;1860;p40"/>
              <p:cNvSpPr/>
              <p:nvPr/>
            </p:nvSpPr>
            <p:spPr>
              <a:xfrm>
                <a:off x="8126850" y="3247262"/>
                <a:ext cx="563100" cy="5631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1" name="Google Shape;1861;p40"/>
              <p:cNvSpPr/>
              <p:nvPr/>
            </p:nvSpPr>
            <p:spPr>
              <a:xfrm>
                <a:off x="8275256" y="3395718"/>
                <a:ext cx="266288" cy="266186"/>
              </a:xfrm>
              <a:custGeom>
                <a:avLst/>
                <a:gdLst/>
                <a:ahLst/>
                <a:cxnLst/>
                <a:rect l="l" t="t" r="r" b="b"/>
                <a:pathLst>
                  <a:path w="37825" h="37824" extrusionOk="0">
                    <a:moveTo>
                      <a:pt x="14225" y="0"/>
                    </a:moveTo>
                    <a:lnTo>
                      <a:pt x="14225" y="14279"/>
                    </a:lnTo>
                    <a:lnTo>
                      <a:pt x="1" y="14279"/>
                    </a:lnTo>
                    <a:lnTo>
                      <a:pt x="1" y="23599"/>
                    </a:lnTo>
                    <a:lnTo>
                      <a:pt x="14225" y="23599"/>
                    </a:lnTo>
                    <a:lnTo>
                      <a:pt x="14225" y="37824"/>
                    </a:lnTo>
                    <a:lnTo>
                      <a:pt x="23545" y="37824"/>
                    </a:lnTo>
                    <a:lnTo>
                      <a:pt x="23545" y="23599"/>
                    </a:lnTo>
                    <a:lnTo>
                      <a:pt x="37824" y="23599"/>
                    </a:lnTo>
                    <a:lnTo>
                      <a:pt x="37824" y="14279"/>
                    </a:lnTo>
                    <a:lnTo>
                      <a:pt x="23545" y="14279"/>
                    </a:lnTo>
                    <a:lnTo>
                      <a:pt x="2354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862" name="Google Shape;1862;p40"/>
            <p:cNvCxnSpPr>
              <a:cxnSpLocks/>
              <a:endCxn id="1857" idx="2"/>
            </p:cNvCxnSpPr>
            <p:nvPr/>
          </p:nvCxnSpPr>
          <p:spPr>
            <a:xfrm flipV="1">
              <a:off x="2971024" y="3493420"/>
              <a:ext cx="1319426" cy="762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863" name="Google Shape;1863;p40"/>
          <p:cNvGrpSpPr/>
          <p:nvPr/>
        </p:nvGrpSpPr>
        <p:grpSpPr>
          <a:xfrm>
            <a:off x="2569220" y="3150734"/>
            <a:ext cx="6117580" cy="1913129"/>
            <a:chOff x="2572370" y="3113765"/>
            <a:chExt cx="6117580" cy="1913129"/>
          </a:xfrm>
        </p:grpSpPr>
        <p:sp>
          <p:nvSpPr>
            <p:cNvPr id="1864" name="Google Shape;1864;p40"/>
            <p:cNvSpPr txBox="1"/>
            <p:nvPr/>
          </p:nvSpPr>
          <p:spPr>
            <a:xfrm>
              <a:off x="5134500" y="3830329"/>
              <a:ext cx="2711400" cy="1196565"/>
            </a:xfrm>
            <a:prstGeom prst="rect">
              <a:avLst/>
            </a:prstGeom>
            <a:solidFill>
              <a:srgbClr val="D6BA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20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4. Franchise Success is Region-Specific</a:t>
              </a: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US" sz="1200" dirty="0">
                  <a:solidFill>
                    <a:schemeClr val="bg1">
                      <a:lumMod val="50000"/>
                    </a:schemeClr>
                  </a:solidFill>
                  <a:latin typeface="Roboto"/>
                  <a:ea typeface="Roboto"/>
                  <a:cs typeface="Roboto"/>
                  <a:sym typeface="Roboto"/>
                </a:rPr>
                <a:t>FIFA over-indexes in EEU, </a:t>
              </a:r>
              <a:r>
                <a:rPr lang="en-US" sz="1200" dirty="0" err="1">
                  <a:solidFill>
                    <a:schemeClr val="bg1">
                      <a:lumMod val="50000"/>
                    </a:schemeClr>
                  </a:solidFill>
                  <a:latin typeface="Roboto"/>
                  <a:ea typeface="Roboto"/>
                  <a:cs typeface="Roboto"/>
                  <a:sym typeface="Roboto"/>
                </a:rPr>
                <a:t>CoD</a:t>
              </a:r>
              <a:r>
                <a:rPr lang="en-US" sz="1200" dirty="0">
                  <a:solidFill>
                    <a:schemeClr val="bg1">
                      <a:lumMod val="50000"/>
                    </a:schemeClr>
                  </a:solidFill>
                  <a:latin typeface="Roboto"/>
                  <a:ea typeface="Roboto"/>
                  <a:cs typeface="Roboto"/>
                  <a:sym typeface="Roboto"/>
                </a:rPr>
                <a:t> over-indexes in NA, Pokémon over-indexes in Japan</a:t>
              </a:r>
              <a:endParaRPr sz="1200" dirty="0">
                <a:solidFill>
                  <a:schemeClr val="bg1">
                    <a:lumMod val="50000"/>
                  </a:schemeClr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865" name="Google Shape;1865;p40"/>
            <p:cNvGrpSpPr/>
            <p:nvPr/>
          </p:nvGrpSpPr>
          <p:grpSpPr>
            <a:xfrm>
              <a:off x="4290450" y="4114325"/>
              <a:ext cx="563100" cy="563100"/>
              <a:chOff x="4290450" y="4149716"/>
              <a:chExt cx="563100" cy="563100"/>
            </a:xfrm>
          </p:grpSpPr>
          <p:sp>
            <p:nvSpPr>
              <p:cNvPr id="1866" name="Google Shape;1866;p40"/>
              <p:cNvSpPr/>
              <p:nvPr/>
            </p:nvSpPr>
            <p:spPr>
              <a:xfrm>
                <a:off x="4290450" y="4149716"/>
                <a:ext cx="563100" cy="563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7" name="Google Shape;1867;p40"/>
              <p:cNvSpPr/>
              <p:nvPr/>
            </p:nvSpPr>
            <p:spPr>
              <a:xfrm>
                <a:off x="4438873" y="4398529"/>
                <a:ext cx="266254" cy="65474"/>
              </a:xfrm>
              <a:custGeom>
                <a:avLst/>
                <a:gdLst/>
                <a:ahLst/>
                <a:cxnLst/>
                <a:rect l="l" t="t" r="r" b="b"/>
                <a:pathLst>
                  <a:path w="34500" h="7140" extrusionOk="0">
                    <a:moveTo>
                      <a:pt x="1" y="0"/>
                    </a:moveTo>
                    <a:lnTo>
                      <a:pt x="1" y="7140"/>
                    </a:lnTo>
                    <a:lnTo>
                      <a:pt x="34500" y="7140"/>
                    </a:lnTo>
                    <a:lnTo>
                      <a:pt x="3450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68" name="Google Shape;1868;p40"/>
            <p:cNvGrpSpPr/>
            <p:nvPr/>
          </p:nvGrpSpPr>
          <p:grpSpPr>
            <a:xfrm>
              <a:off x="8126850" y="4114325"/>
              <a:ext cx="563100" cy="563100"/>
              <a:chOff x="8126850" y="4149716"/>
              <a:chExt cx="563100" cy="563100"/>
            </a:xfrm>
          </p:grpSpPr>
          <p:sp>
            <p:nvSpPr>
              <p:cNvPr id="1869" name="Google Shape;1869;p40"/>
              <p:cNvSpPr/>
              <p:nvPr/>
            </p:nvSpPr>
            <p:spPr>
              <a:xfrm>
                <a:off x="8126850" y="4149716"/>
                <a:ext cx="563100" cy="5631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0" name="Google Shape;1870;p40"/>
              <p:cNvSpPr/>
              <p:nvPr/>
            </p:nvSpPr>
            <p:spPr>
              <a:xfrm>
                <a:off x="8275256" y="4298173"/>
                <a:ext cx="266288" cy="266186"/>
              </a:xfrm>
              <a:custGeom>
                <a:avLst/>
                <a:gdLst/>
                <a:ahLst/>
                <a:cxnLst/>
                <a:rect l="l" t="t" r="r" b="b"/>
                <a:pathLst>
                  <a:path w="37825" h="37824" extrusionOk="0">
                    <a:moveTo>
                      <a:pt x="14225" y="0"/>
                    </a:moveTo>
                    <a:lnTo>
                      <a:pt x="14225" y="14279"/>
                    </a:lnTo>
                    <a:lnTo>
                      <a:pt x="1" y="14279"/>
                    </a:lnTo>
                    <a:lnTo>
                      <a:pt x="1" y="23599"/>
                    </a:lnTo>
                    <a:lnTo>
                      <a:pt x="14225" y="23599"/>
                    </a:lnTo>
                    <a:lnTo>
                      <a:pt x="14225" y="37824"/>
                    </a:lnTo>
                    <a:lnTo>
                      <a:pt x="23545" y="37824"/>
                    </a:lnTo>
                    <a:lnTo>
                      <a:pt x="23545" y="23599"/>
                    </a:lnTo>
                    <a:lnTo>
                      <a:pt x="37824" y="23599"/>
                    </a:lnTo>
                    <a:lnTo>
                      <a:pt x="37824" y="14279"/>
                    </a:lnTo>
                    <a:lnTo>
                      <a:pt x="23545" y="14279"/>
                    </a:lnTo>
                    <a:lnTo>
                      <a:pt x="2354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871" name="Google Shape;1871;p40"/>
            <p:cNvCxnSpPr>
              <a:cxnSpLocks/>
              <a:stCxn id="1835" idx="4"/>
              <a:endCxn id="1866" idx="2"/>
            </p:cNvCxnSpPr>
            <p:nvPr/>
          </p:nvCxnSpPr>
          <p:spPr>
            <a:xfrm rot="16200000" flipH="1">
              <a:off x="2790355" y="2895780"/>
              <a:ext cx="1282110" cy="1718080"/>
            </a:xfrm>
            <a:prstGeom prst="bentConnector2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550F2D3E-2C27-95EF-456E-944A3DC94178}"/>
              </a:ext>
            </a:extLst>
          </p:cNvPr>
          <p:cNvSpPr txBox="1"/>
          <p:nvPr/>
        </p:nvSpPr>
        <p:spPr>
          <a:xfrm>
            <a:off x="454050" y="529845"/>
            <a:ext cx="1529287" cy="745076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0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GAMES ANALYZED</a:t>
            </a:r>
          </a:p>
          <a:p>
            <a:pPr algn="ctr">
              <a:lnSpc>
                <a:spcPct val="150000"/>
              </a:lnSpc>
            </a:pPr>
            <a:r>
              <a:rPr lang="en-US" sz="2000" dirty="0">
                <a:solidFill>
                  <a:schemeClr val="accent3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16,598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1C97AC-AC0F-3B7F-8FC4-A8255FDF6551}"/>
              </a:ext>
            </a:extLst>
          </p:cNvPr>
          <p:cNvSpPr txBox="1"/>
          <p:nvPr/>
        </p:nvSpPr>
        <p:spPr>
          <a:xfrm>
            <a:off x="454050" y="1420482"/>
            <a:ext cx="1529287" cy="745076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0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TIME PERIOD</a:t>
            </a:r>
          </a:p>
          <a:p>
            <a:pPr algn="ctr">
              <a:lnSpc>
                <a:spcPct val="150000"/>
              </a:lnSpc>
            </a:pPr>
            <a:r>
              <a:rPr lang="en-US" sz="2000" dirty="0">
                <a:solidFill>
                  <a:schemeClr val="accent5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1980-2016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80D6C9-92A5-BEF4-BFF9-DC676631F2C6}"/>
              </a:ext>
            </a:extLst>
          </p:cNvPr>
          <p:cNvSpPr txBox="1"/>
          <p:nvPr/>
        </p:nvSpPr>
        <p:spPr>
          <a:xfrm>
            <a:off x="454049" y="3946935"/>
            <a:ext cx="1529287" cy="745076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0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TOTAL GLOBAL SALES</a:t>
            </a:r>
          </a:p>
          <a:p>
            <a:pPr algn="ctr">
              <a:lnSpc>
                <a:spcPct val="150000"/>
              </a:lnSpc>
            </a:pPr>
            <a:r>
              <a:rPr lang="en-US" sz="2000" dirty="0">
                <a:solidFill>
                  <a:schemeClr val="accent3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8.9B units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8" name="Google Shape;1398;p35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40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200" dirty="0">
                <a:latin typeface="Oswald" panose="02000503000000000000" pitchFamily="2" charset="0"/>
              </a:rPr>
              <a:t>About the Data</a:t>
            </a:r>
            <a:endParaRPr sz="3200" dirty="0">
              <a:latin typeface="Oswald" panose="02000503000000000000" pitchFamily="2" charset="0"/>
            </a:endParaRPr>
          </a:p>
        </p:txBody>
      </p:sp>
      <p:grpSp>
        <p:nvGrpSpPr>
          <p:cNvPr id="1400" name="Google Shape;1400;p35"/>
          <p:cNvGrpSpPr/>
          <p:nvPr/>
        </p:nvGrpSpPr>
        <p:grpSpPr>
          <a:xfrm>
            <a:off x="4272900" y="3888746"/>
            <a:ext cx="598200" cy="598200"/>
            <a:chOff x="4272900" y="3888750"/>
            <a:chExt cx="598200" cy="598200"/>
          </a:xfrm>
        </p:grpSpPr>
        <p:sp>
          <p:nvSpPr>
            <p:cNvPr id="1401" name="Google Shape;1401;p35"/>
            <p:cNvSpPr/>
            <p:nvPr/>
          </p:nvSpPr>
          <p:spPr>
            <a:xfrm>
              <a:off x="4272900" y="3888750"/>
              <a:ext cx="598200" cy="598200"/>
            </a:xfrm>
            <a:prstGeom prst="ellipse">
              <a:avLst/>
            </a:prstGeom>
            <a:noFill/>
            <a:ln w="9525" cap="flat" cmpd="sng">
              <a:solidFill>
                <a:srgbClr val="924CC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35"/>
            <p:cNvSpPr/>
            <p:nvPr/>
          </p:nvSpPr>
          <p:spPr>
            <a:xfrm>
              <a:off x="4307850" y="3923696"/>
              <a:ext cx="528300" cy="528300"/>
            </a:xfrm>
            <a:prstGeom prst="ellipse">
              <a:avLst/>
            </a:prstGeom>
            <a:solidFill>
              <a:srgbClr val="924C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FFFF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4</a:t>
              </a:r>
              <a:endParaRPr sz="1800">
                <a:solidFill>
                  <a:srgbClr val="FFFFFF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1404" name="Google Shape;1404;p35"/>
          <p:cNvGrpSpPr/>
          <p:nvPr/>
        </p:nvGrpSpPr>
        <p:grpSpPr>
          <a:xfrm>
            <a:off x="5093375" y="2936173"/>
            <a:ext cx="3659563" cy="1977457"/>
            <a:chOff x="5027262" y="3648255"/>
            <a:chExt cx="3659563" cy="1079183"/>
          </a:xfrm>
        </p:grpSpPr>
        <p:sp>
          <p:nvSpPr>
            <p:cNvPr id="1405" name="Google Shape;1405;p35"/>
            <p:cNvSpPr/>
            <p:nvPr/>
          </p:nvSpPr>
          <p:spPr>
            <a:xfrm rot="10800000" flipH="1">
              <a:off x="5064909" y="3663062"/>
              <a:ext cx="3589996" cy="1029008"/>
            </a:xfrm>
            <a:custGeom>
              <a:avLst/>
              <a:gdLst/>
              <a:ahLst/>
              <a:cxnLst/>
              <a:rect l="l" t="t" r="r" b="b"/>
              <a:pathLst>
                <a:path w="126071" h="36136" extrusionOk="0">
                  <a:moveTo>
                    <a:pt x="5128" y="1"/>
                  </a:moveTo>
                  <a:cubicBezTo>
                    <a:pt x="2284" y="1"/>
                    <a:pt x="1" y="2284"/>
                    <a:pt x="1" y="5129"/>
                  </a:cubicBezTo>
                  <a:lnTo>
                    <a:pt x="1" y="31007"/>
                  </a:lnTo>
                  <a:cubicBezTo>
                    <a:pt x="1" y="33852"/>
                    <a:pt x="2284" y="36135"/>
                    <a:pt x="5128" y="36135"/>
                  </a:cubicBezTo>
                  <a:lnTo>
                    <a:pt x="120983" y="36135"/>
                  </a:lnTo>
                  <a:cubicBezTo>
                    <a:pt x="123787" y="36135"/>
                    <a:pt x="126070" y="33852"/>
                    <a:pt x="126070" y="31007"/>
                  </a:cubicBezTo>
                  <a:lnTo>
                    <a:pt x="126070" y="5129"/>
                  </a:lnTo>
                  <a:cubicBezTo>
                    <a:pt x="126070" y="2284"/>
                    <a:pt x="123787" y="1"/>
                    <a:pt x="12098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1406;p35"/>
            <p:cNvSpPr/>
            <p:nvPr/>
          </p:nvSpPr>
          <p:spPr>
            <a:xfrm rot="10800000" flipH="1">
              <a:off x="5032957" y="3648255"/>
              <a:ext cx="3653868" cy="1079183"/>
            </a:xfrm>
            <a:custGeom>
              <a:avLst/>
              <a:gdLst/>
              <a:ahLst/>
              <a:cxnLst/>
              <a:rect l="l" t="t" r="r" b="b"/>
              <a:pathLst>
                <a:path w="128314" h="37898" extrusionOk="0">
                  <a:moveTo>
                    <a:pt x="5930" y="1"/>
                  </a:moveTo>
                  <a:cubicBezTo>
                    <a:pt x="2645" y="41"/>
                    <a:pt x="1" y="2685"/>
                    <a:pt x="41" y="5930"/>
                  </a:cubicBezTo>
                  <a:lnTo>
                    <a:pt x="41" y="13742"/>
                  </a:lnTo>
                  <a:cubicBezTo>
                    <a:pt x="15" y="13926"/>
                    <a:pt x="162" y="14041"/>
                    <a:pt x="323" y="14041"/>
                  </a:cubicBezTo>
                  <a:cubicBezTo>
                    <a:pt x="406" y="14041"/>
                    <a:pt x="493" y="14010"/>
                    <a:pt x="562" y="13942"/>
                  </a:cubicBezTo>
                  <a:lnTo>
                    <a:pt x="1203" y="13221"/>
                  </a:lnTo>
                  <a:cubicBezTo>
                    <a:pt x="1723" y="12620"/>
                    <a:pt x="2044" y="11819"/>
                    <a:pt x="2044" y="10977"/>
                  </a:cubicBezTo>
                  <a:lnTo>
                    <a:pt x="2044" y="6250"/>
                  </a:lnTo>
                  <a:cubicBezTo>
                    <a:pt x="2044" y="3927"/>
                    <a:pt x="3927" y="2004"/>
                    <a:pt x="6250" y="2004"/>
                  </a:cubicBezTo>
                  <a:lnTo>
                    <a:pt x="122105" y="2004"/>
                  </a:lnTo>
                  <a:cubicBezTo>
                    <a:pt x="124428" y="2004"/>
                    <a:pt x="126311" y="3927"/>
                    <a:pt x="126311" y="6250"/>
                  </a:cubicBezTo>
                  <a:lnTo>
                    <a:pt x="126311" y="31689"/>
                  </a:lnTo>
                  <a:cubicBezTo>
                    <a:pt x="126311" y="34012"/>
                    <a:pt x="124428" y="35895"/>
                    <a:pt x="122065" y="35895"/>
                  </a:cubicBezTo>
                  <a:lnTo>
                    <a:pt x="6250" y="35895"/>
                  </a:lnTo>
                  <a:cubicBezTo>
                    <a:pt x="3927" y="35895"/>
                    <a:pt x="2004" y="34012"/>
                    <a:pt x="2044" y="31689"/>
                  </a:cubicBezTo>
                  <a:lnTo>
                    <a:pt x="2044" y="26921"/>
                  </a:lnTo>
                  <a:cubicBezTo>
                    <a:pt x="2044" y="26080"/>
                    <a:pt x="1723" y="25279"/>
                    <a:pt x="1163" y="24678"/>
                  </a:cubicBezTo>
                  <a:lnTo>
                    <a:pt x="522" y="23957"/>
                  </a:lnTo>
                  <a:cubicBezTo>
                    <a:pt x="453" y="23875"/>
                    <a:pt x="371" y="23840"/>
                    <a:pt x="293" y="23840"/>
                  </a:cubicBezTo>
                  <a:cubicBezTo>
                    <a:pt x="140" y="23840"/>
                    <a:pt x="1" y="23972"/>
                    <a:pt x="1" y="24157"/>
                  </a:cubicBezTo>
                  <a:lnTo>
                    <a:pt x="1" y="31969"/>
                  </a:lnTo>
                  <a:cubicBezTo>
                    <a:pt x="1" y="35254"/>
                    <a:pt x="2645" y="37898"/>
                    <a:pt x="5930" y="37898"/>
                  </a:cubicBezTo>
                  <a:lnTo>
                    <a:pt x="122385" y="37898"/>
                  </a:lnTo>
                  <a:cubicBezTo>
                    <a:pt x="125670" y="37898"/>
                    <a:pt x="128314" y="35254"/>
                    <a:pt x="128314" y="31969"/>
                  </a:cubicBezTo>
                  <a:lnTo>
                    <a:pt x="128314" y="5930"/>
                  </a:lnTo>
                  <a:cubicBezTo>
                    <a:pt x="128314" y="2645"/>
                    <a:pt x="125670" y="1"/>
                    <a:pt x="122425" y="1"/>
                  </a:cubicBezTo>
                  <a:close/>
                </a:path>
              </a:pathLst>
            </a:custGeom>
            <a:solidFill>
              <a:srgbClr val="924C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407;p35"/>
            <p:cNvSpPr/>
            <p:nvPr/>
          </p:nvSpPr>
          <p:spPr>
            <a:xfrm rot="10800000" flipH="1">
              <a:off x="5027262" y="3744073"/>
              <a:ext cx="3563742" cy="886372"/>
            </a:xfrm>
            <a:custGeom>
              <a:avLst/>
              <a:gdLst/>
              <a:ahLst/>
              <a:cxnLst/>
              <a:rect l="l" t="t" r="r" b="b"/>
              <a:pathLst>
                <a:path w="125149" h="31127" extrusionOk="0">
                  <a:moveTo>
                    <a:pt x="91378" y="240"/>
                  </a:moveTo>
                  <a:cubicBezTo>
                    <a:pt x="93021" y="240"/>
                    <a:pt x="94583" y="881"/>
                    <a:pt x="95745" y="2003"/>
                  </a:cubicBezTo>
                  <a:lnTo>
                    <a:pt x="97948" y="4246"/>
                  </a:lnTo>
                  <a:cubicBezTo>
                    <a:pt x="99070" y="5368"/>
                    <a:pt x="100592" y="5969"/>
                    <a:pt x="102154" y="5969"/>
                  </a:cubicBezTo>
                  <a:lnTo>
                    <a:pt x="121904" y="5969"/>
                  </a:lnTo>
                  <a:cubicBezTo>
                    <a:pt x="123546" y="5969"/>
                    <a:pt x="124909" y="7331"/>
                    <a:pt x="124909" y="8974"/>
                  </a:cubicBezTo>
                  <a:lnTo>
                    <a:pt x="124868" y="25518"/>
                  </a:lnTo>
                  <a:lnTo>
                    <a:pt x="124868" y="25599"/>
                  </a:lnTo>
                  <a:lnTo>
                    <a:pt x="124868" y="28242"/>
                  </a:lnTo>
                  <a:cubicBezTo>
                    <a:pt x="124868" y="28603"/>
                    <a:pt x="124828" y="28923"/>
                    <a:pt x="124668" y="29244"/>
                  </a:cubicBezTo>
                  <a:cubicBezTo>
                    <a:pt x="124628" y="29404"/>
                    <a:pt x="124508" y="29564"/>
                    <a:pt x="124428" y="29685"/>
                  </a:cubicBezTo>
                  <a:cubicBezTo>
                    <a:pt x="124388" y="29765"/>
                    <a:pt x="124348" y="29845"/>
                    <a:pt x="124308" y="29885"/>
                  </a:cubicBezTo>
                  <a:lnTo>
                    <a:pt x="124187" y="30005"/>
                  </a:lnTo>
                  <a:lnTo>
                    <a:pt x="124107" y="30085"/>
                  </a:lnTo>
                  <a:cubicBezTo>
                    <a:pt x="123627" y="30566"/>
                    <a:pt x="122986" y="30846"/>
                    <a:pt x="122305" y="30846"/>
                  </a:cubicBezTo>
                  <a:lnTo>
                    <a:pt x="6410" y="30846"/>
                  </a:lnTo>
                  <a:cubicBezTo>
                    <a:pt x="5729" y="30846"/>
                    <a:pt x="5088" y="30566"/>
                    <a:pt x="4607" y="30085"/>
                  </a:cubicBezTo>
                  <a:cubicBezTo>
                    <a:pt x="4487" y="29965"/>
                    <a:pt x="4367" y="29845"/>
                    <a:pt x="4287" y="29685"/>
                  </a:cubicBezTo>
                  <a:cubicBezTo>
                    <a:pt x="3967" y="29284"/>
                    <a:pt x="3846" y="28763"/>
                    <a:pt x="3846" y="28242"/>
                  </a:cubicBezTo>
                  <a:lnTo>
                    <a:pt x="3846" y="25879"/>
                  </a:lnTo>
                  <a:cubicBezTo>
                    <a:pt x="3846" y="24076"/>
                    <a:pt x="5288" y="22634"/>
                    <a:pt x="7091" y="22634"/>
                  </a:cubicBezTo>
                  <a:lnTo>
                    <a:pt x="7892" y="22634"/>
                  </a:lnTo>
                  <a:cubicBezTo>
                    <a:pt x="8093" y="22634"/>
                    <a:pt x="8253" y="22634"/>
                    <a:pt x="8453" y="22594"/>
                  </a:cubicBezTo>
                  <a:cubicBezTo>
                    <a:pt x="8573" y="22594"/>
                    <a:pt x="8654" y="22554"/>
                    <a:pt x="8774" y="22554"/>
                  </a:cubicBezTo>
                  <a:cubicBezTo>
                    <a:pt x="8854" y="22554"/>
                    <a:pt x="9014" y="22514"/>
                    <a:pt x="9174" y="22514"/>
                  </a:cubicBezTo>
                  <a:lnTo>
                    <a:pt x="9495" y="22394"/>
                  </a:lnTo>
                  <a:lnTo>
                    <a:pt x="9855" y="22314"/>
                  </a:lnTo>
                  <a:cubicBezTo>
                    <a:pt x="9976" y="22274"/>
                    <a:pt x="10056" y="22233"/>
                    <a:pt x="10176" y="22193"/>
                  </a:cubicBezTo>
                  <a:cubicBezTo>
                    <a:pt x="10296" y="22153"/>
                    <a:pt x="10416" y="22113"/>
                    <a:pt x="10536" y="22073"/>
                  </a:cubicBezTo>
                  <a:cubicBezTo>
                    <a:pt x="10617" y="22033"/>
                    <a:pt x="10697" y="21993"/>
                    <a:pt x="10817" y="21913"/>
                  </a:cubicBezTo>
                  <a:cubicBezTo>
                    <a:pt x="10937" y="21873"/>
                    <a:pt x="11057" y="21833"/>
                    <a:pt x="11137" y="21753"/>
                  </a:cubicBezTo>
                  <a:cubicBezTo>
                    <a:pt x="11257" y="21713"/>
                    <a:pt x="11338" y="21673"/>
                    <a:pt x="11418" y="21592"/>
                  </a:cubicBezTo>
                  <a:cubicBezTo>
                    <a:pt x="11538" y="21512"/>
                    <a:pt x="11618" y="21472"/>
                    <a:pt x="11738" y="21392"/>
                  </a:cubicBezTo>
                  <a:cubicBezTo>
                    <a:pt x="11858" y="21352"/>
                    <a:pt x="11898" y="21272"/>
                    <a:pt x="11979" y="21192"/>
                  </a:cubicBezTo>
                  <a:cubicBezTo>
                    <a:pt x="12099" y="21112"/>
                    <a:pt x="12179" y="21072"/>
                    <a:pt x="12299" y="20952"/>
                  </a:cubicBezTo>
                  <a:cubicBezTo>
                    <a:pt x="12379" y="20911"/>
                    <a:pt x="12419" y="20831"/>
                    <a:pt x="12539" y="20751"/>
                  </a:cubicBezTo>
                  <a:cubicBezTo>
                    <a:pt x="12620" y="20671"/>
                    <a:pt x="12700" y="20591"/>
                    <a:pt x="12780" y="20511"/>
                  </a:cubicBezTo>
                  <a:cubicBezTo>
                    <a:pt x="12860" y="20431"/>
                    <a:pt x="12940" y="20351"/>
                    <a:pt x="13020" y="20230"/>
                  </a:cubicBezTo>
                  <a:cubicBezTo>
                    <a:pt x="13100" y="20150"/>
                    <a:pt x="13180" y="20070"/>
                    <a:pt x="13260" y="19990"/>
                  </a:cubicBezTo>
                  <a:lnTo>
                    <a:pt x="13421" y="19710"/>
                  </a:lnTo>
                  <a:cubicBezTo>
                    <a:pt x="13501" y="19630"/>
                    <a:pt x="13581" y="19549"/>
                    <a:pt x="13661" y="19429"/>
                  </a:cubicBezTo>
                  <a:cubicBezTo>
                    <a:pt x="13701" y="19349"/>
                    <a:pt x="13781" y="19269"/>
                    <a:pt x="13821" y="19149"/>
                  </a:cubicBezTo>
                  <a:cubicBezTo>
                    <a:pt x="13861" y="19029"/>
                    <a:pt x="13942" y="18949"/>
                    <a:pt x="13982" y="18828"/>
                  </a:cubicBezTo>
                  <a:cubicBezTo>
                    <a:pt x="14062" y="18748"/>
                    <a:pt x="14102" y="18628"/>
                    <a:pt x="14142" y="18508"/>
                  </a:cubicBezTo>
                  <a:cubicBezTo>
                    <a:pt x="14222" y="18428"/>
                    <a:pt x="14262" y="18308"/>
                    <a:pt x="14302" y="18227"/>
                  </a:cubicBezTo>
                  <a:cubicBezTo>
                    <a:pt x="14342" y="18107"/>
                    <a:pt x="14382" y="17987"/>
                    <a:pt x="14422" y="17867"/>
                  </a:cubicBezTo>
                  <a:cubicBezTo>
                    <a:pt x="14422" y="17787"/>
                    <a:pt x="14502" y="17667"/>
                    <a:pt x="14542" y="17546"/>
                  </a:cubicBezTo>
                  <a:cubicBezTo>
                    <a:pt x="14542" y="17426"/>
                    <a:pt x="14582" y="17306"/>
                    <a:pt x="14623" y="17226"/>
                  </a:cubicBezTo>
                  <a:cubicBezTo>
                    <a:pt x="14623" y="17066"/>
                    <a:pt x="14663" y="16946"/>
                    <a:pt x="14703" y="16825"/>
                  </a:cubicBezTo>
                  <a:cubicBezTo>
                    <a:pt x="14703" y="16745"/>
                    <a:pt x="14703" y="16625"/>
                    <a:pt x="14743" y="16505"/>
                  </a:cubicBezTo>
                  <a:cubicBezTo>
                    <a:pt x="14783" y="16385"/>
                    <a:pt x="14783" y="16224"/>
                    <a:pt x="14783" y="16104"/>
                  </a:cubicBezTo>
                  <a:lnTo>
                    <a:pt x="14783" y="15744"/>
                  </a:lnTo>
                  <a:cubicBezTo>
                    <a:pt x="14783" y="15664"/>
                    <a:pt x="14823" y="15583"/>
                    <a:pt x="14823" y="15543"/>
                  </a:cubicBezTo>
                  <a:lnTo>
                    <a:pt x="14823" y="15383"/>
                  </a:lnTo>
                  <a:cubicBezTo>
                    <a:pt x="14783" y="15303"/>
                    <a:pt x="14783" y="15263"/>
                    <a:pt x="14823" y="15183"/>
                  </a:cubicBezTo>
                  <a:cubicBezTo>
                    <a:pt x="14783" y="15103"/>
                    <a:pt x="14783" y="15063"/>
                    <a:pt x="14823" y="14983"/>
                  </a:cubicBezTo>
                  <a:cubicBezTo>
                    <a:pt x="14823" y="14862"/>
                    <a:pt x="14783" y="14742"/>
                    <a:pt x="14783" y="14662"/>
                  </a:cubicBezTo>
                  <a:cubicBezTo>
                    <a:pt x="14783" y="14542"/>
                    <a:pt x="14743" y="14422"/>
                    <a:pt x="14703" y="14302"/>
                  </a:cubicBezTo>
                  <a:cubicBezTo>
                    <a:pt x="14703" y="14181"/>
                    <a:pt x="14663" y="14021"/>
                    <a:pt x="14623" y="13901"/>
                  </a:cubicBezTo>
                  <a:cubicBezTo>
                    <a:pt x="14623" y="13821"/>
                    <a:pt x="14623" y="13781"/>
                    <a:pt x="14582" y="13701"/>
                  </a:cubicBezTo>
                  <a:cubicBezTo>
                    <a:pt x="13741" y="10616"/>
                    <a:pt x="10937" y="8453"/>
                    <a:pt x="7732" y="8453"/>
                  </a:cubicBezTo>
                  <a:lnTo>
                    <a:pt x="7091" y="8453"/>
                  </a:lnTo>
                  <a:cubicBezTo>
                    <a:pt x="5288" y="8453"/>
                    <a:pt x="3846" y="7011"/>
                    <a:pt x="3846" y="5208"/>
                  </a:cubicBezTo>
                  <a:lnTo>
                    <a:pt x="3846" y="2804"/>
                  </a:lnTo>
                  <a:cubicBezTo>
                    <a:pt x="3846" y="1402"/>
                    <a:pt x="5008" y="240"/>
                    <a:pt x="6410" y="240"/>
                  </a:cubicBezTo>
                  <a:close/>
                  <a:moveTo>
                    <a:pt x="6410" y="0"/>
                  </a:moveTo>
                  <a:cubicBezTo>
                    <a:pt x="5649" y="0"/>
                    <a:pt x="4928" y="321"/>
                    <a:pt x="4407" y="881"/>
                  </a:cubicBezTo>
                  <a:cubicBezTo>
                    <a:pt x="4087" y="1202"/>
                    <a:pt x="3846" y="1562"/>
                    <a:pt x="3686" y="2003"/>
                  </a:cubicBezTo>
                  <a:cubicBezTo>
                    <a:pt x="3686" y="2083"/>
                    <a:pt x="3686" y="2123"/>
                    <a:pt x="3646" y="2243"/>
                  </a:cubicBezTo>
                  <a:cubicBezTo>
                    <a:pt x="3606" y="2444"/>
                    <a:pt x="3566" y="2644"/>
                    <a:pt x="3566" y="2844"/>
                  </a:cubicBezTo>
                  <a:lnTo>
                    <a:pt x="3566" y="8293"/>
                  </a:lnTo>
                  <a:cubicBezTo>
                    <a:pt x="3566" y="9174"/>
                    <a:pt x="3245" y="10055"/>
                    <a:pt x="2604" y="10696"/>
                  </a:cubicBezTo>
                  <a:cubicBezTo>
                    <a:pt x="1" y="13420"/>
                    <a:pt x="1" y="17707"/>
                    <a:pt x="2604" y="20431"/>
                  </a:cubicBezTo>
                  <a:cubicBezTo>
                    <a:pt x="3205" y="21072"/>
                    <a:pt x="3566" y="21913"/>
                    <a:pt x="3566" y="22834"/>
                  </a:cubicBezTo>
                  <a:lnTo>
                    <a:pt x="3566" y="28283"/>
                  </a:lnTo>
                  <a:cubicBezTo>
                    <a:pt x="3566" y="28723"/>
                    <a:pt x="3686" y="29204"/>
                    <a:pt x="3926" y="29605"/>
                  </a:cubicBezTo>
                  <a:cubicBezTo>
                    <a:pt x="4047" y="29845"/>
                    <a:pt x="4247" y="30085"/>
                    <a:pt x="4407" y="30286"/>
                  </a:cubicBezTo>
                  <a:cubicBezTo>
                    <a:pt x="4928" y="30806"/>
                    <a:pt x="5689" y="31127"/>
                    <a:pt x="6410" y="31127"/>
                  </a:cubicBezTo>
                  <a:lnTo>
                    <a:pt x="122305" y="31127"/>
                  </a:lnTo>
                  <a:cubicBezTo>
                    <a:pt x="123026" y="31127"/>
                    <a:pt x="123747" y="30806"/>
                    <a:pt x="124308" y="30286"/>
                  </a:cubicBezTo>
                  <a:lnTo>
                    <a:pt x="124468" y="30085"/>
                  </a:lnTo>
                  <a:cubicBezTo>
                    <a:pt x="124548" y="30005"/>
                    <a:pt x="124588" y="29925"/>
                    <a:pt x="124628" y="29845"/>
                  </a:cubicBezTo>
                  <a:cubicBezTo>
                    <a:pt x="124748" y="29685"/>
                    <a:pt x="124828" y="29524"/>
                    <a:pt x="124909" y="29364"/>
                  </a:cubicBezTo>
                  <a:cubicBezTo>
                    <a:pt x="125069" y="29004"/>
                    <a:pt x="125149" y="28643"/>
                    <a:pt x="125149" y="28242"/>
                  </a:cubicBezTo>
                  <a:lnTo>
                    <a:pt x="125149" y="2804"/>
                  </a:lnTo>
                  <a:cubicBezTo>
                    <a:pt x="125149" y="2604"/>
                    <a:pt x="125109" y="2404"/>
                    <a:pt x="125069" y="2243"/>
                  </a:cubicBezTo>
                  <a:cubicBezTo>
                    <a:pt x="125069" y="2123"/>
                    <a:pt x="125029" y="2083"/>
                    <a:pt x="124989" y="2003"/>
                  </a:cubicBezTo>
                  <a:cubicBezTo>
                    <a:pt x="124989" y="1923"/>
                    <a:pt x="124949" y="1843"/>
                    <a:pt x="124909" y="1803"/>
                  </a:cubicBezTo>
                  <a:cubicBezTo>
                    <a:pt x="124909" y="1763"/>
                    <a:pt x="124868" y="1723"/>
                    <a:pt x="124868" y="1683"/>
                  </a:cubicBezTo>
                  <a:cubicBezTo>
                    <a:pt x="124828" y="1602"/>
                    <a:pt x="124788" y="1522"/>
                    <a:pt x="124748" y="1442"/>
                  </a:cubicBezTo>
                  <a:cubicBezTo>
                    <a:pt x="124708" y="1402"/>
                    <a:pt x="124668" y="1322"/>
                    <a:pt x="124628" y="1242"/>
                  </a:cubicBezTo>
                  <a:cubicBezTo>
                    <a:pt x="124588" y="1242"/>
                    <a:pt x="124588" y="1162"/>
                    <a:pt x="124548" y="1122"/>
                  </a:cubicBezTo>
                  <a:lnTo>
                    <a:pt x="124508" y="1082"/>
                  </a:lnTo>
                  <a:cubicBezTo>
                    <a:pt x="124388" y="921"/>
                    <a:pt x="124227" y="761"/>
                    <a:pt x="124067" y="641"/>
                  </a:cubicBezTo>
                  <a:cubicBezTo>
                    <a:pt x="124027" y="641"/>
                    <a:pt x="124027" y="601"/>
                    <a:pt x="123987" y="561"/>
                  </a:cubicBezTo>
                  <a:cubicBezTo>
                    <a:pt x="123947" y="561"/>
                    <a:pt x="123907" y="521"/>
                    <a:pt x="123867" y="521"/>
                  </a:cubicBezTo>
                  <a:cubicBezTo>
                    <a:pt x="123827" y="481"/>
                    <a:pt x="123747" y="441"/>
                    <a:pt x="123707" y="401"/>
                  </a:cubicBezTo>
                  <a:cubicBezTo>
                    <a:pt x="123667" y="361"/>
                    <a:pt x="123627" y="361"/>
                    <a:pt x="123546" y="321"/>
                  </a:cubicBezTo>
                  <a:cubicBezTo>
                    <a:pt x="123426" y="240"/>
                    <a:pt x="123306" y="200"/>
                    <a:pt x="123186" y="160"/>
                  </a:cubicBezTo>
                  <a:cubicBezTo>
                    <a:pt x="122905" y="40"/>
                    <a:pt x="122585" y="0"/>
                    <a:pt x="122265" y="0"/>
                  </a:cubicBezTo>
                  <a:close/>
                </a:path>
              </a:pathLst>
            </a:custGeom>
            <a:solidFill>
              <a:srgbClr val="924C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35"/>
            <p:cNvSpPr/>
            <p:nvPr/>
          </p:nvSpPr>
          <p:spPr>
            <a:xfrm rot="10800000" flipH="1">
              <a:off x="5082023" y="4022398"/>
              <a:ext cx="330823" cy="329712"/>
            </a:xfrm>
            <a:custGeom>
              <a:avLst/>
              <a:gdLst/>
              <a:ahLst/>
              <a:cxnLst/>
              <a:rect l="l" t="t" r="r" b="b"/>
              <a:pathLst>
                <a:path w="11618" h="11579" extrusionOk="0">
                  <a:moveTo>
                    <a:pt x="5809" y="1"/>
                  </a:moveTo>
                  <a:cubicBezTo>
                    <a:pt x="2604" y="1"/>
                    <a:pt x="0" y="2565"/>
                    <a:pt x="0" y="5769"/>
                  </a:cubicBezTo>
                  <a:cubicBezTo>
                    <a:pt x="0" y="8974"/>
                    <a:pt x="2604" y="11578"/>
                    <a:pt x="5809" y="11578"/>
                  </a:cubicBezTo>
                  <a:cubicBezTo>
                    <a:pt x="9014" y="11578"/>
                    <a:pt x="11618" y="8974"/>
                    <a:pt x="11618" y="5769"/>
                  </a:cubicBezTo>
                  <a:cubicBezTo>
                    <a:pt x="11618" y="2565"/>
                    <a:pt x="9014" y="1"/>
                    <a:pt x="580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09" name="Google Shape;1409;p35"/>
          <p:cNvSpPr txBox="1"/>
          <p:nvPr/>
        </p:nvSpPr>
        <p:spPr>
          <a:xfrm>
            <a:off x="5346007" y="2965388"/>
            <a:ext cx="2760488" cy="1948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924CCF"/>
                </a:solidFill>
                <a:latin typeface="Roboto"/>
                <a:ea typeface="Roboto"/>
                <a:cs typeface="Roboto"/>
                <a:sym typeface="Roboto"/>
              </a:rPr>
              <a:t>DATA LIMITATIONS</a:t>
            </a:r>
          </a:p>
          <a:p>
            <a:pPr marL="171450" lvl="0" indent="-17145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4CCF"/>
              </a:buClr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Physical sales only </a:t>
            </a:r>
            <a:r>
              <a:rPr lang="en-US" sz="105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– </a:t>
            </a:r>
            <a:r>
              <a:rPr lang="en-US" sz="10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excludes digital downloads and mobile</a:t>
            </a:r>
            <a:endParaRPr lang="en-US" sz="105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71450" lvl="0" indent="-17145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4CCF"/>
              </a:buClr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2016 data appears incomplete </a:t>
            </a:r>
            <a:r>
              <a:rPr lang="en-US" sz="10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(70.9M vs 264.4M in 2015</a:t>
            </a:r>
            <a:endParaRPr lang="en-US" sz="11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71450" lvl="0" indent="-17145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4CCF"/>
              </a:buClr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2017 and 2020 data excluded due to anomalies</a:t>
            </a:r>
          </a:p>
          <a:p>
            <a:pPr marL="171450" lvl="0" indent="-17145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4CCF"/>
              </a:buClr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Sales estimates may vary from publisher figures</a:t>
            </a:r>
          </a:p>
        </p:txBody>
      </p:sp>
      <p:grpSp>
        <p:nvGrpSpPr>
          <p:cNvPr id="1410" name="Google Shape;1410;p35"/>
          <p:cNvGrpSpPr/>
          <p:nvPr/>
        </p:nvGrpSpPr>
        <p:grpSpPr>
          <a:xfrm>
            <a:off x="8207640" y="3529851"/>
            <a:ext cx="429537" cy="693597"/>
            <a:chOff x="2497275" y="2744159"/>
            <a:chExt cx="370930" cy="370549"/>
          </a:xfrm>
        </p:grpSpPr>
        <p:sp>
          <p:nvSpPr>
            <p:cNvPr id="1411" name="Google Shape;1411;p35"/>
            <p:cNvSpPr/>
            <p:nvPr/>
          </p:nvSpPr>
          <p:spPr>
            <a:xfrm>
              <a:off x="2497275" y="2744159"/>
              <a:ext cx="284366" cy="284747"/>
            </a:xfrm>
            <a:custGeom>
              <a:avLst/>
              <a:gdLst/>
              <a:ahLst/>
              <a:cxnLst/>
              <a:rect l="l" t="t" r="r" b="b"/>
              <a:pathLst>
                <a:path w="8955" h="8967" extrusionOk="0">
                  <a:moveTo>
                    <a:pt x="4204" y="1"/>
                  </a:moveTo>
                  <a:cubicBezTo>
                    <a:pt x="3942" y="1"/>
                    <a:pt x="3704" y="203"/>
                    <a:pt x="3644" y="465"/>
                  </a:cubicBezTo>
                  <a:lnTo>
                    <a:pt x="3466" y="1334"/>
                  </a:lnTo>
                  <a:cubicBezTo>
                    <a:pt x="3287" y="1394"/>
                    <a:pt x="3108" y="1465"/>
                    <a:pt x="2942" y="1537"/>
                  </a:cubicBezTo>
                  <a:lnTo>
                    <a:pt x="2215" y="1048"/>
                  </a:lnTo>
                  <a:cubicBezTo>
                    <a:pt x="2120" y="983"/>
                    <a:pt x="2009" y="952"/>
                    <a:pt x="1899" y="952"/>
                  </a:cubicBezTo>
                  <a:cubicBezTo>
                    <a:pt x="1749" y="952"/>
                    <a:pt x="1599" y="1010"/>
                    <a:pt x="1489" y="1120"/>
                  </a:cubicBezTo>
                  <a:lnTo>
                    <a:pt x="1108" y="1489"/>
                  </a:lnTo>
                  <a:cubicBezTo>
                    <a:pt x="918" y="1691"/>
                    <a:pt x="894" y="1989"/>
                    <a:pt x="1037" y="2227"/>
                  </a:cubicBezTo>
                  <a:lnTo>
                    <a:pt x="1525" y="2953"/>
                  </a:lnTo>
                  <a:cubicBezTo>
                    <a:pt x="1441" y="3120"/>
                    <a:pt x="1370" y="3287"/>
                    <a:pt x="1322" y="3465"/>
                  </a:cubicBezTo>
                  <a:lnTo>
                    <a:pt x="453" y="3644"/>
                  </a:lnTo>
                  <a:cubicBezTo>
                    <a:pt x="191" y="3703"/>
                    <a:pt x="1" y="3930"/>
                    <a:pt x="1" y="4215"/>
                  </a:cubicBezTo>
                  <a:lnTo>
                    <a:pt x="1" y="4751"/>
                  </a:lnTo>
                  <a:cubicBezTo>
                    <a:pt x="1" y="5025"/>
                    <a:pt x="191" y="5251"/>
                    <a:pt x="453" y="5323"/>
                  </a:cubicBezTo>
                  <a:lnTo>
                    <a:pt x="1322" y="5501"/>
                  </a:lnTo>
                  <a:cubicBezTo>
                    <a:pt x="1382" y="5668"/>
                    <a:pt x="1453" y="5847"/>
                    <a:pt x="1525" y="6013"/>
                  </a:cubicBezTo>
                  <a:lnTo>
                    <a:pt x="1037" y="6740"/>
                  </a:lnTo>
                  <a:cubicBezTo>
                    <a:pt x="894" y="6966"/>
                    <a:pt x="918" y="7287"/>
                    <a:pt x="1108" y="7478"/>
                  </a:cubicBezTo>
                  <a:lnTo>
                    <a:pt x="1489" y="7847"/>
                  </a:lnTo>
                  <a:cubicBezTo>
                    <a:pt x="1599" y="7957"/>
                    <a:pt x="1745" y="8015"/>
                    <a:pt x="1894" y="8015"/>
                  </a:cubicBezTo>
                  <a:cubicBezTo>
                    <a:pt x="2003" y="8015"/>
                    <a:pt x="2115" y="7984"/>
                    <a:pt x="2215" y="7918"/>
                  </a:cubicBezTo>
                  <a:lnTo>
                    <a:pt x="2942" y="7430"/>
                  </a:lnTo>
                  <a:cubicBezTo>
                    <a:pt x="3108" y="7513"/>
                    <a:pt x="3287" y="7597"/>
                    <a:pt x="3466" y="7633"/>
                  </a:cubicBezTo>
                  <a:lnTo>
                    <a:pt x="3644" y="8502"/>
                  </a:lnTo>
                  <a:cubicBezTo>
                    <a:pt x="3704" y="8764"/>
                    <a:pt x="3930" y="8966"/>
                    <a:pt x="4204" y="8966"/>
                  </a:cubicBezTo>
                  <a:lnTo>
                    <a:pt x="4740" y="8966"/>
                  </a:lnTo>
                  <a:cubicBezTo>
                    <a:pt x="5013" y="8966"/>
                    <a:pt x="5251" y="8764"/>
                    <a:pt x="5311" y="8502"/>
                  </a:cubicBezTo>
                  <a:lnTo>
                    <a:pt x="5490" y="7633"/>
                  </a:lnTo>
                  <a:cubicBezTo>
                    <a:pt x="5621" y="7597"/>
                    <a:pt x="5775" y="7537"/>
                    <a:pt x="5906" y="7478"/>
                  </a:cubicBezTo>
                  <a:cubicBezTo>
                    <a:pt x="6002" y="7442"/>
                    <a:pt x="6037" y="7323"/>
                    <a:pt x="6002" y="7240"/>
                  </a:cubicBezTo>
                  <a:cubicBezTo>
                    <a:pt x="5966" y="7169"/>
                    <a:pt x="5898" y="7131"/>
                    <a:pt x="5831" y="7131"/>
                  </a:cubicBezTo>
                  <a:cubicBezTo>
                    <a:pt x="5808" y="7131"/>
                    <a:pt x="5785" y="7135"/>
                    <a:pt x="5763" y="7144"/>
                  </a:cubicBezTo>
                  <a:cubicBezTo>
                    <a:pt x="5609" y="7228"/>
                    <a:pt x="5466" y="7287"/>
                    <a:pt x="5299" y="7323"/>
                  </a:cubicBezTo>
                  <a:cubicBezTo>
                    <a:pt x="5240" y="7347"/>
                    <a:pt x="5180" y="7406"/>
                    <a:pt x="5168" y="7454"/>
                  </a:cubicBezTo>
                  <a:lnTo>
                    <a:pt x="4966" y="8430"/>
                  </a:lnTo>
                  <a:cubicBezTo>
                    <a:pt x="4954" y="8514"/>
                    <a:pt x="4870" y="8597"/>
                    <a:pt x="4763" y="8597"/>
                  </a:cubicBezTo>
                  <a:lnTo>
                    <a:pt x="4228" y="8597"/>
                  </a:lnTo>
                  <a:cubicBezTo>
                    <a:pt x="4120" y="8597"/>
                    <a:pt x="4049" y="8514"/>
                    <a:pt x="4013" y="8430"/>
                  </a:cubicBezTo>
                  <a:lnTo>
                    <a:pt x="3823" y="7454"/>
                  </a:lnTo>
                  <a:cubicBezTo>
                    <a:pt x="3811" y="7383"/>
                    <a:pt x="3763" y="7335"/>
                    <a:pt x="3692" y="7323"/>
                  </a:cubicBezTo>
                  <a:cubicBezTo>
                    <a:pt x="3466" y="7263"/>
                    <a:pt x="3239" y="7180"/>
                    <a:pt x="3049" y="7061"/>
                  </a:cubicBezTo>
                  <a:cubicBezTo>
                    <a:pt x="3019" y="7043"/>
                    <a:pt x="2986" y="7034"/>
                    <a:pt x="2954" y="7034"/>
                  </a:cubicBezTo>
                  <a:cubicBezTo>
                    <a:pt x="2921" y="7034"/>
                    <a:pt x="2888" y="7043"/>
                    <a:pt x="2858" y="7061"/>
                  </a:cubicBezTo>
                  <a:lnTo>
                    <a:pt x="2037" y="7609"/>
                  </a:lnTo>
                  <a:cubicBezTo>
                    <a:pt x="2006" y="7634"/>
                    <a:pt x="1966" y="7647"/>
                    <a:pt x="1926" y="7647"/>
                  </a:cubicBezTo>
                  <a:cubicBezTo>
                    <a:pt x="1874" y="7647"/>
                    <a:pt x="1821" y="7625"/>
                    <a:pt x="1787" y="7585"/>
                  </a:cubicBezTo>
                  <a:lnTo>
                    <a:pt x="1418" y="7204"/>
                  </a:lnTo>
                  <a:cubicBezTo>
                    <a:pt x="1334" y="7132"/>
                    <a:pt x="1334" y="7025"/>
                    <a:pt x="1382" y="6954"/>
                  </a:cubicBezTo>
                  <a:lnTo>
                    <a:pt x="1930" y="6132"/>
                  </a:lnTo>
                  <a:cubicBezTo>
                    <a:pt x="1977" y="6073"/>
                    <a:pt x="1977" y="6001"/>
                    <a:pt x="1930" y="5942"/>
                  </a:cubicBezTo>
                  <a:cubicBezTo>
                    <a:pt x="1811" y="5739"/>
                    <a:pt x="1727" y="5525"/>
                    <a:pt x="1668" y="5299"/>
                  </a:cubicBezTo>
                  <a:cubicBezTo>
                    <a:pt x="1656" y="5239"/>
                    <a:pt x="1596" y="5180"/>
                    <a:pt x="1537" y="5168"/>
                  </a:cubicBezTo>
                  <a:lnTo>
                    <a:pt x="560" y="4977"/>
                  </a:lnTo>
                  <a:cubicBezTo>
                    <a:pt x="477" y="4954"/>
                    <a:pt x="406" y="4870"/>
                    <a:pt x="406" y="4763"/>
                  </a:cubicBezTo>
                  <a:lnTo>
                    <a:pt x="406" y="4227"/>
                  </a:lnTo>
                  <a:cubicBezTo>
                    <a:pt x="406" y="4132"/>
                    <a:pt x="477" y="4049"/>
                    <a:pt x="560" y="4025"/>
                  </a:cubicBezTo>
                  <a:lnTo>
                    <a:pt x="1537" y="3834"/>
                  </a:lnTo>
                  <a:cubicBezTo>
                    <a:pt x="1608" y="3811"/>
                    <a:pt x="1656" y="3775"/>
                    <a:pt x="1668" y="3692"/>
                  </a:cubicBezTo>
                  <a:cubicBezTo>
                    <a:pt x="1727" y="3477"/>
                    <a:pt x="1811" y="3251"/>
                    <a:pt x="1930" y="3061"/>
                  </a:cubicBezTo>
                  <a:cubicBezTo>
                    <a:pt x="1965" y="3001"/>
                    <a:pt x="1965" y="2918"/>
                    <a:pt x="1930" y="2858"/>
                  </a:cubicBezTo>
                  <a:lnTo>
                    <a:pt x="1382" y="2049"/>
                  </a:lnTo>
                  <a:cubicBezTo>
                    <a:pt x="1322" y="1965"/>
                    <a:pt x="1334" y="1846"/>
                    <a:pt x="1418" y="1787"/>
                  </a:cubicBezTo>
                  <a:lnTo>
                    <a:pt x="1787" y="1417"/>
                  </a:lnTo>
                  <a:cubicBezTo>
                    <a:pt x="1826" y="1378"/>
                    <a:pt x="1876" y="1360"/>
                    <a:pt x="1925" y="1360"/>
                  </a:cubicBezTo>
                  <a:cubicBezTo>
                    <a:pt x="1965" y="1360"/>
                    <a:pt x="2005" y="1372"/>
                    <a:pt x="2037" y="1394"/>
                  </a:cubicBezTo>
                  <a:lnTo>
                    <a:pt x="2858" y="1941"/>
                  </a:lnTo>
                  <a:cubicBezTo>
                    <a:pt x="2888" y="1965"/>
                    <a:pt x="2921" y="1977"/>
                    <a:pt x="2954" y="1977"/>
                  </a:cubicBezTo>
                  <a:cubicBezTo>
                    <a:pt x="2986" y="1977"/>
                    <a:pt x="3019" y="1965"/>
                    <a:pt x="3049" y="1941"/>
                  </a:cubicBezTo>
                  <a:cubicBezTo>
                    <a:pt x="3263" y="1822"/>
                    <a:pt x="3466" y="1727"/>
                    <a:pt x="3692" y="1668"/>
                  </a:cubicBezTo>
                  <a:cubicBezTo>
                    <a:pt x="3751" y="1656"/>
                    <a:pt x="3811" y="1596"/>
                    <a:pt x="3823" y="1537"/>
                  </a:cubicBezTo>
                  <a:lnTo>
                    <a:pt x="4013" y="572"/>
                  </a:lnTo>
                  <a:cubicBezTo>
                    <a:pt x="4037" y="477"/>
                    <a:pt x="4120" y="405"/>
                    <a:pt x="4228" y="405"/>
                  </a:cubicBezTo>
                  <a:lnTo>
                    <a:pt x="4763" y="405"/>
                  </a:lnTo>
                  <a:cubicBezTo>
                    <a:pt x="4870" y="405"/>
                    <a:pt x="4942" y="477"/>
                    <a:pt x="4966" y="572"/>
                  </a:cubicBezTo>
                  <a:lnTo>
                    <a:pt x="5168" y="1537"/>
                  </a:lnTo>
                  <a:cubicBezTo>
                    <a:pt x="5180" y="1608"/>
                    <a:pt x="5216" y="1656"/>
                    <a:pt x="5299" y="1668"/>
                  </a:cubicBezTo>
                  <a:cubicBezTo>
                    <a:pt x="5513" y="1727"/>
                    <a:pt x="5740" y="1822"/>
                    <a:pt x="5930" y="1941"/>
                  </a:cubicBezTo>
                  <a:cubicBezTo>
                    <a:pt x="5960" y="1953"/>
                    <a:pt x="5996" y="1959"/>
                    <a:pt x="6031" y="1959"/>
                  </a:cubicBezTo>
                  <a:cubicBezTo>
                    <a:pt x="6067" y="1959"/>
                    <a:pt x="6103" y="1953"/>
                    <a:pt x="6133" y="1941"/>
                  </a:cubicBezTo>
                  <a:lnTo>
                    <a:pt x="6942" y="1394"/>
                  </a:lnTo>
                  <a:cubicBezTo>
                    <a:pt x="6978" y="1368"/>
                    <a:pt x="7021" y="1356"/>
                    <a:pt x="7063" y="1356"/>
                  </a:cubicBezTo>
                  <a:cubicBezTo>
                    <a:pt x="7117" y="1356"/>
                    <a:pt x="7170" y="1377"/>
                    <a:pt x="7204" y="1417"/>
                  </a:cubicBezTo>
                  <a:lnTo>
                    <a:pt x="7573" y="1787"/>
                  </a:lnTo>
                  <a:cubicBezTo>
                    <a:pt x="7645" y="1870"/>
                    <a:pt x="7645" y="1965"/>
                    <a:pt x="7597" y="2049"/>
                  </a:cubicBezTo>
                  <a:lnTo>
                    <a:pt x="7049" y="2858"/>
                  </a:lnTo>
                  <a:cubicBezTo>
                    <a:pt x="7002" y="2918"/>
                    <a:pt x="7002" y="2989"/>
                    <a:pt x="7049" y="3061"/>
                  </a:cubicBezTo>
                  <a:cubicBezTo>
                    <a:pt x="7168" y="3263"/>
                    <a:pt x="7264" y="3477"/>
                    <a:pt x="7323" y="3692"/>
                  </a:cubicBezTo>
                  <a:cubicBezTo>
                    <a:pt x="7335" y="3751"/>
                    <a:pt x="7395" y="3811"/>
                    <a:pt x="7454" y="3834"/>
                  </a:cubicBezTo>
                  <a:lnTo>
                    <a:pt x="8419" y="4025"/>
                  </a:lnTo>
                  <a:cubicBezTo>
                    <a:pt x="8514" y="4037"/>
                    <a:pt x="8585" y="4132"/>
                    <a:pt x="8585" y="4227"/>
                  </a:cubicBezTo>
                  <a:lnTo>
                    <a:pt x="8585" y="4763"/>
                  </a:lnTo>
                  <a:cubicBezTo>
                    <a:pt x="8585" y="4870"/>
                    <a:pt x="8514" y="4942"/>
                    <a:pt x="8419" y="4977"/>
                  </a:cubicBezTo>
                  <a:lnTo>
                    <a:pt x="7454" y="5168"/>
                  </a:lnTo>
                  <a:cubicBezTo>
                    <a:pt x="7383" y="5180"/>
                    <a:pt x="7335" y="5227"/>
                    <a:pt x="7323" y="5299"/>
                  </a:cubicBezTo>
                  <a:cubicBezTo>
                    <a:pt x="7276" y="5466"/>
                    <a:pt x="7216" y="5632"/>
                    <a:pt x="7145" y="5775"/>
                  </a:cubicBezTo>
                  <a:cubicBezTo>
                    <a:pt x="7097" y="5870"/>
                    <a:pt x="7145" y="5966"/>
                    <a:pt x="7228" y="6013"/>
                  </a:cubicBezTo>
                  <a:cubicBezTo>
                    <a:pt x="7254" y="6026"/>
                    <a:pt x="7280" y="6032"/>
                    <a:pt x="7305" y="6032"/>
                  </a:cubicBezTo>
                  <a:cubicBezTo>
                    <a:pt x="7372" y="6032"/>
                    <a:pt x="7431" y="5991"/>
                    <a:pt x="7466" y="5930"/>
                  </a:cubicBezTo>
                  <a:cubicBezTo>
                    <a:pt x="7526" y="5799"/>
                    <a:pt x="7585" y="5644"/>
                    <a:pt x="7633" y="5501"/>
                  </a:cubicBezTo>
                  <a:lnTo>
                    <a:pt x="8490" y="5323"/>
                  </a:lnTo>
                  <a:cubicBezTo>
                    <a:pt x="8764" y="5263"/>
                    <a:pt x="8954" y="5037"/>
                    <a:pt x="8954" y="4751"/>
                  </a:cubicBezTo>
                  <a:lnTo>
                    <a:pt x="8954" y="4215"/>
                  </a:lnTo>
                  <a:cubicBezTo>
                    <a:pt x="8954" y="3942"/>
                    <a:pt x="8764" y="3715"/>
                    <a:pt x="8490" y="3644"/>
                  </a:cubicBezTo>
                  <a:lnTo>
                    <a:pt x="7633" y="3465"/>
                  </a:lnTo>
                  <a:cubicBezTo>
                    <a:pt x="7573" y="3287"/>
                    <a:pt x="7502" y="3120"/>
                    <a:pt x="7418" y="2953"/>
                  </a:cubicBezTo>
                  <a:lnTo>
                    <a:pt x="7918" y="2227"/>
                  </a:lnTo>
                  <a:cubicBezTo>
                    <a:pt x="8061" y="2001"/>
                    <a:pt x="8038" y="1679"/>
                    <a:pt x="7835" y="1489"/>
                  </a:cubicBezTo>
                  <a:lnTo>
                    <a:pt x="7466" y="1120"/>
                  </a:lnTo>
                  <a:cubicBezTo>
                    <a:pt x="7356" y="1010"/>
                    <a:pt x="7211" y="952"/>
                    <a:pt x="7061" y="952"/>
                  </a:cubicBezTo>
                  <a:cubicBezTo>
                    <a:pt x="6952" y="952"/>
                    <a:pt x="6840" y="983"/>
                    <a:pt x="6740" y="1048"/>
                  </a:cubicBezTo>
                  <a:lnTo>
                    <a:pt x="6013" y="1537"/>
                  </a:lnTo>
                  <a:cubicBezTo>
                    <a:pt x="5847" y="1453"/>
                    <a:pt x="5668" y="1370"/>
                    <a:pt x="5490" y="1334"/>
                  </a:cubicBezTo>
                  <a:lnTo>
                    <a:pt x="5311" y="465"/>
                  </a:lnTo>
                  <a:cubicBezTo>
                    <a:pt x="5251" y="203"/>
                    <a:pt x="5025" y="1"/>
                    <a:pt x="4740" y="1"/>
                  </a:cubicBezTo>
                  <a:close/>
                </a:path>
              </a:pathLst>
            </a:custGeom>
            <a:solidFill>
              <a:srgbClr val="924C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35"/>
            <p:cNvSpPr/>
            <p:nvPr/>
          </p:nvSpPr>
          <p:spPr>
            <a:xfrm>
              <a:off x="2592191" y="2821673"/>
              <a:ext cx="113461" cy="98345"/>
            </a:xfrm>
            <a:custGeom>
              <a:avLst/>
              <a:gdLst/>
              <a:ahLst/>
              <a:cxnLst/>
              <a:rect l="l" t="t" r="r" b="b"/>
              <a:pathLst>
                <a:path w="3573" h="3097" extrusionOk="0">
                  <a:moveTo>
                    <a:pt x="1524" y="0"/>
                  </a:moveTo>
                  <a:cubicBezTo>
                    <a:pt x="989" y="0"/>
                    <a:pt x="465" y="215"/>
                    <a:pt x="72" y="584"/>
                  </a:cubicBezTo>
                  <a:cubicBezTo>
                    <a:pt x="0" y="655"/>
                    <a:pt x="0" y="774"/>
                    <a:pt x="72" y="834"/>
                  </a:cubicBezTo>
                  <a:cubicBezTo>
                    <a:pt x="113" y="876"/>
                    <a:pt x="164" y="896"/>
                    <a:pt x="212" y="896"/>
                  </a:cubicBezTo>
                  <a:cubicBezTo>
                    <a:pt x="259" y="896"/>
                    <a:pt x="304" y="876"/>
                    <a:pt x="334" y="834"/>
                  </a:cubicBezTo>
                  <a:cubicBezTo>
                    <a:pt x="643" y="524"/>
                    <a:pt x="1072" y="358"/>
                    <a:pt x="1500" y="358"/>
                  </a:cubicBezTo>
                  <a:cubicBezTo>
                    <a:pt x="2441" y="358"/>
                    <a:pt x="3203" y="1120"/>
                    <a:pt x="3203" y="2060"/>
                  </a:cubicBezTo>
                  <a:cubicBezTo>
                    <a:pt x="3203" y="2322"/>
                    <a:pt x="3144" y="2596"/>
                    <a:pt x="3024" y="2834"/>
                  </a:cubicBezTo>
                  <a:cubicBezTo>
                    <a:pt x="2965" y="2941"/>
                    <a:pt x="3013" y="3037"/>
                    <a:pt x="3096" y="3084"/>
                  </a:cubicBezTo>
                  <a:cubicBezTo>
                    <a:pt x="3132" y="3096"/>
                    <a:pt x="3155" y="3096"/>
                    <a:pt x="3191" y="3096"/>
                  </a:cubicBezTo>
                  <a:cubicBezTo>
                    <a:pt x="3251" y="3096"/>
                    <a:pt x="3322" y="3072"/>
                    <a:pt x="3346" y="3001"/>
                  </a:cubicBezTo>
                  <a:cubicBezTo>
                    <a:pt x="3501" y="2715"/>
                    <a:pt x="3572" y="2382"/>
                    <a:pt x="3572" y="2060"/>
                  </a:cubicBezTo>
                  <a:cubicBezTo>
                    <a:pt x="3572" y="929"/>
                    <a:pt x="2655" y="0"/>
                    <a:pt x="1524" y="0"/>
                  </a:cubicBezTo>
                  <a:close/>
                </a:path>
              </a:pathLst>
            </a:custGeom>
            <a:solidFill>
              <a:srgbClr val="924C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35"/>
            <p:cNvSpPr/>
            <p:nvPr/>
          </p:nvSpPr>
          <p:spPr>
            <a:xfrm>
              <a:off x="2574408" y="2862129"/>
              <a:ext cx="106665" cy="90756"/>
            </a:xfrm>
            <a:custGeom>
              <a:avLst/>
              <a:gdLst/>
              <a:ahLst/>
              <a:cxnLst/>
              <a:rect l="l" t="t" r="r" b="b"/>
              <a:pathLst>
                <a:path w="3359" h="2858" extrusionOk="0">
                  <a:moveTo>
                    <a:pt x="294" y="1"/>
                  </a:moveTo>
                  <a:cubicBezTo>
                    <a:pt x="218" y="1"/>
                    <a:pt x="145" y="48"/>
                    <a:pt x="108" y="131"/>
                  </a:cubicBezTo>
                  <a:cubicBezTo>
                    <a:pt x="36" y="334"/>
                    <a:pt x="1" y="572"/>
                    <a:pt x="1" y="798"/>
                  </a:cubicBezTo>
                  <a:cubicBezTo>
                    <a:pt x="1" y="1929"/>
                    <a:pt x="917" y="2858"/>
                    <a:pt x="2049" y="2858"/>
                  </a:cubicBezTo>
                  <a:cubicBezTo>
                    <a:pt x="2477" y="2858"/>
                    <a:pt x="2894" y="2715"/>
                    <a:pt x="3251" y="2465"/>
                  </a:cubicBezTo>
                  <a:cubicBezTo>
                    <a:pt x="3346" y="2405"/>
                    <a:pt x="3358" y="2286"/>
                    <a:pt x="3299" y="2215"/>
                  </a:cubicBezTo>
                  <a:cubicBezTo>
                    <a:pt x="3263" y="2158"/>
                    <a:pt x="3206" y="2131"/>
                    <a:pt x="3151" y="2131"/>
                  </a:cubicBezTo>
                  <a:cubicBezTo>
                    <a:pt x="3114" y="2131"/>
                    <a:pt x="3077" y="2143"/>
                    <a:pt x="3049" y="2167"/>
                  </a:cubicBezTo>
                  <a:cubicBezTo>
                    <a:pt x="2763" y="2382"/>
                    <a:pt x="2406" y="2501"/>
                    <a:pt x="2049" y="2501"/>
                  </a:cubicBezTo>
                  <a:cubicBezTo>
                    <a:pt x="1108" y="2501"/>
                    <a:pt x="346" y="1739"/>
                    <a:pt x="346" y="798"/>
                  </a:cubicBezTo>
                  <a:cubicBezTo>
                    <a:pt x="346" y="608"/>
                    <a:pt x="382" y="429"/>
                    <a:pt x="441" y="250"/>
                  </a:cubicBezTo>
                  <a:cubicBezTo>
                    <a:pt x="501" y="143"/>
                    <a:pt x="441" y="36"/>
                    <a:pt x="358" y="12"/>
                  </a:cubicBezTo>
                  <a:cubicBezTo>
                    <a:pt x="337" y="4"/>
                    <a:pt x="315" y="1"/>
                    <a:pt x="294" y="1"/>
                  </a:cubicBezTo>
                  <a:close/>
                </a:path>
              </a:pathLst>
            </a:custGeom>
            <a:solidFill>
              <a:srgbClr val="924C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35"/>
            <p:cNvSpPr/>
            <p:nvPr/>
          </p:nvSpPr>
          <p:spPr>
            <a:xfrm>
              <a:off x="2676881" y="2923385"/>
              <a:ext cx="191324" cy="191324"/>
            </a:xfrm>
            <a:custGeom>
              <a:avLst/>
              <a:gdLst/>
              <a:ahLst/>
              <a:cxnLst/>
              <a:rect l="l" t="t" r="r" b="b"/>
              <a:pathLst>
                <a:path w="6025" h="6025" extrusionOk="0">
                  <a:moveTo>
                    <a:pt x="2810" y="0"/>
                  </a:moveTo>
                  <a:cubicBezTo>
                    <a:pt x="2608" y="0"/>
                    <a:pt x="2429" y="155"/>
                    <a:pt x="2382" y="357"/>
                  </a:cubicBezTo>
                  <a:lnTo>
                    <a:pt x="2274" y="893"/>
                  </a:lnTo>
                  <a:cubicBezTo>
                    <a:pt x="2191" y="929"/>
                    <a:pt x="2084" y="965"/>
                    <a:pt x="1989" y="1012"/>
                  </a:cubicBezTo>
                  <a:lnTo>
                    <a:pt x="1548" y="715"/>
                  </a:lnTo>
                  <a:cubicBezTo>
                    <a:pt x="1475" y="666"/>
                    <a:pt x="1393" y="643"/>
                    <a:pt x="1313" y="643"/>
                  </a:cubicBezTo>
                  <a:cubicBezTo>
                    <a:pt x="1198" y="643"/>
                    <a:pt x="1085" y="690"/>
                    <a:pt x="1000" y="774"/>
                  </a:cubicBezTo>
                  <a:lnTo>
                    <a:pt x="738" y="1024"/>
                  </a:lnTo>
                  <a:cubicBezTo>
                    <a:pt x="596" y="1179"/>
                    <a:pt x="572" y="1417"/>
                    <a:pt x="679" y="1584"/>
                  </a:cubicBezTo>
                  <a:lnTo>
                    <a:pt x="977" y="2024"/>
                  </a:lnTo>
                  <a:cubicBezTo>
                    <a:pt x="917" y="2143"/>
                    <a:pt x="858" y="2274"/>
                    <a:pt x="834" y="2417"/>
                  </a:cubicBezTo>
                  <a:cubicBezTo>
                    <a:pt x="798" y="2512"/>
                    <a:pt x="858" y="2608"/>
                    <a:pt x="965" y="2631"/>
                  </a:cubicBezTo>
                  <a:cubicBezTo>
                    <a:pt x="986" y="2639"/>
                    <a:pt x="1006" y="2642"/>
                    <a:pt x="1025" y="2642"/>
                  </a:cubicBezTo>
                  <a:cubicBezTo>
                    <a:pt x="1103" y="2642"/>
                    <a:pt x="1162" y="2587"/>
                    <a:pt x="1191" y="2501"/>
                  </a:cubicBezTo>
                  <a:cubicBezTo>
                    <a:pt x="1227" y="2358"/>
                    <a:pt x="1298" y="2215"/>
                    <a:pt x="1346" y="2096"/>
                  </a:cubicBezTo>
                  <a:cubicBezTo>
                    <a:pt x="1381" y="2036"/>
                    <a:pt x="1381" y="1965"/>
                    <a:pt x="1346" y="1905"/>
                  </a:cubicBezTo>
                  <a:lnTo>
                    <a:pt x="1000" y="1369"/>
                  </a:lnTo>
                  <a:cubicBezTo>
                    <a:pt x="977" y="1346"/>
                    <a:pt x="977" y="1310"/>
                    <a:pt x="1012" y="1286"/>
                  </a:cubicBezTo>
                  <a:lnTo>
                    <a:pt x="1262" y="1024"/>
                  </a:lnTo>
                  <a:cubicBezTo>
                    <a:pt x="1283" y="1010"/>
                    <a:pt x="1300" y="1004"/>
                    <a:pt x="1318" y="1004"/>
                  </a:cubicBezTo>
                  <a:cubicBezTo>
                    <a:pt x="1330" y="1004"/>
                    <a:pt x="1343" y="1007"/>
                    <a:pt x="1358" y="1012"/>
                  </a:cubicBezTo>
                  <a:lnTo>
                    <a:pt x="1893" y="1369"/>
                  </a:lnTo>
                  <a:cubicBezTo>
                    <a:pt x="1923" y="1393"/>
                    <a:pt x="1956" y="1405"/>
                    <a:pt x="1989" y="1405"/>
                  </a:cubicBezTo>
                  <a:cubicBezTo>
                    <a:pt x="2021" y="1405"/>
                    <a:pt x="2054" y="1393"/>
                    <a:pt x="2084" y="1369"/>
                  </a:cubicBezTo>
                  <a:cubicBezTo>
                    <a:pt x="2215" y="1298"/>
                    <a:pt x="2346" y="1238"/>
                    <a:pt x="2489" y="1203"/>
                  </a:cubicBezTo>
                  <a:cubicBezTo>
                    <a:pt x="2548" y="1191"/>
                    <a:pt x="2608" y="1131"/>
                    <a:pt x="2620" y="1072"/>
                  </a:cubicBezTo>
                  <a:lnTo>
                    <a:pt x="2751" y="429"/>
                  </a:lnTo>
                  <a:cubicBezTo>
                    <a:pt x="2751" y="405"/>
                    <a:pt x="2786" y="369"/>
                    <a:pt x="2822" y="369"/>
                  </a:cubicBezTo>
                  <a:lnTo>
                    <a:pt x="3167" y="369"/>
                  </a:lnTo>
                  <a:cubicBezTo>
                    <a:pt x="3203" y="369"/>
                    <a:pt x="3227" y="405"/>
                    <a:pt x="3239" y="429"/>
                  </a:cubicBezTo>
                  <a:lnTo>
                    <a:pt x="3382" y="1072"/>
                  </a:lnTo>
                  <a:cubicBezTo>
                    <a:pt x="3394" y="1143"/>
                    <a:pt x="3429" y="1191"/>
                    <a:pt x="3513" y="1203"/>
                  </a:cubicBezTo>
                  <a:cubicBezTo>
                    <a:pt x="3656" y="1250"/>
                    <a:pt x="3786" y="1310"/>
                    <a:pt x="3917" y="1369"/>
                  </a:cubicBezTo>
                  <a:cubicBezTo>
                    <a:pt x="3947" y="1387"/>
                    <a:pt x="3980" y="1396"/>
                    <a:pt x="4013" y="1396"/>
                  </a:cubicBezTo>
                  <a:cubicBezTo>
                    <a:pt x="4045" y="1396"/>
                    <a:pt x="4078" y="1387"/>
                    <a:pt x="4108" y="1369"/>
                  </a:cubicBezTo>
                  <a:lnTo>
                    <a:pt x="4644" y="1012"/>
                  </a:lnTo>
                  <a:cubicBezTo>
                    <a:pt x="4654" y="1007"/>
                    <a:pt x="4665" y="1004"/>
                    <a:pt x="4678" y="1004"/>
                  </a:cubicBezTo>
                  <a:cubicBezTo>
                    <a:pt x="4695" y="1004"/>
                    <a:pt x="4713" y="1010"/>
                    <a:pt x="4727" y="1024"/>
                  </a:cubicBezTo>
                  <a:lnTo>
                    <a:pt x="4989" y="1286"/>
                  </a:lnTo>
                  <a:cubicBezTo>
                    <a:pt x="5013" y="1310"/>
                    <a:pt x="5013" y="1346"/>
                    <a:pt x="5001" y="1369"/>
                  </a:cubicBezTo>
                  <a:lnTo>
                    <a:pt x="4644" y="1905"/>
                  </a:lnTo>
                  <a:cubicBezTo>
                    <a:pt x="4596" y="1965"/>
                    <a:pt x="4596" y="2036"/>
                    <a:pt x="4644" y="2096"/>
                  </a:cubicBezTo>
                  <a:cubicBezTo>
                    <a:pt x="4715" y="2239"/>
                    <a:pt x="4775" y="2370"/>
                    <a:pt x="4810" y="2501"/>
                  </a:cubicBezTo>
                  <a:cubicBezTo>
                    <a:pt x="4822" y="2560"/>
                    <a:pt x="4882" y="2620"/>
                    <a:pt x="4941" y="2631"/>
                  </a:cubicBezTo>
                  <a:lnTo>
                    <a:pt x="5584" y="2774"/>
                  </a:lnTo>
                  <a:cubicBezTo>
                    <a:pt x="5608" y="2774"/>
                    <a:pt x="5644" y="2798"/>
                    <a:pt x="5644" y="2846"/>
                  </a:cubicBezTo>
                  <a:lnTo>
                    <a:pt x="5644" y="3191"/>
                  </a:lnTo>
                  <a:cubicBezTo>
                    <a:pt x="5644" y="3215"/>
                    <a:pt x="5608" y="3251"/>
                    <a:pt x="5584" y="3263"/>
                  </a:cubicBezTo>
                  <a:lnTo>
                    <a:pt x="4941" y="3393"/>
                  </a:lnTo>
                  <a:cubicBezTo>
                    <a:pt x="4870" y="3405"/>
                    <a:pt x="4822" y="3453"/>
                    <a:pt x="4810" y="3524"/>
                  </a:cubicBezTo>
                  <a:cubicBezTo>
                    <a:pt x="4763" y="3679"/>
                    <a:pt x="4703" y="3810"/>
                    <a:pt x="4644" y="3929"/>
                  </a:cubicBezTo>
                  <a:cubicBezTo>
                    <a:pt x="4608" y="3989"/>
                    <a:pt x="4608" y="4060"/>
                    <a:pt x="4644" y="4120"/>
                  </a:cubicBezTo>
                  <a:lnTo>
                    <a:pt x="5001" y="4656"/>
                  </a:lnTo>
                  <a:cubicBezTo>
                    <a:pt x="5013" y="4691"/>
                    <a:pt x="5013" y="4715"/>
                    <a:pt x="4989" y="4751"/>
                  </a:cubicBezTo>
                  <a:lnTo>
                    <a:pt x="4727" y="5001"/>
                  </a:lnTo>
                  <a:cubicBezTo>
                    <a:pt x="4714" y="5020"/>
                    <a:pt x="4697" y="5029"/>
                    <a:pt x="4681" y="5029"/>
                  </a:cubicBezTo>
                  <a:cubicBezTo>
                    <a:pt x="4668" y="5029"/>
                    <a:pt x="4654" y="5023"/>
                    <a:pt x="4644" y="5013"/>
                  </a:cubicBezTo>
                  <a:lnTo>
                    <a:pt x="4108" y="4656"/>
                  </a:lnTo>
                  <a:cubicBezTo>
                    <a:pt x="4078" y="4638"/>
                    <a:pt x="4045" y="4629"/>
                    <a:pt x="4013" y="4629"/>
                  </a:cubicBezTo>
                  <a:cubicBezTo>
                    <a:pt x="3980" y="4629"/>
                    <a:pt x="3947" y="4638"/>
                    <a:pt x="3917" y="4656"/>
                  </a:cubicBezTo>
                  <a:cubicBezTo>
                    <a:pt x="3775" y="4739"/>
                    <a:pt x="3644" y="4798"/>
                    <a:pt x="3513" y="4822"/>
                  </a:cubicBezTo>
                  <a:cubicBezTo>
                    <a:pt x="3453" y="4834"/>
                    <a:pt x="3394" y="4894"/>
                    <a:pt x="3382" y="4953"/>
                  </a:cubicBezTo>
                  <a:lnTo>
                    <a:pt x="3239" y="5596"/>
                  </a:lnTo>
                  <a:cubicBezTo>
                    <a:pt x="3239" y="5632"/>
                    <a:pt x="3215" y="5656"/>
                    <a:pt x="3167" y="5656"/>
                  </a:cubicBezTo>
                  <a:lnTo>
                    <a:pt x="2822" y="5656"/>
                  </a:lnTo>
                  <a:cubicBezTo>
                    <a:pt x="2798" y="5656"/>
                    <a:pt x="2763" y="5632"/>
                    <a:pt x="2751" y="5596"/>
                  </a:cubicBezTo>
                  <a:lnTo>
                    <a:pt x="2620" y="4953"/>
                  </a:lnTo>
                  <a:cubicBezTo>
                    <a:pt x="2608" y="4882"/>
                    <a:pt x="2560" y="4834"/>
                    <a:pt x="2489" y="4822"/>
                  </a:cubicBezTo>
                  <a:cubicBezTo>
                    <a:pt x="2334" y="4775"/>
                    <a:pt x="2203" y="4715"/>
                    <a:pt x="2084" y="4656"/>
                  </a:cubicBezTo>
                  <a:cubicBezTo>
                    <a:pt x="2054" y="4644"/>
                    <a:pt x="2021" y="4638"/>
                    <a:pt x="1989" y="4638"/>
                  </a:cubicBezTo>
                  <a:cubicBezTo>
                    <a:pt x="1956" y="4638"/>
                    <a:pt x="1923" y="4644"/>
                    <a:pt x="1893" y="4656"/>
                  </a:cubicBezTo>
                  <a:lnTo>
                    <a:pt x="1358" y="5013"/>
                  </a:lnTo>
                  <a:cubicBezTo>
                    <a:pt x="1342" y="5023"/>
                    <a:pt x="1328" y="5029"/>
                    <a:pt x="1314" y="5029"/>
                  </a:cubicBezTo>
                  <a:cubicBezTo>
                    <a:pt x="1298" y="5029"/>
                    <a:pt x="1282" y="5020"/>
                    <a:pt x="1262" y="5001"/>
                  </a:cubicBezTo>
                  <a:lnTo>
                    <a:pt x="1012" y="4751"/>
                  </a:lnTo>
                  <a:cubicBezTo>
                    <a:pt x="977" y="4715"/>
                    <a:pt x="977" y="4691"/>
                    <a:pt x="1000" y="4656"/>
                  </a:cubicBezTo>
                  <a:lnTo>
                    <a:pt x="1346" y="4120"/>
                  </a:lnTo>
                  <a:cubicBezTo>
                    <a:pt x="1393" y="4060"/>
                    <a:pt x="1393" y="3989"/>
                    <a:pt x="1346" y="3929"/>
                  </a:cubicBezTo>
                  <a:cubicBezTo>
                    <a:pt x="1274" y="3798"/>
                    <a:pt x="1215" y="3667"/>
                    <a:pt x="1191" y="3524"/>
                  </a:cubicBezTo>
                  <a:cubicBezTo>
                    <a:pt x="1167" y="3465"/>
                    <a:pt x="1108" y="3405"/>
                    <a:pt x="1048" y="3393"/>
                  </a:cubicBezTo>
                  <a:lnTo>
                    <a:pt x="417" y="3263"/>
                  </a:lnTo>
                  <a:cubicBezTo>
                    <a:pt x="381" y="3263"/>
                    <a:pt x="357" y="3227"/>
                    <a:pt x="357" y="3191"/>
                  </a:cubicBezTo>
                  <a:lnTo>
                    <a:pt x="357" y="2846"/>
                  </a:lnTo>
                  <a:cubicBezTo>
                    <a:pt x="357" y="2810"/>
                    <a:pt x="381" y="2786"/>
                    <a:pt x="417" y="2774"/>
                  </a:cubicBezTo>
                  <a:lnTo>
                    <a:pt x="453" y="2751"/>
                  </a:lnTo>
                  <a:cubicBezTo>
                    <a:pt x="560" y="2739"/>
                    <a:pt x="619" y="2631"/>
                    <a:pt x="608" y="2548"/>
                  </a:cubicBezTo>
                  <a:cubicBezTo>
                    <a:pt x="597" y="2450"/>
                    <a:pt x="506" y="2392"/>
                    <a:pt x="427" y="2392"/>
                  </a:cubicBezTo>
                  <a:cubicBezTo>
                    <a:pt x="419" y="2392"/>
                    <a:pt x="412" y="2392"/>
                    <a:pt x="405" y="2393"/>
                  </a:cubicBezTo>
                  <a:lnTo>
                    <a:pt x="357" y="2417"/>
                  </a:lnTo>
                  <a:cubicBezTo>
                    <a:pt x="143" y="2453"/>
                    <a:pt x="0" y="2631"/>
                    <a:pt x="0" y="2846"/>
                  </a:cubicBezTo>
                  <a:lnTo>
                    <a:pt x="0" y="3191"/>
                  </a:lnTo>
                  <a:cubicBezTo>
                    <a:pt x="0" y="3393"/>
                    <a:pt x="143" y="3572"/>
                    <a:pt x="357" y="3620"/>
                  </a:cubicBezTo>
                  <a:lnTo>
                    <a:pt x="893" y="3727"/>
                  </a:lnTo>
                  <a:cubicBezTo>
                    <a:pt x="917" y="3810"/>
                    <a:pt x="965" y="3917"/>
                    <a:pt x="1012" y="4001"/>
                  </a:cubicBezTo>
                  <a:lnTo>
                    <a:pt x="715" y="4453"/>
                  </a:lnTo>
                  <a:cubicBezTo>
                    <a:pt x="596" y="4632"/>
                    <a:pt x="619" y="4858"/>
                    <a:pt x="774" y="5001"/>
                  </a:cubicBezTo>
                  <a:lnTo>
                    <a:pt x="1024" y="5251"/>
                  </a:lnTo>
                  <a:cubicBezTo>
                    <a:pt x="1112" y="5339"/>
                    <a:pt x="1227" y="5381"/>
                    <a:pt x="1338" y="5381"/>
                  </a:cubicBezTo>
                  <a:cubicBezTo>
                    <a:pt x="1423" y="5381"/>
                    <a:pt x="1505" y="5357"/>
                    <a:pt x="1572" y="5310"/>
                  </a:cubicBezTo>
                  <a:lnTo>
                    <a:pt x="2024" y="5013"/>
                  </a:lnTo>
                  <a:cubicBezTo>
                    <a:pt x="2108" y="5060"/>
                    <a:pt x="2203" y="5108"/>
                    <a:pt x="2310" y="5132"/>
                  </a:cubicBezTo>
                  <a:lnTo>
                    <a:pt x="2405" y="5668"/>
                  </a:lnTo>
                  <a:cubicBezTo>
                    <a:pt x="2453" y="5882"/>
                    <a:pt x="2632" y="6025"/>
                    <a:pt x="2846" y="6025"/>
                  </a:cubicBezTo>
                  <a:lnTo>
                    <a:pt x="3179" y="6025"/>
                  </a:lnTo>
                  <a:cubicBezTo>
                    <a:pt x="3394" y="6025"/>
                    <a:pt x="3572" y="5882"/>
                    <a:pt x="3620" y="5668"/>
                  </a:cubicBezTo>
                  <a:lnTo>
                    <a:pt x="3715" y="5132"/>
                  </a:lnTo>
                  <a:cubicBezTo>
                    <a:pt x="3810" y="5108"/>
                    <a:pt x="3917" y="5060"/>
                    <a:pt x="4001" y="5013"/>
                  </a:cubicBezTo>
                  <a:lnTo>
                    <a:pt x="4453" y="5310"/>
                  </a:lnTo>
                  <a:cubicBezTo>
                    <a:pt x="4529" y="5361"/>
                    <a:pt x="4611" y="5386"/>
                    <a:pt x="4692" y="5386"/>
                  </a:cubicBezTo>
                  <a:cubicBezTo>
                    <a:pt x="4803" y="5386"/>
                    <a:pt x="4912" y="5340"/>
                    <a:pt x="5001" y="5251"/>
                  </a:cubicBezTo>
                  <a:lnTo>
                    <a:pt x="5251" y="5001"/>
                  </a:lnTo>
                  <a:cubicBezTo>
                    <a:pt x="5406" y="4858"/>
                    <a:pt x="5418" y="4620"/>
                    <a:pt x="5310" y="4453"/>
                  </a:cubicBezTo>
                  <a:lnTo>
                    <a:pt x="5013" y="4001"/>
                  </a:lnTo>
                  <a:cubicBezTo>
                    <a:pt x="5060" y="3917"/>
                    <a:pt x="5108" y="3822"/>
                    <a:pt x="5132" y="3727"/>
                  </a:cubicBezTo>
                  <a:lnTo>
                    <a:pt x="5668" y="3620"/>
                  </a:lnTo>
                  <a:cubicBezTo>
                    <a:pt x="5882" y="3572"/>
                    <a:pt x="6025" y="3393"/>
                    <a:pt x="6025" y="3191"/>
                  </a:cubicBezTo>
                  <a:lnTo>
                    <a:pt x="6025" y="2846"/>
                  </a:lnTo>
                  <a:cubicBezTo>
                    <a:pt x="6001" y="2631"/>
                    <a:pt x="5846" y="2453"/>
                    <a:pt x="5644" y="2417"/>
                  </a:cubicBezTo>
                  <a:lnTo>
                    <a:pt x="5108" y="2310"/>
                  </a:lnTo>
                  <a:cubicBezTo>
                    <a:pt x="5072" y="2215"/>
                    <a:pt x="5025" y="2120"/>
                    <a:pt x="4989" y="2024"/>
                  </a:cubicBezTo>
                  <a:lnTo>
                    <a:pt x="5287" y="1584"/>
                  </a:lnTo>
                  <a:cubicBezTo>
                    <a:pt x="5406" y="1405"/>
                    <a:pt x="5370" y="1179"/>
                    <a:pt x="5227" y="1024"/>
                  </a:cubicBezTo>
                  <a:lnTo>
                    <a:pt x="4965" y="774"/>
                  </a:lnTo>
                  <a:cubicBezTo>
                    <a:pt x="4882" y="691"/>
                    <a:pt x="4766" y="648"/>
                    <a:pt x="4651" y="648"/>
                  </a:cubicBezTo>
                  <a:cubicBezTo>
                    <a:pt x="4569" y="648"/>
                    <a:pt x="4487" y="670"/>
                    <a:pt x="4418" y="715"/>
                  </a:cubicBezTo>
                  <a:lnTo>
                    <a:pt x="3977" y="1012"/>
                  </a:lnTo>
                  <a:cubicBezTo>
                    <a:pt x="3882" y="965"/>
                    <a:pt x="3786" y="929"/>
                    <a:pt x="3691" y="893"/>
                  </a:cubicBezTo>
                  <a:lnTo>
                    <a:pt x="3584" y="357"/>
                  </a:lnTo>
                  <a:cubicBezTo>
                    <a:pt x="3536" y="155"/>
                    <a:pt x="3358" y="0"/>
                    <a:pt x="3155" y="0"/>
                  </a:cubicBezTo>
                  <a:close/>
                </a:path>
              </a:pathLst>
            </a:custGeom>
            <a:solidFill>
              <a:srgbClr val="924C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35"/>
            <p:cNvSpPr/>
            <p:nvPr/>
          </p:nvSpPr>
          <p:spPr>
            <a:xfrm>
              <a:off x="2738867" y="2986895"/>
              <a:ext cx="65066" cy="65066"/>
            </a:xfrm>
            <a:custGeom>
              <a:avLst/>
              <a:gdLst/>
              <a:ahLst/>
              <a:cxnLst/>
              <a:rect l="l" t="t" r="r" b="b"/>
              <a:pathLst>
                <a:path w="2049" h="2049" extrusionOk="0">
                  <a:moveTo>
                    <a:pt x="1025" y="0"/>
                  </a:moveTo>
                  <a:cubicBezTo>
                    <a:pt x="453" y="0"/>
                    <a:pt x="1" y="453"/>
                    <a:pt x="1" y="1024"/>
                  </a:cubicBezTo>
                  <a:cubicBezTo>
                    <a:pt x="1" y="1584"/>
                    <a:pt x="453" y="2048"/>
                    <a:pt x="1025" y="2048"/>
                  </a:cubicBezTo>
                  <a:cubicBezTo>
                    <a:pt x="1251" y="2048"/>
                    <a:pt x="1465" y="1977"/>
                    <a:pt x="1644" y="1846"/>
                  </a:cubicBezTo>
                  <a:cubicBezTo>
                    <a:pt x="1727" y="1786"/>
                    <a:pt x="1739" y="1667"/>
                    <a:pt x="1680" y="1584"/>
                  </a:cubicBezTo>
                  <a:cubicBezTo>
                    <a:pt x="1646" y="1543"/>
                    <a:pt x="1593" y="1522"/>
                    <a:pt x="1540" y="1522"/>
                  </a:cubicBezTo>
                  <a:cubicBezTo>
                    <a:pt x="1500" y="1522"/>
                    <a:pt x="1461" y="1534"/>
                    <a:pt x="1430" y="1560"/>
                  </a:cubicBezTo>
                  <a:cubicBezTo>
                    <a:pt x="1311" y="1644"/>
                    <a:pt x="1168" y="1691"/>
                    <a:pt x="1025" y="1691"/>
                  </a:cubicBezTo>
                  <a:cubicBezTo>
                    <a:pt x="668" y="1691"/>
                    <a:pt x="370" y="1393"/>
                    <a:pt x="370" y="1036"/>
                  </a:cubicBezTo>
                  <a:cubicBezTo>
                    <a:pt x="382" y="655"/>
                    <a:pt x="680" y="370"/>
                    <a:pt x="1037" y="370"/>
                  </a:cubicBezTo>
                  <a:cubicBezTo>
                    <a:pt x="1394" y="370"/>
                    <a:pt x="1692" y="667"/>
                    <a:pt x="1692" y="1024"/>
                  </a:cubicBezTo>
                  <a:cubicBezTo>
                    <a:pt x="1692" y="1132"/>
                    <a:pt x="1775" y="1203"/>
                    <a:pt x="1870" y="1203"/>
                  </a:cubicBezTo>
                  <a:cubicBezTo>
                    <a:pt x="1965" y="1203"/>
                    <a:pt x="2049" y="1108"/>
                    <a:pt x="2049" y="1024"/>
                  </a:cubicBezTo>
                  <a:cubicBezTo>
                    <a:pt x="2049" y="453"/>
                    <a:pt x="1584" y="0"/>
                    <a:pt x="1025" y="0"/>
                  </a:cubicBezTo>
                  <a:close/>
                </a:path>
              </a:pathLst>
            </a:custGeom>
            <a:solidFill>
              <a:srgbClr val="924C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35"/>
            <p:cNvSpPr/>
            <p:nvPr/>
          </p:nvSpPr>
          <p:spPr>
            <a:xfrm>
              <a:off x="2604670" y="2851904"/>
              <a:ext cx="70718" cy="71131"/>
            </a:xfrm>
            <a:custGeom>
              <a:avLst/>
              <a:gdLst/>
              <a:ahLst/>
              <a:cxnLst/>
              <a:rect l="l" t="t" r="r" b="b"/>
              <a:pathLst>
                <a:path w="2227" h="2240" extrusionOk="0">
                  <a:moveTo>
                    <a:pt x="1107" y="382"/>
                  </a:moveTo>
                  <a:cubicBezTo>
                    <a:pt x="1512" y="382"/>
                    <a:pt x="1858" y="715"/>
                    <a:pt x="1858" y="1120"/>
                  </a:cubicBezTo>
                  <a:cubicBezTo>
                    <a:pt x="1858" y="1525"/>
                    <a:pt x="1512" y="1870"/>
                    <a:pt x="1107" y="1870"/>
                  </a:cubicBezTo>
                  <a:cubicBezTo>
                    <a:pt x="691" y="1870"/>
                    <a:pt x="369" y="1525"/>
                    <a:pt x="369" y="1120"/>
                  </a:cubicBezTo>
                  <a:cubicBezTo>
                    <a:pt x="369" y="703"/>
                    <a:pt x="703" y="382"/>
                    <a:pt x="1107" y="382"/>
                  </a:cubicBezTo>
                  <a:close/>
                  <a:moveTo>
                    <a:pt x="1107" y="1"/>
                  </a:moveTo>
                  <a:cubicBezTo>
                    <a:pt x="500" y="1"/>
                    <a:pt x="0" y="513"/>
                    <a:pt x="0" y="1120"/>
                  </a:cubicBezTo>
                  <a:cubicBezTo>
                    <a:pt x="0" y="1727"/>
                    <a:pt x="500" y="2239"/>
                    <a:pt x="1107" y="2239"/>
                  </a:cubicBezTo>
                  <a:cubicBezTo>
                    <a:pt x="1727" y="2239"/>
                    <a:pt x="2227" y="1727"/>
                    <a:pt x="2227" y="1120"/>
                  </a:cubicBezTo>
                  <a:cubicBezTo>
                    <a:pt x="2227" y="513"/>
                    <a:pt x="1727" y="1"/>
                    <a:pt x="1107" y="1"/>
                  </a:cubicBezTo>
                  <a:close/>
                </a:path>
              </a:pathLst>
            </a:custGeom>
            <a:solidFill>
              <a:srgbClr val="924C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18" name="Google Shape;1418;p35"/>
          <p:cNvGrpSpPr/>
          <p:nvPr/>
        </p:nvGrpSpPr>
        <p:grpSpPr>
          <a:xfrm>
            <a:off x="457188" y="1149979"/>
            <a:ext cx="3659563" cy="1270340"/>
            <a:chOff x="457187" y="1297905"/>
            <a:chExt cx="3659563" cy="1079183"/>
          </a:xfrm>
        </p:grpSpPr>
        <p:grpSp>
          <p:nvGrpSpPr>
            <p:cNvPr id="1419" name="Google Shape;1419;p35"/>
            <p:cNvGrpSpPr/>
            <p:nvPr/>
          </p:nvGrpSpPr>
          <p:grpSpPr>
            <a:xfrm>
              <a:off x="457187" y="1297905"/>
              <a:ext cx="3659563" cy="1079183"/>
              <a:chOff x="457187" y="1297905"/>
              <a:chExt cx="3659563" cy="1079183"/>
            </a:xfrm>
          </p:grpSpPr>
          <p:sp>
            <p:nvSpPr>
              <p:cNvPr id="1420" name="Google Shape;1420;p35"/>
              <p:cNvSpPr/>
              <p:nvPr/>
            </p:nvSpPr>
            <p:spPr>
              <a:xfrm rot="10800000">
                <a:off x="489107" y="1312711"/>
                <a:ext cx="3589996" cy="1029008"/>
              </a:xfrm>
              <a:custGeom>
                <a:avLst/>
                <a:gdLst/>
                <a:ahLst/>
                <a:cxnLst/>
                <a:rect l="l" t="t" r="r" b="b"/>
                <a:pathLst>
                  <a:path w="126071" h="36136" extrusionOk="0">
                    <a:moveTo>
                      <a:pt x="5128" y="1"/>
                    </a:moveTo>
                    <a:cubicBezTo>
                      <a:pt x="2284" y="1"/>
                      <a:pt x="1" y="2284"/>
                      <a:pt x="1" y="5129"/>
                    </a:cubicBezTo>
                    <a:lnTo>
                      <a:pt x="1" y="31007"/>
                    </a:lnTo>
                    <a:cubicBezTo>
                      <a:pt x="1" y="33852"/>
                      <a:pt x="2284" y="36135"/>
                      <a:pt x="5128" y="36135"/>
                    </a:cubicBezTo>
                    <a:lnTo>
                      <a:pt x="120983" y="36135"/>
                    </a:lnTo>
                    <a:cubicBezTo>
                      <a:pt x="123787" y="36135"/>
                      <a:pt x="126070" y="33852"/>
                      <a:pt x="126070" y="31007"/>
                    </a:cubicBezTo>
                    <a:lnTo>
                      <a:pt x="126070" y="5129"/>
                    </a:lnTo>
                    <a:cubicBezTo>
                      <a:pt x="126070" y="2284"/>
                      <a:pt x="123787" y="1"/>
                      <a:pt x="12098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21" name="Google Shape;1421;p35"/>
              <p:cNvSpPr/>
              <p:nvPr/>
            </p:nvSpPr>
            <p:spPr>
              <a:xfrm rot="10800000">
                <a:off x="457187" y="1297905"/>
                <a:ext cx="3653868" cy="1079183"/>
              </a:xfrm>
              <a:custGeom>
                <a:avLst/>
                <a:gdLst/>
                <a:ahLst/>
                <a:cxnLst/>
                <a:rect l="l" t="t" r="r" b="b"/>
                <a:pathLst>
                  <a:path w="128314" h="37898" extrusionOk="0">
                    <a:moveTo>
                      <a:pt x="5930" y="1"/>
                    </a:moveTo>
                    <a:cubicBezTo>
                      <a:pt x="2645" y="41"/>
                      <a:pt x="1" y="2685"/>
                      <a:pt x="41" y="5930"/>
                    </a:cubicBezTo>
                    <a:lnTo>
                      <a:pt x="41" y="13742"/>
                    </a:lnTo>
                    <a:cubicBezTo>
                      <a:pt x="15" y="13926"/>
                      <a:pt x="162" y="14041"/>
                      <a:pt x="323" y="14041"/>
                    </a:cubicBezTo>
                    <a:cubicBezTo>
                      <a:pt x="406" y="14041"/>
                      <a:pt x="493" y="14010"/>
                      <a:pt x="562" y="13942"/>
                    </a:cubicBezTo>
                    <a:lnTo>
                      <a:pt x="1203" y="13221"/>
                    </a:lnTo>
                    <a:cubicBezTo>
                      <a:pt x="1723" y="12620"/>
                      <a:pt x="2044" y="11819"/>
                      <a:pt x="2044" y="10977"/>
                    </a:cubicBezTo>
                    <a:lnTo>
                      <a:pt x="2044" y="6250"/>
                    </a:lnTo>
                    <a:cubicBezTo>
                      <a:pt x="2044" y="3927"/>
                      <a:pt x="3927" y="2004"/>
                      <a:pt x="6250" y="2004"/>
                    </a:cubicBezTo>
                    <a:lnTo>
                      <a:pt x="122105" y="2004"/>
                    </a:lnTo>
                    <a:cubicBezTo>
                      <a:pt x="124428" y="2004"/>
                      <a:pt x="126311" y="3927"/>
                      <a:pt x="126311" y="6250"/>
                    </a:cubicBezTo>
                    <a:lnTo>
                      <a:pt x="126311" y="31689"/>
                    </a:lnTo>
                    <a:cubicBezTo>
                      <a:pt x="126311" y="34012"/>
                      <a:pt x="124428" y="35895"/>
                      <a:pt x="122065" y="35895"/>
                    </a:cubicBezTo>
                    <a:lnTo>
                      <a:pt x="6250" y="35895"/>
                    </a:lnTo>
                    <a:cubicBezTo>
                      <a:pt x="3927" y="35895"/>
                      <a:pt x="2004" y="34012"/>
                      <a:pt x="2044" y="31689"/>
                    </a:cubicBezTo>
                    <a:lnTo>
                      <a:pt x="2044" y="26921"/>
                    </a:lnTo>
                    <a:cubicBezTo>
                      <a:pt x="2044" y="26080"/>
                      <a:pt x="1723" y="25279"/>
                      <a:pt x="1163" y="24678"/>
                    </a:cubicBezTo>
                    <a:lnTo>
                      <a:pt x="522" y="23957"/>
                    </a:lnTo>
                    <a:cubicBezTo>
                      <a:pt x="453" y="23875"/>
                      <a:pt x="371" y="23840"/>
                      <a:pt x="293" y="23840"/>
                    </a:cubicBezTo>
                    <a:cubicBezTo>
                      <a:pt x="140" y="23840"/>
                      <a:pt x="1" y="23972"/>
                      <a:pt x="1" y="24157"/>
                    </a:cubicBezTo>
                    <a:lnTo>
                      <a:pt x="1" y="31969"/>
                    </a:lnTo>
                    <a:cubicBezTo>
                      <a:pt x="1" y="35254"/>
                      <a:pt x="2645" y="37898"/>
                      <a:pt x="5930" y="37898"/>
                    </a:cubicBezTo>
                    <a:lnTo>
                      <a:pt x="122385" y="37898"/>
                    </a:lnTo>
                    <a:cubicBezTo>
                      <a:pt x="125670" y="37898"/>
                      <a:pt x="128314" y="35254"/>
                      <a:pt x="128314" y="31969"/>
                    </a:cubicBezTo>
                    <a:lnTo>
                      <a:pt x="128314" y="5930"/>
                    </a:lnTo>
                    <a:cubicBezTo>
                      <a:pt x="128314" y="2645"/>
                      <a:pt x="125670" y="1"/>
                      <a:pt x="122425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2" name="Google Shape;1422;p35"/>
              <p:cNvSpPr/>
              <p:nvPr/>
            </p:nvSpPr>
            <p:spPr>
              <a:xfrm rot="10800000">
                <a:off x="553009" y="1393723"/>
                <a:ext cx="3563742" cy="886372"/>
              </a:xfrm>
              <a:custGeom>
                <a:avLst/>
                <a:gdLst/>
                <a:ahLst/>
                <a:cxnLst/>
                <a:rect l="l" t="t" r="r" b="b"/>
                <a:pathLst>
                  <a:path w="125149" h="31127" extrusionOk="0">
                    <a:moveTo>
                      <a:pt x="91378" y="240"/>
                    </a:moveTo>
                    <a:cubicBezTo>
                      <a:pt x="93021" y="240"/>
                      <a:pt x="94583" y="881"/>
                      <a:pt x="95745" y="2003"/>
                    </a:cubicBezTo>
                    <a:lnTo>
                      <a:pt x="97948" y="4246"/>
                    </a:lnTo>
                    <a:cubicBezTo>
                      <a:pt x="99070" y="5368"/>
                      <a:pt x="100592" y="5969"/>
                      <a:pt x="102154" y="5969"/>
                    </a:cubicBezTo>
                    <a:lnTo>
                      <a:pt x="121904" y="5969"/>
                    </a:lnTo>
                    <a:cubicBezTo>
                      <a:pt x="123546" y="5969"/>
                      <a:pt x="124909" y="7331"/>
                      <a:pt x="124909" y="8974"/>
                    </a:cubicBezTo>
                    <a:lnTo>
                      <a:pt x="124868" y="25518"/>
                    </a:lnTo>
                    <a:lnTo>
                      <a:pt x="124868" y="25599"/>
                    </a:lnTo>
                    <a:lnTo>
                      <a:pt x="124868" y="28242"/>
                    </a:lnTo>
                    <a:cubicBezTo>
                      <a:pt x="124868" y="28603"/>
                      <a:pt x="124828" y="28923"/>
                      <a:pt x="124668" y="29244"/>
                    </a:cubicBezTo>
                    <a:cubicBezTo>
                      <a:pt x="124628" y="29404"/>
                      <a:pt x="124508" y="29564"/>
                      <a:pt x="124428" y="29685"/>
                    </a:cubicBezTo>
                    <a:cubicBezTo>
                      <a:pt x="124388" y="29765"/>
                      <a:pt x="124348" y="29845"/>
                      <a:pt x="124308" y="29885"/>
                    </a:cubicBezTo>
                    <a:lnTo>
                      <a:pt x="124187" y="30005"/>
                    </a:lnTo>
                    <a:lnTo>
                      <a:pt x="124107" y="30085"/>
                    </a:lnTo>
                    <a:cubicBezTo>
                      <a:pt x="123627" y="30566"/>
                      <a:pt x="122986" y="30846"/>
                      <a:pt x="122305" y="30846"/>
                    </a:cubicBezTo>
                    <a:lnTo>
                      <a:pt x="6410" y="30846"/>
                    </a:lnTo>
                    <a:cubicBezTo>
                      <a:pt x="5729" y="30846"/>
                      <a:pt x="5088" y="30566"/>
                      <a:pt x="4607" y="30085"/>
                    </a:cubicBezTo>
                    <a:cubicBezTo>
                      <a:pt x="4487" y="29965"/>
                      <a:pt x="4367" y="29845"/>
                      <a:pt x="4287" y="29685"/>
                    </a:cubicBezTo>
                    <a:cubicBezTo>
                      <a:pt x="3967" y="29284"/>
                      <a:pt x="3846" y="28763"/>
                      <a:pt x="3846" y="28242"/>
                    </a:cubicBezTo>
                    <a:lnTo>
                      <a:pt x="3846" y="25879"/>
                    </a:lnTo>
                    <a:cubicBezTo>
                      <a:pt x="3846" y="24076"/>
                      <a:pt x="5288" y="22634"/>
                      <a:pt x="7091" y="22634"/>
                    </a:cubicBezTo>
                    <a:lnTo>
                      <a:pt x="7892" y="22634"/>
                    </a:lnTo>
                    <a:cubicBezTo>
                      <a:pt x="8093" y="22634"/>
                      <a:pt x="8253" y="22634"/>
                      <a:pt x="8453" y="22594"/>
                    </a:cubicBezTo>
                    <a:cubicBezTo>
                      <a:pt x="8573" y="22594"/>
                      <a:pt x="8654" y="22554"/>
                      <a:pt x="8774" y="22554"/>
                    </a:cubicBezTo>
                    <a:cubicBezTo>
                      <a:pt x="8854" y="22554"/>
                      <a:pt x="9014" y="22514"/>
                      <a:pt x="9174" y="22514"/>
                    </a:cubicBezTo>
                    <a:lnTo>
                      <a:pt x="9495" y="22394"/>
                    </a:lnTo>
                    <a:lnTo>
                      <a:pt x="9855" y="22314"/>
                    </a:lnTo>
                    <a:cubicBezTo>
                      <a:pt x="9976" y="22274"/>
                      <a:pt x="10056" y="22233"/>
                      <a:pt x="10176" y="22193"/>
                    </a:cubicBezTo>
                    <a:cubicBezTo>
                      <a:pt x="10296" y="22153"/>
                      <a:pt x="10416" y="22113"/>
                      <a:pt x="10536" y="22073"/>
                    </a:cubicBezTo>
                    <a:cubicBezTo>
                      <a:pt x="10617" y="22033"/>
                      <a:pt x="10697" y="21993"/>
                      <a:pt x="10817" y="21913"/>
                    </a:cubicBezTo>
                    <a:cubicBezTo>
                      <a:pt x="10937" y="21873"/>
                      <a:pt x="11057" y="21833"/>
                      <a:pt x="11137" y="21753"/>
                    </a:cubicBezTo>
                    <a:cubicBezTo>
                      <a:pt x="11257" y="21713"/>
                      <a:pt x="11338" y="21673"/>
                      <a:pt x="11418" y="21592"/>
                    </a:cubicBezTo>
                    <a:cubicBezTo>
                      <a:pt x="11538" y="21512"/>
                      <a:pt x="11618" y="21472"/>
                      <a:pt x="11738" y="21392"/>
                    </a:cubicBezTo>
                    <a:cubicBezTo>
                      <a:pt x="11858" y="21352"/>
                      <a:pt x="11898" y="21272"/>
                      <a:pt x="11979" y="21192"/>
                    </a:cubicBezTo>
                    <a:cubicBezTo>
                      <a:pt x="12099" y="21112"/>
                      <a:pt x="12179" y="21072"/>
                      <a:pt x="12299" y="20952"/>
                    </a:cubicBezTo>
                    <a:cubicBezTo>
                      <a:pt x="12379" y="20911"/>
                      <a:pt x="12419" y="20831"/>
                      <a:pt x="12539" y="20751"/>
                    </a:cubicBezTo>
                    <a:cubicBezTo>
                      <a:pt x="12620" y="20671"/>
                      <a:pt x="12700" y="20591"/>
                      <a:pt x="12780" y="20511"/>
                    </a:cubicBezTo>
                    <a:cubicBezTo>
                      <a:pt x="12860" y="20431"/>
                      <a:pt x="12940" y="20351"/>
                      <a:pt x="13020" y="20230"/>
                    </a:cubicBezTo>
                    <a:cubicBezTo>
                      <a:pt x="13100" y="20150"/>
                      <a:pt x="13180" y="20070"/>
                      <a:pt x="13260" y="19990"/>
                    </a:cubicBezTo>
                    <a:lnTo>
                      <a:pt x="13421" y="19710"/>
                    </a:lnTo>
                    <a:cubicBezTo>
                      <a:pt x="13501" y="19630"/>
                      <a:pt x="13581" y="19549"/>
                      <a:pt x="13661" y="19429"/>
                    </a:cubicBezTo>
                    <a:cubicBezTo>
                      <a:pt x="13701" y="19349"/>
                      <a:pt x="13781" y="19269"/>
                      <a:pt x="13821" y="19149"/>
                    </a:cubicBezTo>
                    <a:cubicBezTo>
                      <a:pt x="13861" y="19029"/>
                      <a:pt x="13942" y="18949"/>
                      <a:pt x="13982" y="18828"/>
                    </a:cubicBezTo>
                    <a:cubicBezTo>
                      <a:pt x="14062" y="18748"/>
                      <a:pt x="14102" y="18628"/>
                      <a:pt x="14142" y="18508"/>
                    </a:cubicBezTo>
                    <a:cubicBezTo>
                      <a:pt x="14222" y="18428"/>
                      <a:pt x="14262" y="18308"/>
                      <a:pt x="14302" y="18227"/>
                    </a:cubicBezTo>
                    <a:cubicBezTo>
                      <a:pt x="14342" y="18107"/>
                      <a:pt x="14382" y="17987"/>
                      <a:pt x="14422" y="17867"/>
                    </a:cubicBezTo>
                    <a:cubicBezTo>
                      <a:pt x="14422" y="17787"/>
                      <a:pt x="14502" y="17667"/>
                      <a:pt x="14542" y="17546"/>
                    </a:cubicBezTo>
                    <a:cubicBezTo>
                      <a:pt x="14542" y="17426"/>
                      <a:pt x="14582" y="17306"/>
                      <a:pt x="14623" y="17226"/>
                    </a:cubicBezTo>
                    <a:cubicBezTo>
                      <a:pt x="14623" y="17066"/>
                      <a:pt x="14663" y="16946"/>
                      <a:pt x="14703" y="16825"/>
                    </a:cubicBezTo>
                    <a:cubicBezTo>
                      <a:pt x="14703" y="16745"/>
                      <a:pt x="14703" y="16625"/>
                      <a:pt x="14743" y="16505"/>
                    </a:cubicBezTo>
                    <a:cubicBezTo>
                      <a:pt x="14783" y="16385"/>
                      <a:pt x="14783" y="16224"/>
                      <a:pt x="14783" y="16104"/>
                    </a:cubicBezTo>
                    <a:lnTo>
                      <a:pt x="14783" y="15744"/>
                    </a:lnTo>
                    <a:cubicBezTo>
                      <a:pt x="14783" y="15664"/>
                      <a:pt x="14823" y="15583"/>
                      <a:pt x="14823" y="15543"/>
                    </a:cubicBezTo>
                    <a:lnTo>
                      <a:pt x="14823" y="15383"/>
                    </a:lnTo>
                    <a:cubicBezTo>
                      <a:pt x="14783" y="15303"/>
                      <a:pt x="14783" y="15263"/>
                      <a:pt x="14823" y="15183"/>
                    </a:cubicBezTo>
                    <a:cubicBezTo>
                      <a:pt x="14783" y="15103"/>
                      <a:pt x="14783" y="15063"/>
                      <a:pt x="14823" y="14983"/>
                    </a:cubicBezTo>
                    <a:cubicBezTo>
                      <a:pt x="14823" y="14862"/>
                      <a:pt x="14783" y="14742"/>
                      <a:pt x="14783" y="14662"/>
                    </a:cubicBezTo>
                    <a:cubicBezTo>
                      <a:pt x="14783" y="14542"/>
                      <a:pt x="14743" y="14422"/>
                      <a:pt x="14703" y="14302"/>
                    </a:cubicBezTo>
                    <a:cubicBezTo>
                      <a:pt x="14703" y="14181"/>
                      <a:pt x="14663" y="14021"/>
                      <a:pt x="14623" y="13901"/>
                    </a:cubicBezTo>
                    <a:cubicBezTo>
                      <a:pt x="14623" y="13821"/>
                      <a:pt x="14623" y="13781"/>
                      <a:pt x="14582" y="13701"/>
                    </a:cubicBezTo>
                    <a:cubicBezTo>
                      <a:pt x="13741" y="10616"/>
                      <a:pt x="10937" y="8453"/>
                      <a:pt x="7732" y="8453"/>
                    </a:cubicBezTo>
                    <a:lnTo>
                      <a:pt x="7091" y="8453"/>
                    </a:lnTo>
                    <a:cubicBezTo>
                      <a:pt x="5288" y="8453"/>
                      <a:pt x="3846" y="7011"/>
                      <a:pt x="3846" y="5208"/>
                    </a:cubicBezTo>
                    <a:lnTo>
                      <a:pt x="3846" y="2804"/>
                    </a:lnTo>
                    <a:cubicBezTo>
                      <a:pt x="3846" y="1402"/>
                      <a:pt x="5008" y="240"/>
                      <a:pt x="6410" y="240"/>
                    </a:cubicBezTo>
                    <a:close/>
                    <a:moveTo>
                      <a:pt x="6410" y="0"/>
                    </a:moveTo>
                    <a:cubicBezTo>
                      <a:pt x="5649" y="0"/>
                      <a:pt x="4928" y="321"/>
                      <a:pt x="4407" y="881"/>
                    </a:cubicBezTo>
                    <a:cubicBezTo>
                      <a:pt x="4087" y="1202"/>
                      <a:pt x="3846" y="1562"/>
                      <a:pt x="3686" y="2003"/>
                    </a:cubicBezTo>
                    <a:cubicBezTo>
                      <a:pt x="3686" y="2083"/>
                      <a:pt x="3686" y="2123"/>
                      <a:pt x="3646" y="2243"/>
                    </a:cubicBezTo>
                    <a:cubicBezTo>
                      <a:pt x="3606" y="2444"/>
                      <a:pt x="3566" y="2644"/>
                      <a:pt x="3566" y="2844"/>
                    </a:cubicBezTo>
                    <a:lnTo>
                      <a:pt x="3566" y="8293"/>
                    </a:lnTo>
                    <a:cubicBezTo>
                      <a:pt x="3566" y="9174"/>
                      <a:pt x="3245" y="10055"/>
                      <a:pt x="2604" y="10696"/>
                    </a:cubicBezTo>
                    <a:cubicBezTo>
                      <a:pt x="1" y="13420"/>
                      <a:pt x="1" y="17707"/>
                      <a:pt x="2604" y="20431"/>
                    </a:cubicBezTo>
                    <a:cubicBezTo>
                      <a:pt x="3205" y="21072"/>
                      <a:pt x="3566" y="21913"/>
                      <a:pt x="3566" y="22834"/>
                    </a:cubicBezTo>
                    <a:lnTo>
                      <a:pt x="3566" y="28283"/>
                    </a:lnTo>
                    <a:cubicBezTo>
                      <a:pt x="3566" y="28723"/>
                      <a:pt x="3686" y="29204"/>
                      <a:pt x="3926" y="29605"/>
                    </a:cubicBezTo>
                    <a:cubicBezTo>
                      <a:pt x="4047" y="29845"/>
                      <a:pt x="4247" y="30085"/>
                      <a:pt x="4407" y="30286"/>
                    </a:cubicBezTo>
                    <a:cubicBezTo>
                      <a:pt x="4928" y="30806"/>
                      <a:pt x="5689" y="31127"/>
                      <a:pt x="6410" y="31127"/>
                    </a:cubicBezTo>
                    <a:lnTo>
                      <a:pt x="122305" y="31127"/>
                    </a:lnTo>
                    <a:cubicBezTo>
                      <a:pt x="123026" y="31127"/>
                      <a:pt x="123747" y="30806"/>
                      <a:pt x="124308" y="30286"/>
                    </a:cubicBezTo>
                    <a:lnTo>
                      <a:pt x="124468" y="30085"/>
                    </a:lnTo>
                    <a:cubicBezTo>
                      <a:pt x="124548" y="30005"/>
                      <a:pt x="124588" y="29925"/>
                      <a:pt x="124628" y="29845"/>
                    </a:cubicBezTo>
                    <a:cubicBezTo>
                      <a:pt x="124748" y="29685"/>
                      <a:pt x="124828" y="29524"/>
                      <a:pt x="124909" y="29364"/>
                    </a:cubicBezTo>
                    <a:cubicBezTo>
                      <a:pt x="125069" y="29004"/>
                      <a:pt x="125149" y="28643"/>
                      <a:pt x="125149" y="28242"/>
                    </a:cubicBezTo>
                    <a:lnTo>
                      <a:pt x="125149" y="2804"/>
                    </a:lnTo>
                    <a:cubicBezTo>
                      <a:pt x="125149" y="2604"/>
                      <a:pt x="125109" y="2404"/>
                      <a:pt x="125069" y="2243"/>
                    </a:cubicBezTo>
                    <a:cubicBezTo>
                      <a:pt x="125069" y="2123"/>
                      <a:pt x="125029" y="2083"/>
                      <a:pt x="124989" y="2003"/>
                    </a:cubicBezTo>
                    <a:cubicBezTo>
                      <a:pt x="124989" y="1923"/>
                      <a:pt x="124949" y="1843"/>
                      <a:pt x="124909" y="1803"/>
                    </a:cubicBezTo>
                    <a:cubicBezTo>
                      <a:pt x="124909" y="1763"/>
                      <a:pt x="124868" y="1723"/>
                      <a:pt x="124868" y="1683"/>
                    </a:cubicBezTo>
                    <a:cubicBezTo>
                      <a:pt x="124828" y="1602"/>
                      <a:pt x="124788" y="1522"/>
                      <a:pt x="124748" y="1442"/>
                    </a:cubicBezTo>
                    <a:cubicBezTo>
                      <a:pt x="124708" y="1402"/>
                      <a:pt x="124668" y="1322"/>
                      <a:pt x="124628" y="1242"/>
                    </a:cubicBezTo>
                    <a:cubicBezTo>
                      <a:pt x="124588" y="1242"/>
                      <a:pt x="124588" y="1162"/>
                      <a:pt x="124548" y="1122"/>
                    </a:cubicBezTo>
                    <a:lnTo>
                      <a:pt x="124508" y="1082"/>
                    </a:lnTo>
                    <a:cubicBezTo>
                      <a:pt x="124388" y="921"/>
                      <a:pt x="124227" y="761"/>
                      <a:pt x="124067" y="641"/>
                    </a:cubicBezTo>
                    <a:cubicBezTo>
                      <a:pt x="124027" y="641"/>
                      <a:pt x="124027" y="601"/>
                      <a:pt x="123987" y="561"/>
                    </a:cubicBezTo>
                    <a:cubicBezTo>
                      <a:pt x="123947" y="561"/>
                      <a:pt x="123907" y="521"/>
                      <a:pt x="123867" y="521"/>
                    </a:cubicBezTo>
                    <a:cubicBezTo>
                      <a:pt x="123827" y="481"/>
                      <a:pt x="123747" y="441"/>
                      <a:pt x="123707" y="401"/>
                    </a:cubicBezTo>
                    <a:cubicBezTo>
                      <a:pt x="123667" y="361"/>
                      <a:pt x="123627" y="361"/>
                      <a:pt x="123546" y="321"/>
                    </a:cubicBezTo>
                    <a:cubicBezTo>
                      <a:pt x="123426" y="240"/>
                      <a:pt x="123306" y="200"/>
                      <a:pt x="123186" y="160"/>
                    </a:cubicBezTo>
                    <a:cubicBezTo>
                      <a:pt x="122905" y="40"/>
                      <a:pt x="122585" y="0"/>
                      <a:pt x="12226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Google Shape;1423;p35"/>
              <p:cNvSpPr/>
              <p:nvPr/>
            </p:nvSpPr>
            <p:spPr>
              <a:xfrm rot="10800000">
                <a:off x="3731155" y="1672037"/>
                <a:ext cx="330834" cy="329723"/>
              </a:xfrm>
              <a:custGeom>
                <a:avLst/>
                <a:gdLst/>
                <a:ahLst/>
                <a:cxnLst/>
                <a:rect l="l" t="t" r="r" b="b"/>
                <a:pathLst>
                  <a:path w="11618" h="11579" extrusionOk="0">
                    <a:moveTo>
                      <a:pt x="5809" y="1"/>
                    </a:moveTo>
                    <a:cubicBezTo>
                      <a:pt x="2604" y="1"/>
                      <a:pt x="0" y="2565"/>
                      <a:pt x="0" y="5769"/>
                    </a:cubicBezTo>
                    <a:cubicBezTo>
                      <a:pt x="0" y="8974"/>
                      <a:pt x="2604" y="11578"/>
                      <a:pt x="5809" y="11578"/>
                    </a:cubicBezTo>
                    <a:cubicBezTo>
                      <a:pt x="9014" y="11578"/>
                      <a:pt x="11618" y="8974"/>
                      <a:pt x="11618" y="5769"/>
                    </a:cubicBezTo>
                    <a:cubicBezTo>
                      <a:pt x="11618" y="2565"/>
                      <a:pt x="9014" y="1"/>
                      <a:pt x="580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424" name="Google Shape;1424;p35"/>
            <p:cNvSpPr txBox="1"/>
            <p:nvPr/>
          </p:nvSpPr>
          <p:spPr>
            <a:xfrm>
              <a:off x="1365638" y="1465646"/>
              <a:ext cx="2483251" cy="73858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solidFill>
                    <a:schemeClr val="accent6"/>
                  </a:solidFill>
                  <a:latin typeface="Roboto"/>
                  <a:ea typeface="Roboto"/>
                  <a:cs typeface="Roboto"/>
                  <a:sym typeface="Roboto"/>
                </a:rPr>
                <a:t>DATA SOURCE</a:t>
              </a:r>
            </a:p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dirty="0" err="1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VGChartz</a:t>
              </a:r>
              <a:r>
                <a:rPr lang="en" sz="1100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 Video Game Sales Database</a:t>
              </a:r>
            </a:p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dirty="0">
                  <a:solidFill>
                    <a:schemeClr val="bg1">
                      <a:lumMod val="75000"/>
                    </a:schemeClr>
                  </a:solidFill>
                  <a:latin typeface="Roboto"/>
                  <a:ea typeface="Roboto"/>
                  <a:cs typeface="Roboto"/>
                  <a:sym typeface="Roboto"/>
                </a:rPr>
                <a:t>Tracks physical video game sales for titles exceeding 10,000 units sold globally.</a:t>
              </a:r>
              <a:endParaRPr sz="1000" dirty="0">
                <a:solidFill>
                  <a:schemeClr val="bg1">
                    <a:lumMod val="75000"/>
                  </a:schemeClr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425" name="Google Shape;1425;p35"/>
            <p:cNvGrpSpPr/>
            <p:nvPr/>
          </p:nvGrpSpPr>
          <p:grpSpPr>
            <a:xfrm>
              <a:off x="791831" y="1582669"/>
              <a:ext cx="420344" cy="335841"/>
              <a:chOff x="3049653" y="2321468"/>
              <a:chExt cx="362991" cy="290018"/>
            </a:xfrm>
          </p:grpSpPr>
          <p:sp>
            <p:nvSpPr>
              <p:cNvPr id="1426" name="Google Shape;1426;p35"/>
              <p:cNvSpPr/>
              <p:nvPr/>
            </p:nvSpPr>
            <p:spPr>
              <a:xfrm>
                <a:off x="3280290" y="2429690"/>
                <a:ext cx="29913" cy="73957"/>
              </a:xfrm>
              <a:custGeom>
                <a:avLst/>
                <a:gdLst/>
                <a:ahLst/>
                <a:cxnLst/>
                <a:rect l="l" t="t" r="r" b="b"/>
                <a:pathLst>
                  <a:path w="942" h="2329" extrusionOk="0">
                    <a:moveTo>
                      <a:pt x="200" y="1"/>
                    </a:moveTo>
                    <a:cubicBezTo>
                      <a:pt x="158" y="1"/>
                      <a:pt x="114" y="16"/>
                      <a:pt x="72" y="45"/>
                    </a:cubicBezTo>
                    <a:cubicBezTo>
                      <a:pt x="13" y="93"/>
                      <a:pt x="13" y="200"/>
                      <a:pt x="72" y="283"/>
                    </a:cubicBezTo>
                    <a:cubicBezTo>
                      <a:pt x="572" y="772"/>
                      <a:pt x="572" y="1569"/>
                      <a:pt x="72" y="2046"/>
                    </a:cubicBezTo>
                    <a:cubicBezTo>
                      <a:pt x="1" y="2129"/>
                      <a:pt x="1" y="2224"/>
                      <a:pt x="72" y="2284"/>
                    </a:cubicBezTo>
                    <a:cubicBezTo>
                      <a:pt x="102" y="2313"/>
                      <a:pt x="144" y="2328"/>
                      <a:pt x="187" y="2328"/>
                    </a:cubicBezTo>
                    <a:cubicBezTo>
                      <a:pt x="230" y="2328"/>
                      <a:pt x="275" y="2313"/>
                      <a:pt x="310" y="2284"/>
                    </a:cubicBezTo>
                    <a:cubicBezTo>
                      <a:pt x="941" y="1665"/>
                      <a:pt x="941" y="664"/>
                      <a:pt x="310" y="45"/>
                    </a:cubicBezTo>
                    <a:cubicBezTo>
                      <a:pt x="280" y="16"/>
                      <a:pt x="242" y="1"/>
                      <a:pt x="20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Google Shape;1427;p35"/>
              <p:cNvSpPr/>
              <p:nvPr/>
            </p:nvSpPr>
            <p:spPr>
              <a:xfrm>
                <a:off x="3317729" y="2392250"/>
                <a:ext cx="49570" cy="148836"/>
              </a:xfrm>
              <a:custGeom>
                <a:avLst/>
                <a:gdLst/>
                <a:ahLst/>
                <a:cxnLst/>
                <a:rect l="l" t="t" r="r" b="b"/>
                <a:pathLst>
                  <a:path w="1561" h="4687" extrusionOk="0">
                    <a:moveTo>
                      <a:pt x="183" y="1"/>
                    </a:moveTo>
                    <a:cubicBezTo>
                      <a:pt x="140" y="1"/>
                      <a:pt x="96" y="16"/>
                      <a:pt x="60" y="46"/>
                    </a:cubicBezTo>
                    <a:cubicBezTo>
                      <a:pt x="0" y="105"/>
                      <a:pt x="0" y="212"/>
                      <a:pt x="60" y="284"/>
                    </a:cubicBezTo>
                    <a:cubicBezTo>
                      <a:pt x="1191" y="1415"/>
                      <a:pt x="1191" y="3272"/>
                      <a:pt x="60" y="4403"/>
                    </a:cubicBezTo>
                    <a:cubicBezTo>
                      <a:pt x="0" y="4475"/>
                      <a:pt x="0" y="4582"/>
                      <a:pt x="60" y="4641"/>
                    </a:cubicBezTo>
                    <a:cubicBezTo>
                      <a:pt x="90" y="4671"/>
                      <a:pt x="131" y="4686"/>
                      <a:pt x="175" y="4686"/>
                    </a:cubicBezTo>
                    <a:cubicBezTo>
                      <a:pt x="218" y="4686"/>
                      <a:pt x="262" y="4671"/>
                      <a:pt x="298" y="4641"/>
                    </a:cubicBezTo>
                    <a:cubicBezTo>
                      <a:pt x="1560" y="3379"/>
                      <a:pt x="1560" y="1308"/>
                      <a:pt x="298" y="46"/>
                    </a:cubicBezTo>
                    <a:cubicBezTo>
                      <a:pt x="268" y="16"/>
                      <a:pt x="227" y="1"/>
                      <a:pt x="18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8" name="Google Shape;1428;p35"/>
              <p:cNvSpPr/>
              <p:nvPr/>
            </p:nvSpPr>
            <p:spPr>
              <a:xfrm>
                <a:off x="3354406" y="2355954"/>
                <a:ext cx="58239" cy="222317"/>
              </a:xfrm>
              <a:custGeom>
                <a:avLst/>
                <a:gdLst/>
                <a:ahLst/>
                <a:cxnLst/>
                <a:rect l="l" t="t" r="r" b="b"/>
                <a:pathLst>
                  <a:path w="1834" h="7001" extrusionOk="0">
                    <a:moveTo>
                      <a:pt x="174" y="1"/>
                    </a:moveTo>
                    <a:cubicBezTo>
                      <a:pt x="131" y="1"/>
                      <a:pt x="90" y="16"/>
                      <a:pt x="60" y="46"/>
                    </a:cubicBezTo>
                    <a:cubicBezTo>
                      <a:pt x="0" y="105"/>
                      <a:pt x="0" y="200"/>
                      <a:pt x="60" y="284"/>
                    </a:cubicBezTo>
                    <a:cubicBezTo>
                      <a:pt x="1834" y="2046"/>
                      <a:pt x="1834" y="4939"/>
                      <a:pt x="60" y="6713"/>
                    </a:cubicBezTo>
                    <a:cubicBezTo>
                      <a:pt x="0" y="6773"/>
                      <a:pt x="0" y="6868"/>
                      <a:pt x="60" y="6951"/>
                    </a:cubicBezTo>
                    <a:cubicBezTo>
                      <a:pt x="88" y="6985"/>
                      <a:pt x="128" y="7000"/>
                      <a:pt x="169" y="7000"/>
                    </a:cubicBezTo>
                    <a:cubicBezTo>
                      <a:pt x="214" y="7000"/>
                      <a:pt x="261" y="6982"/>
                      <a:pt x="298" y="6951"/>
                    </a:cubicBezTo>
                    <a:cubicBezTo>
                      <a:pt x="1227" y="6023"/>
                      <a:pt x="1727" y="4808"/>
                      <a:pt x="1727" y="3498"/>
                    </a:cubicBezTo>
                    <a:cubicBezTo>
                      <a:pt x="1727" y="2189"/>
                      <a:pt x="1227" y="962"/>
                      <a:pt x="298" y="46"/>
                    </a:cubicBezTo>
                    <a:cubicBezTo>
                      <a:pt x="262" y="16"/>
                      <a:pt x="218" y="1"/>
                      <a:pt x="174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9" name="Google Shape;1429;p35"/>
              <p:cNvSpPr/>
              <p:nvPr/>
            </p:nvSpPr>
            <p:spPr>
              <a:xfrm>
                <a:off x="3049653" y="2321468"/>
                <a:ext cx="210250" cy="290018"/>
              </a:xfrm>
              <a:custGeom>
                <a:avLst/>
                <a:gdLst/>
                <a:ahLst/>
                <a:cxnLst/>
                <a:rect l="l" t="t" r="r" b="b"/>
                <a:pathLst>
                  <a:path w="6621" h="9133" extrusionOk="0">
                    <a:moveTo>
                      <a:pt x="5216" y="1072"/>
                    </a:moveTo>
                    <a:lnTo>
                      <a:pt x="5216" y="8097"/>
                    </a:lnTo>
                    <a:cubicBezTo>
                      <a:pt x="4156" y="7751"/>
                      <a:pt x="3287" y="7037"/>
                      <a:pt x="2739" y="6061"/>
                    </a:cubicBezTo>
                    <a:lnTo>
                      <a:pt x="2739" y="3084"/>
                    </a:lnTo>
                    <a:cubicBezTo>
                      <a:pt x="3275" y="2120"/>
                      <a:pt x="4156" y="1405"/>
                      <a:pt x="5216" y="1072"/>
                    </a:cubicBezTo>
                    <a:close/>
                    <a:moveTo>
                      <a:pt x="5716" y="0"/>
                    </a:moveTo>
                    <a:cubicBezTo>
                      <a:pt x="5430" y="0"/>
                      <a:pt x="5216" y="215"/>
                      <a:pt x="5216" y="501"/>
                    </a:cubicBezTo>
                    <a:lnTo>
                      <a:pt x="5216" y="691"/>
                    </a:lnTo>
                    <a:cubicBezTo>
                      <a:pt x="4049" y="1048"/>
                      <a:pt x="3096" y="1810"/>
                      <a:pt x="2489" y="2858"/>
                    </a:cubicBezTo>
                    <a:lnTo>
                      <a:pt x="1227" y="2858"/>
                    </a:lnTo>
                    <a:cubicBezTo>
                      <a:pt x="549" y="2858"/>
                      <a:pt x="13" y="3394"/>
                      <a:pt x="13" y="4061"/>
                    </a:cubicBezTo>
                    <a:lnTo>
                      <a:pt x="13" y="5037"/>
                    </a:lnTo>
                    <a:cubicBezTo>
                      <a:pt x="1" y="5692"/>
                      <a:pt x="489" y="6227"/>
                      <a:pt x="1120" y="6275"/>
                    </a:cubicBezTo>
                    <a:cubicBezTo>
                      <a:pt x="1203" y="6275"/>
                      <a:pt x="1287" y="6216"/>
                      <a:pt x="1299" y="6132"/>
                    </a:cubicBezTo>
                    <a:cubicBezTo>
                      <a:pt x="1299" y="6037"/>
                      <a:pt x="1239" y="5966"/>
                      <a:pt x="1144" y="5954"/>
                    </a:cubicBezTo>
                    <a:cubicBezTo>
                      <a:pt x="703" y="5918"/>
                      <a:pt x="346" y="5537"/>
                      <a:pt x="346" y="5073"/>
                    </a:cubicBezTo>
                    <a:lnTo>
                      <a:pt x="346" y="4084"/>
                    </a:lnTo>
                    <a:cubicBezTo>
                      <a:pt x="346" y="3608"/>
                      <a:pt x="727" y="3215"/>
                      <a:pt x="1227" y="3215"/>
                    </a:cubicBezTo>
                    <a:lnTo>
                      <a:pt x="2418" y="3215"/>
                    </a:lnTo>
                    <a:lnTo>
                      <a:pt x="2418" y="5954"/>
                    </a:lnTo>
                    <a:lnTo>
                      <a:pt x="1918" y="5954"/>
                    </a:lnTo>
                    <a:cubicBezTo>
                      <a:pt x="1834" y="5954"/>
                      <a:pt x="1763" y="6025"/>
                      <a:pt x="1763" y="6108"/>
                    </a:cubicBezTo>
                    <a:cubicBezTo>
                      <a:pt x="1763" y="6204"/>
                      <a:pt x="1834" y="6275"/>
                      <a:pt x="1918" y="6275"/>
                    </a:cubicBezTo>
                    <a:lnTo>
                      <a:pt x="2489" y="6275"/>
                    </a:lnTo>
                    <a:cubicBezTo>
                      <a:pt x="3096" y="7323"/>
                      <a:pt x="4049" y="8097"/>
                      <a:pt x="5216" y="8430"/>
                    </a:cubicBezTo>
                    <a:lnTo>
                      <a:pt x="5216" y="8633"/>
                    </a:lnTo>
                    <a:cubicBezTo>
                      <a:pt x="5216" y="8906"/>
                      <a:pt x="5430" y="9133"/>
                      <a:pt x="5716" y="9133"/>
                    </a:cubicBezTo>
                    <a:lnTo>
                      <a:pt x="6121" y="9133"/>
                    </a:lnTo>
                    <a:cubicBezTo>
                      <a:pt x="6406" y="9133"/>
                      <a:pt x="6621" y="8906"/>
                      <a:pt x="6621" y="8633"/>
                    </a:cubicBezTo>
                    <a:lnTo>
                      <a:pt x="6621" y="4953"/>
                    </a:lnTo>
                    <a:cubicBezTo>
                      <a:pt x="6621" y="4858"/>
                      <a:pt x="6549" y="4787"/>
                      <a:pt x="6466" y="4787"/>
                    </a:cubicBezTo>
                    <a:cubicBezTo>
                      <a:pt x="6371" y="4787"/>
                      <a:pt x="6299" y="4858"/>
                      <a:pt x="6299" y="4953"/>
                    </a:cubicBezTo>
                    <a:lnTo>
                      <a:pt x="6299" y="8633"/>
                    </a:lnTo>
                    <a:cubicBezTo>
                      <a:pt x="6299" y="8728"/>
                      <a:pt x="6228" y="8811"/>
                      <a:pt x="6121" y="8811"/>
                    </a:cubicBezTo>
                    <a:lnTo>
                      <a:pt x="5716" y="8811"/>
                    </a:lnTo>
                    <a:cubicBezTo>
                      <a:pt x="5609" y="8811"/>
                      <a:pt x="5537" y="8728"/>
                      <a:pt x="5537" y="8633"/>
                    </a:cubicBezTo>
                    <a:lnTo>
                      <a:pt x="5537" y="501"/>
                    </a:lnTo>
                    <a:cubicBezTo>
                      <a:pt x="5537" y="393"/>
                      <a:pt x="5609" y="322"/>
                      <a:pt x="5716" y="322"/>
                    </a:cubicBezTo>
                    <a:lnTo>
                      <a:pt x="6121" y="322"/>
                    </a:lnTo>
                    <a:cubicBezTo>
                      <a:pt x="6228" y="322"/>
                      <a:pt x="6299" y="393"/>
                      <a:pt x="6299" y="501"/>
                    </a:cubicBezTo>
                    <a:lnTo>
                      <a:pt x="6299" y="4180"/>
                    </a:lnTo>
                    <a:cubicBezTo>
                      <a:pt x="6299" y="4263"/>
                      <a:pt x="6371" y="4346"/>
                      <a:pt x="6466" y="4346"/>
                    </a:cubicBezTo>
                    <a:cubicBezTo>
                      <a:pt x="6549" y="4346"/>
                      <a:pt x="6621" y="4263"/>
                      <a:pt x="6621" y="4180"/>
                    </a:cubicBezTo>
                    <a:lnTo>
                      <a:pt x="6621" y="501"/>
                    </a:lnTo>
                    <a:cubicBezTo>
                      <a:pt x="6621" y="215"/>
                      <a:pt x="6406" y="0"/>
                      <a:pt x="612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30" name="Google Shape;1430;p35"/>
          <p:cNvGrpSpPr/>
          <p:nvPr/>
        </p:nvGrpSpPr>
        <p:grpSpPr>
          <a:xfrm>
            <a:off x="4272900" y="1538396"/>
            <a:ext cx="598200" cy="783450"/>
            <a:chOff x="4272900" y="1538396"/>
            <a:chExt cx="598200" cy="783450"/>
          </a:xfrm>
        </p:grpSpPr>
        <p:grpSp>
          <p:nvGrpSpPr>
            <p:cNvPr id="1431" name="Google Shape;1431;p35"/>
            <p:cNvGrpSpPr/>
            <p:nvPr/>
          </p:nvGrpSpPr>
          <p:grpSpPr>
            <a:xfrm>
              <a:off x="4272900" y="1538396"/>
              <a:ext cx="598200" cy="598200"/>
              <a:chOff x="4272900" y="1539750"/>
              <a:chExt cx="598200" cy="598200"/>
            </a:xfrm>
          </p:grpSpPr>
          <p:sp>
            <p:nvSpPr>
              <p:cNvPr id="1432" name="Google Shape;1432;p35"/>
              <p:cNvSpPr/>
              <p:nvPr/>
            </p:nvSpPr>
            <p:spPr>
              <a:xfrm>
                <a:off x="4272900" y="1539750"/>
                <a:ext cx="598200" cy="598200"/>
              </a:xfrm>
              <a:prstGeom prst="ellipse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3" name="Google Shape;1433;p35"/>
              <p:cNvSpPr/>
              <p:nvPr/>
            </p:nvSpPr>
            <p:spPr>
              <a:xfrm>
                <a:off x="4307850" y="1574700"/>
                <a:ext cx="528300" cy="5283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>
                    <a:solidFill>
                      <a:srgbClr val="FFFFFF"/>
                    </a:solidFill>
                    <a:latin typeface="Fira Sans Extra Condensed SemiBold"/>
                    <a:ea typeface="Fira Sans Extra Condensed SemiBold"/>
                    <a:cs typeface="Fira Sans Extra Condensed SemiBold"/>
                    <a:sym typeface="Fira Sans Extra Condensed SemiBold"/>
                  </a:rPr>
                  <a:t>1</a:t>
                </a:r>
                <a:endParaRPr sz="1800">
                  <a:solidFill>
                    <a:srgbClr val="FFFFFF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endParaRPr>
              </a:p>
            </p:txBody>
          </p:sp>
        </p:grpSp>
        <p:cxnSp>
          <p:nvCxnSpPr>
            <p:cNvPr id="1434" name="Google Shape;1434;p35"/>
            <p:cNvCxnSpPr>
              <a:endCxn id="1435" idx="0"/>
            </p:cNvCxnSpPr>
            <p:nvPr/>
          </p:nvCxnSpPr>
          <p:spPr>
            <a:xfrm>
              <a:off x="4572000" y="2136446"/>
              <a:ext cx="0" cy="1854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437" name="Google Shape;1437;p35"/>
          <p:cNvGrpSpPr/>
          <p:nvPr/>
        </p:nvGrpSpPr>
        <p:grpSpPr>
          <a:xfrm>
            <a:off x="5096222" y="1444736"/>
            <a:ext cx="3659563" cy="1263573"/>
            <a:chOff x="5027262" y="2081355"/>
            <a:chExt cx="3659563" cy="1079183"/>
          </a:xfrm>
        </p:grpSpPr>
        <p:grpSp>
          <p:nvGrpSpPr>
            <p:cNvPr id="1438" name="Google Shape;1438;p35"/>
            <p:cNvGrpSpPr/>
            <p:nvPr/>
          </p:nvGrpSpPr>
          <p:grpSpPr>
            <a:xfrm>
              <a:off x="5027262" y="2081355"/>
              <a:ext cx="3659563" cy="1079183"/>
              <a:chOff x="5027262" y="2081355"/>
              <a:chExt cx="3659563" cy="1079183"/>
            </a:xfrm>
          </p:grpSpPr>
          <p:sp>
            <p:nvSpPr>
              <p:cNvPr id="1439" name="Google Shape;1439;p35"/>
              <p:cNvSpPr/>
              <p:nvPr/>
            </p:nvSpPr>
            <p:spPr>
              <a:xfrm rot="10800000" flipH="1">
                <a:off x="5064909" y="2096161"/>
                <a:ext cx="3589996" cy="1029008"/>
              </a:xfrm>
              <a:custGeom>
                <a:avLst/>
                <a:gdLst/>
                <a:ahLst/>
                <a:cxnLst/>
                <a:rect l="l" t="t" r="r" b="b"/>
                <a:pathLst>
                  <a:path w="126071" h="36136" extrusionOk="0">
                    <a:moveTo>
                      <a:pt x="5128" y="1"/>
                    </a:moveTo>
                    <a:cubicBezTo>
                      <a:pt x="2284" y="1"/>
                      <a:pt x="1" y="2284"/>
                      <a:pt x="1" y="5129"/>
                    </a:cubicBezTo>
                    <a:lnTo>
                      <a:pt x="1" y="31007"/>
                    </a:lnTo>
                    <a:cubicBezTo>
                      <a:pt x="1" y="33852"/>
                      <a:pt x="2284" y="36135"/>
                      <a:pt x="5128" y="36135"/>
                    </a:cubicBezTo>
                    <a:lnTo>
                      <a:pt x="120983" y="36135"/>
                    </a:lnTo>
                    <a:cubicBezTo>
                      <a:pt x="123787" y="36135"/>
                      <a:pt x="126070" y="33852"/>
                      <a:pt x="126070" y="31007"/>
                    </a:cubicBezTo>
                    <a:lnTo>
                      <a:pt x="126070" y="5129"/>
                    </a:lnTo>
                    <a:cubicBezTo>
                      <a:pt x="126070" y="2284"/>
                      <a:pt x="123787" y="1"/>
                      <a:pt x="12098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40" name="Google Shape;1440;p35"/>
              <p:cNvSpPr/>
              <p:nvPr/>
            </p:nvSpPr>
            <p:spPr>
              <a:xfrm rot="10800000" flipH="1">
                <a:off x="5032957" y="2081355"/>
                <a:ext cx="3653868" cy="1079183"/>
              </a:xfrm>
              <a:custGeom>
                <a:avLst/>
                <a:gdLst/>
                <a:ahLst/>
                <a:cxnLst/>
                <a:rect l="l" t="t" r="r" b="b"/>
                <a:pathLst>
                  <a:path w="128314" h="37898" extrusionOk="0">
                    <a:moveTo>
                      <a:pt x="5930" y="1"/>
                    </a:moveTo>
                    <a:cubicBezTo>
                      <a:pt x="2645" y="41"/>
                      <a:pt x="1" y="2685"/>
                      <a:pt x="41" y="5930"/>
                    </a:cubicBezTo>
                    <a:lnTo>
                      <a:pt x="41" y="13742"/>
                    </a:lnTo>
                    <a:cubicBezTo>
                      <a:pt x="15" y="13926"/>
                      <a:pt x="162" y="14041"/>
                      <a:pt x="323" y="14041"/>
                    </a:cubicBezTo>
                    <a:cubicBezTo>
                      <a:pt x="406" y="14041"/>
                      <a:pt x="493" y="14010"/>
                      <a:pt x="562" y="13942"/>
                    </a:cubicBezTo>
                    <a:lnTo>
                      <a:pt x="1203" y="13221"/>
                    </a:lnTo>
                    <a:cubicBezTo>
                      <a:pt x="1723" y="12620"/>
                      <a:pt x="2044" y="11819"/>
                      <a:pt x="2044" y="10977"/>
                    </a:cubicBezTo>
                    <a:lnTo>
                      <a:pt x="2044" y="6250"/>
                    </a:lnTo>
                    <a:cubicBezTo>
                      <a:pt x="2044" y="3927"/>
                      <a:pt x="3927" y="2004"/>
                      <a:pt x="6250" y="2004"/>
                    </a:cubicBezTo>
                    <a:lnTo>
                      <a:pt x="122105" y="2004"/>
                    </a:lnTo>
                    <a:cubicBezTo>
                      <a:pt x="124428" y="2004"/>
                      <a:pt x="126311" y="3927"/>
                      <a:pt x="126311" y="6250"/>
                    </a:cubicBezTo>
                    <a:lnTo>
                      <a:pt x="126311" y="31689"/>
                    </a:lnTo>
                    <a:cubicBezTo>
                      <a:pt x="126311" y="34012"/>
                      <a:pt x="124428" y="35895"/>
                      <a:pt x="122065" y="35895"/>
                    </a:cubicBezTo>
                    <a:lnTo>
                      <a:pt x="6250" y="35895"/>
                    </a:lnTo>
                    <a:cubicBezTo>
                      <a:pt x="3927" y="35895"/>
                      <a:pt x="2004" y="34012"/>
                      <a:pt x="2044" y="31689"/>
                    </a:cubicBezTo>
                    <a:lnTo>
                      <a:pt x="2044" y="26921"/>
                    </a:lnTo>
                    <a:cubicBezTo>
                      <a:pt x="2044" y="26080"/>
                      <a:pt x="1723" y="25279"/>
                      <a:pt x="1163" y="24678"/>
                    </a:cubicBezTo>
                    <a:lnTo>
                      <a:pt x="522" y="23957"/>
                    </a:lnTo>
                    <a:cubicBezTo>
                      <a:pt x="453" y="23875"/>
                      <a:pt x="371" y="23840"/>
                      <a:pt x="293" y="23840"/>
                    </a:cubicBezTo>
                    <a:cubicBezTo>
                      <a:pt x="140" y="23840"/>
                      <a:pt x="1" y="23972"/>
                      <a:pt x="1" y="24157"/>
                    </a:cubicBezTo>
                    <a:lnTo>
                      <a:pt x="1" y="31969"/>
                    </a:lnTo>
                    <a:cubicBezTo>
                      <a:pt x="1" y="35254"/>
                      <a:pt x="2645" y="37898"/>
                      <a:pt x="5930" y="37898"/>
                    </a:cubicBezTo>
                    <a:lnTo>
                      <a:pt x="122385" y="37898"/>
                    </a:lnTo>
                    <a:cubicBezTo>
                      <a:pt x="125670" y="37898"/>
                      <a:pt x="128314" y="35254"/>
                      <a:pt x="128314" y="31969"/>
                    </a:cubicBezTo>
                    <a:lnTo>
                      <a:pt x="128314" y="5930"/>
                    </a:lnTo>
                    <a:cubicBezTo>
                      <a:pt x="128314" y="2645"/>
                      <a:pt x="125670" y="1"/>
                      <a:pt x="12242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41" name="Google Shape;1441;p35"/>
              <p:cNvSpPr/>
              <p:nvPr/>
            </p:nvSpPr>
            <p:spPr>
              <a:xfrm rot="10800000" flipH="1">
                <a:off x="5027262" y="2177173"/>
                <a:ext cx="3563742" cy="886372"/>
              </a:xfrm>
              <a:custGeom>
                <a:avLst/>
                <a:gdLst/>
                <a:ahLst/>
                <a:cxnLst/>
                <a:rect l="l" t="t" r="r" b="b"/>
                <a:pathLst>
                  <a:path w="125149" h="31127" extrusionOk="0">
                    <a:moveTo>
                      <a:pt x="91378" y="240"/>
                    </a:moveTo>
                    <a:cubicBezTo>
                      <a:pt x="93021" y="240"/>
                      <a:pt x="94583" y="881"/>
                      <a:pt x="95745" y="2003"/>
                    </a:cubicBezTo>
                    <a:lnTo>
                      <a:pt x="97948" y="4246"/>
                    </a:lnTo>
                    <a:cubicBezTo>
                      <a:pt x="99070" y="5368"/>
                      <a:pt x="100592" y="5969"/>
                      <a:pt x="102154" y="5969"/>
                    </a:cubicBezTo>
                    <a:lnTo>
                      <a:pt x="121904" y="5969"/>
                    </a:lnTo>
                    <a:cubicBezTo>
                      <a:pt x="123546" y="5969"/>
                      <a:pt x="124909" y="7331"/>
                      <a:pt x="124909" y="8974"/>
                    </a:cubicBezTo>
                    <a:lnTo>
                      <a:pt x="124868" y="25518"/>
                    </a:lnTo>
                    <a:lnTo>
                      <a:pt x="124868" y="25599"/>
                    </a:lnTo>
                    <a:lnTo>
                      <a:pt x="124868" y="28242"/>
                    </a:lnTo>
                    <a:cubicBezTo>
                      <a:pt x="124868" y="28603"/>
                      <a:pt x="124828" y="28923"/>
                      <a:pt x="124668" y="29244"/>
                    </a:cubicBezTo>
                    <a:cubicBezTo>
                      <a:pt x="124628" y="29404"/>
                      <a:pt x="124508" y="29564"/>
                      <a:pt x="124428" y="29685"/>
                    </a:cubicBezTo>
                    <a:cubicBezTo>
                      <a:pt x="124388" y="29765"/>
                      <a:pt x="124348" y="29845"/>
                      <a:pt x="124308" y="29885"/>
                    </a:cubicBezTo>
                    <a:lnTo>
                      <a:pt x="124187" y="30005"/>
                    </a:lnTo>
                    <a:lnTo>
                      <a:pt x="124107" y="30085"/>
                    </a:lnTo>
                    <a:cubicBezTo>
                      <a:pt x="123627" y="30566"/>
                      <a:pt x="122986" y="30846"/>
                      <a:pt x="122305" y="30846"/>
                    </a:cubicBezTo>
                    <a:lnTo>
                      <a:pt x="6410" y="30846"/>
                    </a:lnTo>
                    <a:cubicBezTo>
                      <a:pt x="5729" y="30846"/>
                      <a:pt x="5088" y="30566"/>
                      <a:pt x="4607" y="30085"/>
                    </a:cubicBezTo>
                    <a:cubicBezTo>
                      <a:pt x="4487" y="29965"/>
                      <a:pt x="4367" y="29845"/>
                      <a:pt x="4287" y="29685"/>
                    </a:cubicBezTo>
                    <a:cubicBezTo>
                      <a:pt x="3967" y="29284"/>
                      <a:pt x="3846" y="28763"/>
                      <a:pt x="3846" y="28242"/>
                    </a:cubicBezTo>
                    <a:lnTo>
                      <a:pt x="3846" y="25879"/>
                    </a:lnTo>
                    <a:cubicBezTo>
                      <a:pt x="3846" y="24076"/>
                      <a:pt x="5288" y="22634"/>
                      <a:pt x="7091" y="22634"/>
                    </a:cubicBezTo>
                    <a:lnTo>
                      <a:pt x="7892" y="22634"/>
                    </a:lnTo>
                    <a:cubicBezTo>
                      <a:pt x="8093" y="22634"/>
                      <a:pt x="8253" y="22634"/>
                      <a:pt x="8453" y="22594"/>
                    </a:cubicBezTo>
                    <a:cubicBezTo>
                      <a:pt x="8573" y="22594"/>
                      <a:pt x="8654" y="22554"/>
                      <a:pt x="8774" y="22554"/>
                    </a:cubicBezTo>
                    <a:cubicBezTo>
                      <a:pt x="8854" y="22554"/>
                      <a:pt x="9014" y="22514"/>
                      <a:pt x="9174" y="22514"/>
                    </a:cubicBezTo>
                    <a:lnTo>
                      <a:pt x="9495" y="22394"/>
                    </a:lnTo>
                    <a:lnTo>
                      <a:pt x="9855" y="22314"/>
                    </a:lnTo>
                    <a:cubicBezTo>
                      <a:pt x="9976" y="22274"/>
                      <a:pt x="10056" y="22233"/>
                      <a:pt x="10176" y="22193"/>
                    </a:cubicBezTo>
                    <a:cubicBezTo>
                      <a:pt x="10296" y="22153"/>
                      <a:pt x="10416" y="22113"/>
                      <a:pt x="10536" y="22073"/>
                    </a:cubicBezTo>
                    <a:cubicBezTo>
                      <a:pt x="10617" y="22033"/>
                      <a:pt x="10697" y="21993"/>
                      <a:pt x="10817" y="21913"/>
                    </a:cubicBezTo>
                    <a:cubicBezTo>
                      <a:pt x="10937" y="21873"/>
                      <a:pt x="11057" y="21833"/>
                      <a:pt x="11137" y="21753"/>
                    </a:cubicBezTo>
                    <a:cubicBezTo>
                      <a:pt x="11257" y="21713"/>
                      <a:pt x="11338" y="21673"/>
                      <a:pt x="11418" y="21592"/>
                    </a:cubicBezTo>
                    <a:cubicBezTo>
                      <a:pt x="11538" y="21512"/>
                      <a:pt x="11618" y="21472"/>
                      <a:pt x="11738" y="21392"/>
                    </a:cubicBezTo>
                    <a:cubicBezTo>
                      <a:pt x="11858" y="21352"/>
                      <a:pt x="11898" y="21272"/>
                      <a:pt x="11979" y="21192"/>
                    </a:cubicBezTo>
                    <a:cubicBezTo>
                      <a:pt x="12099" y="21112"/>
                      <a:pt x="12179" y="21072"/>
                      <a:pt x="12299" y="20952"/>
                    </a:cubicBezTo>
                    <a:cubicBezTo>
                      <a:pt x="12379" y="20911"/>
                      <a:pt x="12419" y="20831"/>
                      <a:pt x="12539" y="20751"/>
                    </a:cubicBezTo>
                    <a:cubicBezTo>
                      <a:pt x="12620" y="20671"/>
                      <a:pt x="12700" y="20591"/>
                      <a:pt x="12780" y="20511"/>
                    </a:cubicBezTo>
                    <a:cubicBezTo>
                      <a:pt x="12860" y="20431"/>
                      <a:pt x="12940" y="20351"/>
                      <a:pt x="13020" y="20230"/>
                    </a:cubicBezTo>
                    <a:cubicBezTo>
                      <a:pt x="13100" y="20150"/>
                      <a:pt x="13180" y="20070"/>
                      <a:pt x="13260" y="19990"/>
                    </a:cubicBezTo>
                    <a:lnTo>
                      <a:pt x="13421" y="19710"/>
                    </a:lnTo>
                    <a:cubicBezTo>
                      <a:pt x="13501" y="19630"/>
                      <a:pt x="13581" y="19549"/>
                      <a:pt x="13661" y="19429"/>
                    </a:cubicBezTo>
                    <a:cubicBezTo>
                      <a:pt x="13701" y="19349"/>
                      <a:pt x="13781" y="19269"/>
                      <a:pt x="13821" y="19149"/>
                    </a:cubicBezTo>
                    <a:cubicBezTo>
                      <a:pt x="13861" y="19029"/>
                      <a:pt x="13942" y="18949"/>
                      <a:pt x="13982" y="18828"/>
                    </a:cubicBezTo>
                    <a:cubicBezTo>
                      <a:pt x="14062" y="18748"/>
                      <a:pt x="14102" y="18628"/>
                      <a:pt x="14142" y="18508"/>
                    </a:cubicBezTo>
                    <a:cubicBezTo>
                      <a:pt x="14222" y="18428"/>
                      <a:pt x="14262" y="18308"/>
                      <a:pt x="14302" y="18227"/>
                    </a:cubicBezTo>
                    <a:cubicBezTo>
                      <a:pt x="14342" y="18107"/>
                      <a:pt x="14382" y="17987"/>
                      <a:pt x="14422" y="17867"/>
                    </a:cubicBezTo>
                    <a:cubicBezTo>
                      <a:pt x="14422" y="17787"/>
                      <a:pt x="14502" y="17667"/>
                      <a:pt x="14542" y="17546"/>
                    </a:cubicBezTo>
                    <a:cubicBezTo>
                      <a:pt x="14542" y="17426"/>
                      <a:pt x="14582" y="17306"/>
                      <a:pt x="14623" y="17226"/>
                    </a:cubicBezTo>
                    <a:cubicBezTo>
                      <a:pt x="14623" y="17066"/>
                      <a:pt x="14663" y="16946"/>
                      <a:pt x="14703" y="16825"/>
                    </a:cubicBezTo>
                    <a:cubicBezTo>
                      <a:pt x="14703" y="16745"/>
                      <a:pt x="14703" y="16625"/>
                      <a:pt x="14743" y="16505"/>
                    </a:cubicBezTo>
                    <a:cubicBezTo>
                      <a:pt x="14783" y="16385"/>
                      <a:pt x="14783" y="16224"/>
                      <a:pt x="14783" y="16104"/>
                    </a:cubicBezTo>
                    <a:lnTo>
                      <a:pt x="14783" y="15744"/>
                    </a:lnTo>
                    <a:cubicBezTo>
                      <a:pt x="14783" y="15664"/>
                      <a:pt x="14823" y="15583"/>
                      <a:pt x="14823" y="15543"/>
                    </a:cubicBezTo>
                    <a:lnTo>
                      <a:pt x="14823" y="15383"/>
                    </a:lnTo>
                    <a:cubicBezTo>
                      <a:pt x="14783" y="15303"/>
                      <a:pt x="14783" y="15263"/>
                      <a:pt x="14823" y="15183"/>
                    </a:cubicBezTo>
                    <a:cubicBezTo>
                      <a:pt x="14783" y="15103"/>
                      <a:pt x="14783" y="15063"/>
                      <a:pt x="14823" y="14983"/>
                    </a:cubicBezTo>
                    <a:cubicBezTo>
                      <a:pt x="14823" y="14862"/>
                      <a:pt x="14783" y="14742"/>
                      <a:pt x="14783" y="14662"/>
                    </a:cubicBezTo>
                    <a:cubicBezTo>
                      <a:pt x="14783" y="14542"/>
                      <a:pt x="14743" y="14422"/>
                      <a:pt x="14703" y="14302"/>
                    </a:cubicBezTo>
                    <a:cubicBezTo>
                      <a:pt x="14703" y="14181"/>
                      <a:pt x="14663" y="14021"/>
                      <a:pt x="14623" y="13901"/>
                    </a:cubicBezTo>
                    <a:cubicBezTo>
                      <a:pt x="14623" y="13821"/>
                      <a:pt x="14623" y="13781"/>
                      <a:pt x="14582" y="13701"/>
                    </a:cubicBezTo>
                    <a:cubicBezTo>
                      <a:pt x="13741" y="10616"/>
                      <a:pt x="10937" y="8453"/>
                      <a:pt x="7732" y="8453"/>
                    </a:cubicBezTo>
                    <a:lnTo>
                      <a:pt x="7091" y="8453"/>
                    </a:lnTo>
                    <a:cubicBezTo>
                      <a:pt x="5288" y="8453"/>
                      <a:pt x="3846" y="7011"/>
                      <a:pt x="3846" y="5208"/>
                    </a:cubicBezTo>
                    <a:lnTo>
                      <a:pt x="3846" y="2804"/>
                    </a:lnTo>
                    <a:cubicBezTo>
                      <a:pt x="3846" y="1402"/>
                      <a:pt x="5008" y="240"/>
                      <a:pt x="6410" y="240"/>
                    </a:cubicBezTo>
                    <a:close/>
                    <a:moveTo>
                      <a:pt x="6410" y="0"/>
                    </a:moveTo>
                    <a:cubicBezTo>
                      <a:pt x="5649" y="0"/>
                      <a:pt x="4928" y="321"/>
                      <a:pt x="4407" y="881"/>
                    </a:cubicBezTo>
                    <a:cubicBezTo>
                      <a:pt x="4087" y="1202"/>
                      <a:pt x="3846" y="1562"/>
                      <a:pt x="3686" y="2003"/>
                    </a:cubicBezTo>
                    <a:cubicBezTo>
                      <a:pt x="3686" y="2083"/>
                      <a:pt x="3686" y="2123"/>
                      <a:pt x="3646" y="2243"/>
                    </a:cubicBezTo>
                    <a:cubicBezTo>
                      <a:pt x="3606" y="2444"/>
                      <a:pt x="3566" y="2644"/>
                      <a:pt x="3566" y="2844"/>
                    </a:cubicBezTo>
                    <a:lnTo>
                      <a:pt x="3566" y="8293"/>
                    </a:lnTo>
                    <a:cubicBezTo>
                      <a:pt x="3566" y="9174"/>
                      <a:pt x="3245" y="10055"/>
                      <a:pt x="2604" y="10696"/>
                    </a:cubicBezTo>
                    <a:cubicBezTo>
                      <a:pt x="1" y="13420"/>
                      <a:pt x="1" y="17707"/>
                      <a:pt x="2604" y="20431"/>
                    </a:cubicBezTo>
                    <a:cubicBezTo>
                      <a:pt x="3205" y="21072"/>
                      <a:pt x="3566" y="21913"/>
                      <a:pt x="3566" y="22834"/>
                    </a:cubicBezTo>
                    <a:lnTo>
                      <a:pt x="3566" y="28283"/>
                    </a:lnTo>
                    <a:cubicBezTo>
                      <a:pt x="3566" y="28723"/>
                      <a:pt x="3686" y="29204"/>
                      <a:pt x="3926" y="29605"/>
                    </a:cubicBezTo>
                    <a:cubicBezTo>
                      <a:pt x="4047" y="29845"/>
                      <a:pt x="4247" y="30085"/>
                      <a:pt x="4407" y="30286"/>
                    </a:cubicBezTo>
                    <a:cubicBezTo>
                      <a:pt x="4928" y="30806"/>
                      <a:pt x="5689" y="31127"/>
                      <a:pt x="6410" y="31127"/>
                    </a:cubicBezTo>
                    <a:lnTo>
                      <a:pt x="122305" y="31127"/>
                    </a:lnTo>
                    <a:cubicBezTo>
                      <a:pt x="123026" y="31127"/>
                      <a:pt x="123747" y="30806"/>
                      <a:pt x="124308" y="30286"/>
                    </a:cubicBezTo>
                    <a:lnTo>
                      <a:pt x="124468" y="30085"/>
                    </a:lnTo>
                    <a:cubicBezTo>
                      <a:pt x="124548" y="30005"/>
                      <a:pt x="124588" y="29925"/>
                      <a:pt x="124628" y="29845"/>
                    </a:cubicBezTo>
                    <a:cubicBezTo>
                      <a:pt x="124748" y="29685"/>
                      <a:pt x="124828" y="29524"/>
                      <a:pt x="124909" y="29364"/>
                    </a:cubicBezTo>
                    <a:cubicBezTo>
                      <a:pt x="125069" y="29004"/>
                      <a:pt x="125149" y="28643"/>
                      <a:pt x="125149" y="28242"/>
                    </a:cubicBezTo>
                    <a:lnTo>
                      <a:pt x="125149" y="2804"/>
                    </a:lnTo>
                    <a:cubicBezTo>
                      <a:pt x="125149" y="2604"/>
                      <a:pt x="125109" y="2404"/>
                      <a:pt x="125069" y="2243"/>
                    </a:cubicBezTo>
                    <a:cubicBezTo>
                      <a:pt x="125069" y="2123"/>
                      <a:pt x="125029" y="2083"/>
                      <a:pt x="124989" y="2003"/>
                    </a:cubicBezTo>
                    <a:cubicBezTo>
                      <a:pt x="124989" y="1923"/>
                      <a:pt x="124949" y="1843"/>
                      <a:pt x="124909" y="1803"/>
                    </a:cubicBezTo>
                    <a:cubicBezTo>
                      <a:pt x="124909" y="1763"/>
                      <a:pt x="124868" y="1723"/>
                      <a:pt x="124868" y="1683"/>
                    </a:cubicBezTo>
                    <a:cubicBezTo>
                      <a:pt x="124828" y="1602"/>
                      <a:pt x="124788" y="1522"/>
                      <a:pt x="124748" y="1442"/>
                    </a:cubicBezTo>
                    <a:cubicBezTo>
                      <a:pt x="124708" y="1402"/>
                      <a:pt x="124668" y="1322"/>
                      <a:pt x="124628" y="1242"/>
                    </a:cubicBezTo>
                    <a:cubicBezTo>
                      <a:pt x="124588" y="1242"/>
                      <a:pt x="124588" y="1162"/>
                      <a:pt x="124548" y="1122"/>
                    </a:cubicBezTo>
                    <a:lnTo>
                      <a:pt x="124508" y="1082"/>
                    </a:lnTo>
                    <a:cubicBezTo>
                      <a:pt x="124388" y="921"/>
                      <a:pt x="124227" y="761"/>
                      <a:pt x="124067" y="641"/>
                    </a:cubicBezTo>
                    <a:cubicBezTo>
                      <a:pt x="124027" y="641"/>
                      <a:pt x="124027" y="601"/>
                      <a:pt x="123987" y="561"/>
                    </a:cubicBezTo>
                    <a:cubicBezTo>
                      <a:pt x="123947" y="561"/>
                      <a:pt x="123907" y="521"/>
                      <a:pt x="123867" y="521"/>
                    </a:cubicBezTo>
                    <a:cubicBezTo>
                      <a:pt x="123827" y="481"/>
                      <a:pt x="123747" y="441"/>
                      <a:pt x="123707" y="401"/>
                    </a:cubicBezTo>
                    <a:cubicBezTo>
                      <a:pt x="123667" y="361"/>
                      <a:pt x="123627" y="361"/>
                      <a:pt x="123546" y="321"/>
                    </a:cubicBezTo>
                    <a:cubicBezTo>
                      <a:pt x="123426" y="240"/>
                      <a:pt x="123306" y="200"/>
                      <a:pt x="123186" y="160"/>
                    </a:cubicBezTo>
                    <a:cubicBezTo>
                      <a:pt x="122905" y="40"/>
                      <a:pt x="122585" y="0"/>
                      <a:pt x="12226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2" name="Google Shape;1442;p35"/>
              <p:cNvSpPr/>
              <p:nvPr/>
            </p:nvSpPr>
            <p:spPr>
              <a:xfrm rot="10800000" flipH="1">
                <a:off x="5082023" y="2455498"/>
                <a:ext cx="330823" cy="329712"/>
              </a:xfrm>
              <a:custGeom>
                <a:avLst/>
                <a:gdLst/>
                <a:ahLst/>
                <a:cxnLst/>
                <a:rect l="l" t="t" r="r" b="b"/>
                <a:pathLst>
                  <a:path w="11618" h="11579" extrusionOk="0">
                    <a:moveTo>
                      <a:pt x="5809" y="1"/>
                    </a:moveTo>
                    <a:cubicBezTo>
                      <a:pt x="2604" y="1"/>
                      <a:pt x="0" y="2565"/>
                      <a:pt x="0" y="5769"/>
                    </a:cubicBezTo>
                    <a:cubicBezTo>
                      <a:pt x="0" y="8974"/>
                      <a:pt x="2604" y="11578"/>
                      <a:pt x="5809" y="11578"/>
                    </a:cubicBezTo>
                    <a:cubicBezTo>
                      <a:pt x="9014" y="11578"/>
                      <a:pt x="11618" y="8974"/>
                      <a:pt x="11618" y="5769"/>
                    </a:cubicBezTo>
                    <a:cubicBezTo>
                      <a:pt x="11618" y="2565"/>
                      <a:pt x="9014" y="1"/>
                      <a:pt x="580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443" name="Google Shape;1443;p35"/>
            <p:cNvSpPr txBox="1"/>
            <p:nvPr/>
          </p:nvSpPr>
          <p:spPr>
            <a:xfrm>
              <a:off x="5336999" y="2118277"/>
              <a:ext cx="2428006" cy="9469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solidFill>
                    <a:schemeClr val="accent1"/>
                  </a:solidFill>
                  <a:latin typeface="Roboto"/>
                  <a:ea typeface="Roboto"/>
                  <a:cs typeface="Roboto"/>
                  <a:sym typeface="Roboto"/>
                </a:rPr>
                <a:t>SUMMARY STATISTICS</a:t>
              </a:r>
            </a:p>
            <a:p>
              <a:pPr marL="171450" lvl="0" indent="-17145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Font typeface="Arial" panose="020B0604020202020204" pitchFamily="34" charset="0"/>
                <a:buChar char="•"/>
              </a:pPr>
              <a:r>
                <a:rPr lang="en" sz="1100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0.54M units </a:t>
              </a:r>
              <a:r>
                <a:rPr lang="en" sz="1100" dirty="0">
                  <a:solidFill>
                    <a:schemeClr val="bg1">
                      <a:lumMod val="75000"/>
                    </a:schemeClr>
                  </a:solidFill>
                  <a:latin typeface="Roboto"/>
                  <a:ea typeface="Roboto"/>
                  <a:cs typeface="Roboto"/>
                  <a:sym typeface="Roboto"/>
                </a:rPr>
                <a:t>– Mean Global Sales</a:t>
              </a:r>
            </a:p>
            <a:p>
              <a:pPr marL="171450" lvl="0" indent="-17145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Font typeface="Arial" panose="020B0604020202020204" pitchFamily="34" charset="0"/>
                <a:buChar char="•"/>
              </a:pPr>
              <a:r>
                <a:rPr lang="en" sz="1100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0.17M units</a:t>
              </a:r>
              <a:r>
                <a:rPr lang="en" sz="1100" dirty="0">
                  <a:solidFill>
                    <a:schemeClr val="bg1">
                      <a:lumMod val="75000"/>
                    </a:schemeClr>
                  </a:solidFill>
                  <a:latin typeface="Roboto"/>
                  <a:ea typeface="Roboto"/>
                  <a:cs typeface="Roboto"/>
                  <a:sym typeface="Roboto"/>
                </a:rPr>
                <a:t> – Median Global Sales</a:t>
              </a:r>
              <a:endParaRPr lang="en" sz="11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171450" lvl="0" indent="-17145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Font typeface="Arial" panose="020B0604020202020204" pitchFamily="34" charset="0"/>
                <a:buChar char="•"/>
              </a:pPr>
              <a:r>
                <a:rPr lang="en" sz="1100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Right-skewed</a:t>
              </a:r>
              <a:r>
                <a:rPr lang="en" sz="1100" dirty="0">
                  <a:solidFill>
                    <a:schemeClr val="bg1">
                      <a:lumMod val="75000"/>
                    </a:schemeClr>
                  </a:solidFill>
                  <a:latin typeface="Roboto"/>
                  <a:ea typeface="Roboto"/>
                  <a:cs typeface="Roboto"/>
                  <a:sym typeface="Roboto"/>
                </a:rPr>
                <a:t> - Distribution</a:t>
              </a:r>
              <a:endParaRPr lang="en" sz="11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444" name="Google Shape;1444;p35"/>
            <p:cNvGrpSpPr/>
            <p:nvPr/>
          </p:nvGrpSpPr>
          <p:grpSpPr>
            <a:xfrm>
              <a:off x="7934012" y="2356796"/>
              <a:ext cx="415968" cy="379600"/>
              <a:chOff x="1958520" y="2302574"/>
              <a:chExt cx="359213" cy="327807"/>
            </a:xfrm>
          </p:grpSpPr>
          <p:sp>
            <p:nvSpPr>
              <p:cNvPr id="1445" name="Google Shape;1445;p35"/>
              <p:cNvSpPr/>
              <p:nvPr/>
            </p:nvSpPr>
            <p:spPr>
              <a:xfrm>
                <a:off x="1958520" y="2302574"/>
                <a:ext cx="359213" cy="327807"/>
              </a:xfrm>
              <a:custGeom>
                <a:avLst/>
                <a:gdLst/>
                <a:ahLst/>
                <a:cxnLst/>
                <a:rect l="l" t="t" r="r" b="b"/>
                <a:pathLst>
                  <a:path w="11312" h="10323" extrusionOk="0">
                    <a:moveTo>
                      <a:pt x="7168" y="8132"/>
                    </a:moveTo>
                    <a:lnTo>
                      <a:pt x="7501" y="9204"/>
                    </a:lnTo>
                    <a:lnTo>
                      <a:pt x="3799" y="9204"/>
                    </a:lnTo>
                    <a:lnTo>
                      <a:pt x="4120" y="8132"/>
                    </a:lnTo>
                    <a:close/>
                    <a:moveTo>
                      <a:pt x="8466" y="9537"/>
                    </a:moveTo>
                    <a:cubicBezTo>
                      <a:pt x="8597" y="9537"/>
                      <a:pt x="8704" y="9656"/>
                      <a:pt x="8704" y="9775"/>
                    </a:cubicBezTo>
                    <a:cubicBezTo>
                      <a:pt x="8704" y="9906"/>
                      <a:pt x="8597" y="10013"/>
                      <a:pt x="8466" y="10013"/>
                    </a:cubicBezTo>
                    <a:lnTo>
                      <a:pt x="2810" y="10013"/>
                    </a:lnTo>
                    <a:cubicBezTo>
                      <a:pt x="2679" y="10013"/>
                      <a:pt x="2572" y="9906"/>
                      <a:pt x="2572" y="9775"/>
                    </a:cubicBezTo>
                    <a:cubicBezTo>
                      <a:pt x="2572" y="9644"/>
                      <a:pt x="2679" y="9537"/>
                      <a:pt x="2810" y="9537"/>
                    </a:cubicBezTo>
                    <a:close/>
                    <a:moveTo>
                      <a:pt x="1072" y="0"/>
                    </a:moveTo>
                    <a:cubicBezTo>
                      <a:pt x="477" y="0"/>
                      <a:pt x="0" y="476"/>
                      <a:pt x="0" y="1072"/>
                    </a:cubicBezTo>
                    <a:lnTo>
                      <a:pt x="0" y="7049"/>
                    </a:lnTo>
                    <a:cubicBezTo>
                      <a:pt x="0" y="7644"/>
                      <a:pt x="477" y="8120"/>
                      <a:pt x="1072" y="8120"/>
                    </a:cubicBezTo>
                    <a:lnTo>
                      <a:pt x="3763" y="8120"/>
                    </a:lnTo>
                    <a:lnTo>
                      <a:pt x="3441" y="9192"/>
                    </a:lnTo>
                    <a:lnTo>
                      <a:pt x="2822" y="9192"/>
                    </a:lnTo>
                    <a:cubicBezTo>
                      <a:pt x="2513" y="9192"/>
                      <a:pt x="2263" y="9442"/>
                      <a:pt x="2263" y="9751"/>
                    </a:cubicBezTo>
                    <a:cubicBezTo>
                      <a:pt x="2263" y="10073"/>
                      <a:pt x="2513" y="10323"/>
                      <a:pt x="2822" y="10323"/>
                    </a:cubicBezTo>
                    <a:lnTo>
                      <a:pt x="8478" y="10323"/>
                    </a:lnTo>
                    <a:cubicBezTo>
                      <a:pt x="8799" y="10323"/>
                      <a:pt x="9049" y="10073"/>
                      <a:pt x="9049" y="9751"/>
                    </a:cubicBezTo>
                    <a:cubicBezTo>
                      <a:pt x="9049" y="9442"/>
                      <a:pt x="8799" y="9192"/>
                      <a:pt x="8478" y="9192"/>
                    </a:cubicBezTo>
                    <a:lnTo>
                      <a:pt x="7870" y="9192"/>
                    </a:lnTo>
                    <a:lnTo>
                      <a:pt x="7549" y="8120"/>
                    </a:lnTo>
                    <a:lnTo>
                      <a:pt x="10240" y="8120"/>
                    </a:lnTo>
                    <a:cubicBezTo>
                      <a:pt x="10835" y="8120"/>
                      <a:pt x="11311" y="7644"/>
                      <a:pt x="11311" y="7049"/>
                    </a:cubicBezTo>
                    <a:lnTo>
                      <a:pt x="11311" y="1072"/>
                    </a:lnTo>
                    <a:cubicBezTo>
                      <a:pt x="11299" y="488"/>
                      <a:pt x="10823" y="0"/>
                      <a:pt x="10228" y="0"/>
                    </a:cubicBezTo>
                    <a:lnTo>
                      <a:pt x="2786" y="0"/>
                    </a:lnTo>
                    <a:cubicBezTo>
                      <a:pt x="2691" y="0"/>
                      <a:pt x="2620" y="72"/>
                      <a:pt x="2620" y="155"/>
                    </a:cubicBezTo>
                    <a:cubicBezTo>
                      <a:pt x="2620" y="250"/>
                      <a:pt x="2691" y="322"/>
                      <a:pt x="2786" y="322"/>
                    </a:cubicBezTo>
                    <a:lnTo>
                      <a:pt x="10228" y="322"/>
                    </a:lnTo>
                    <a:cubicBezTo>
                      <a:pt x="10621" y="322"/>
                      <a:pt x="10966" y="655"/>
                      <a:pt x="10966" y="1072"/>
                    </a:cubicBezTo>
                    <a:lnTo>
                      <a:pt x="10966" y="7049"/>
                    </a:lnTo>
                    <a:cubicBezTo>
                      <a:pt x="10966" y="7453"/>
                      <a:pt x="10645" y="7799"/>
                      <a:pt x="10228" y="7799"/>
                    </a:cubicBezTo>
                    <a:lnTo>
                      <a:pt x="1072" y="7799"/>
                    </a:lnTo>
                    <a:cubicBezTo>
                      <a:pt x="667" y="7799"/>
                      <a:pt x="322" y="7465"/>
                      <a:pt x="322" y="7049"/>
                    </a:cubicBezTo>
                    <a:lnTo>
                      <a:pt x="322" y="1072"/>
                    </a:lnTo>
                    <a:cubicBezTo>
                      <a:pt x="322" y="667"/>
                      <a:pt x="655" y="322"/>
                      <a:pt x="1072" y="322"/>
                    </a:cubicBezTo>
                    <a:lnTo>
                      <a:pt x="2108" y="322"/>
                    </a:lnTo>
                    <a:cubicBezTo>
                      <a:pt x="2203" y="322"/>
                      <a:pt x="2275" y="250"/>
                      <a:pt x="2275" y="155"/>
                    </a:cubicBezTo>
                    <a:cubicBezTo>
                      <a:pt x="2275" y="72"/>
                      <a:pt x="2203" y="0"/>
                      <a:pt x="210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6" name="Google Shape;1446;p35"/>
              <p:cNvSpPr/>
              <p:nvPr/>
            </p:nvSpPr>
            <p:spPr>
              <a:xfrm>
                <a:off x="1986877" y="2331313"/>
                <a:ext cx="302117" cy="184909"/>
              </a:xfrm>
              <a:custGeom>
                <a:avLst/>
                <a:gdLst/>
                <a:ahLst/>
                <a:cxnLst/>
                <a:rect l="l" t="t" r="r" b="b"/>
                <a:pathLst>
                  <a:path w="9514" h="5823" extrusionOk="0">
                    <a:moveTo>
                      <a:pt x="179" y="0"/>
                    </a:moveTo>
                    <a:cubicBezTo>
                      <a:pt x="72" y="0"/>
                      <a:pt x="0" y="71"/>
                      <a:pt x="0" y="179"/>
                    </a:cubicBezTo>
                    <a:lnTo>
                      <a:pt x="0" y="5656"/>
                    </a:lnTo>
                    <a:cubicBezTo>
                      <a:pt x="0" y="5739"/>
                      <a:pt x="72" y="5822"/>
                      <a:pt x="167" y="5822"/>
                    </a:cubicBezTo>
                    <a:lnTo>
                      <a:pt x="9347" y="5822"/>
                    </a:lnTo>
                    <a:cubicBezTo>
                      <a:pt x="9430" y="5822"/>
                      <a:pt x="9513" y="5739"/>
                      <a:pt x="9513" y="5656"/>
                    </a:cubicBezTo>
                    <a:lnTo>
                      <a:pt x="9513" y="5072"/>
                    </a:lnTo>
                    <a:cubicBezTo>
                      <a:pt x="9513" y="4989"/>
                      <a:pt x="9430" y="4905"/>
                      <a:pt x="9347" y="4905"/>
                    </a:cubicBezTo>
                    <a:cubicBezTo>
                      <a:pt x="9252" y="4905"/>
                      <a:pt x="9180" y="4989"/>
                      <a:pt x="9180" y="5072"/>
                    </a:cubicBezTo>
                    <a:lnTo>
                      <a:pt x="9180" y="5489"/>
                    </a:lnTo>
                    <a:lnTo>
                      <a:pt x="346" y="5489"/>
                    </a:lnTo>
                    <a:lnTo>
                      <a:pt x="346" y="345"/>
                    </a:lnTo>
                    <a:lnTo>
                      <a:pt x="9180" y="345"/>
                    </a:lnTo>
                    <a:lnTo>
                      <a:pt x="9180" y="4405"/>
                    </a:lnTo>
                    <a:cubicBezTo>
                      <a:pt x="9168" y="4489"/>
                      <a:pt x="9240" y="4572"/>
                      <a:pt x="9347" y="4572"/>
                    </a:cubicBezTo>
                    <a:cubicBezTo>
                      <a:pt x="9430" y="4572"/>
                      <a:pt x="9513" y="4489"/>
                      <a:pt x="9513" y="4405"/>
                    </a:cubicBezTo>
                    <a:lnTo>
                      <a:pt x="9513" y="179"/>
                    </a:lnTo>
                    <a:cubicBezTo>
                      <a:pt x="9513" y="71"/>
                      <a:pt x="9430" y="0"/>
                      <a:pt x="933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7" name="Google Shape;1447;p35"/>
              <p:cNvSpPr/>
              <p:nvPr/>
            </p:nvSpPr>
            <p:spPr>
              <a:xfrm>
                <a:off x="2131521" y="2526701"/>
                <a:ext cx="11908" cy="10638"/>
              </a:xfrm>
              <a:custGeom>
                <a:avLst/>
                <a:gdLst/>
                <a:ahLst/>
                <a:cxnLst/>
                <a:rect l="l" t="t" r="r" b="b"/>
                <a:pathLst>
                  <a:path w="375" h="335" extrusionOk="0">
                    <a:moveTo>
                      <a:pt x="176" y="0"/>
                    </a:moveTo>
                    <a:cubicBezTo>
                      <a:pt x="167" y="0"/>
                      <a:pt x="158" y="1"/>
                      <a:pt x="148" y="3"/>
                    </a:cubicBezTo>
                    <a:cubicBezTo>
                      <a:pt x="77" y="26"/>
                      <a:pt x="17" y="86"/>
                      <a:pt x="17" y="157"/>
                    </a:cubicBezTo>
                    <a:cubicBezTo>
                      <a:pt x="1" y="258"/>
                      <a:pt x="95" y="334"/>
                      <a:pt x="186" y="334"/>
                    </a:cubicBezTo>
                    <a:cubicBezTo>
                      <a:pt x="225" y="334"/>
                      <a:pt x="263" y="320"/>
                      <a:pt x="291" y="288"/>
                    </a:cubicBezTo>
                    <a:cubicBezTo>
                      <a:pt x="375" y="229"/>
                      <a:pt x="375" y="145"/>
                      <a:pt x="327" y="86"/>
                    </a:cubicBezTo>
                    <a:cubicBezTo>
                      <a:pt x="296" y="34"/>
                      <a:pt x="238" y="0"/>
                      <a:pt x="17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48" name="Google Shape;1448;p35"/>
          <p:cNvGrpSpPr/>
          <p:nvPr/>
        </p:nvGrpSpPr>
        <p:grpSpPr>
          <a:xfrm>
            <a:off x="4272900" y="2321846"/>
            <a:ext cx="598200" cy="783600"/>
            <a:chOff x="4272900" y="2321846"/>
            <a:chExt cx="598200" cy="783600"/>
          </a:xfrm>
        </p:grpSpPr>
        <p:grpSp>
          <p:nvGrpSpPr>
            <p:cNvPr id="1449" name="Google Shape;1449;p35"/>
            <p:cNvGrpSpPr/>
            <p:nvPr/>
          </p:nvGrpSpPr>
          <p:grpSpPr>
            <a:xfrm>
              <a:off x="4272900" y="2321846"/>
              <a:ext cx="598200" cy="598200"/>
              <a:chOff x="4272900" y="2340000"/>
              <a:chExt cx="598200" cy="598200"/>
            </a:xfrm>
          </p:grpSpPr>
          <p:sp>
            <p:nvSpPr>
              <p:cNvPr id="1435" name="Google Shape;1435;p35"/>
              <p:cNvSpPr/>
              <p:nvPr/>
            </p:nvSpPr>
            <p:spPr>
              <a:xfrm>
                <a:off x="4272900" y="2340000"/>
                <a:ext cx="598200" cy="598200"/>
              </a:xfrm>
              <a:prstGeom prst="ellipse">
                <a:avLst/>
              </a:prstGeom>
              <a:noFill/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Google Shape;1450;p35"/>
              <p:cNvSpPr/>
              <p:nvPr/>
            </p:nvSpPr>
            <p:spPr>
              <a:xfrm>
                <a:off x="4307850" y="2374950"/>
                <a:ext cx="528300" cy="528300"/>
              </a:xfrm>
              <a:prstGeom prst="ellipse">
                <a:avLst/>
              </a:prstGeom>
              <a:solidFill>
                <a:schemeClr val="accent3"/>
              </a:solidFill>
              <a:ln>
                <a:solidFill>
                  <a:schemeClr val="accent3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dirty="0">
                    <a:solidFill>
                      <a:srgbClr val="FFFFFF"/>
                    </a:solidFill>
                    <a:latin typeface="Fira Sans Extra Condensed SemiBold"/>
                    <a:ea typeface="Fira Sans Extra Condensed SemiBold"/>
                    <a:cs typeface="Fira Sans Extra Condensed SemiBold"/>
                    <a:sym typeface="Fira Sans Extra Condensed SemiBold"/>
                  </a:rPr>
                  <a:t>2</a:t>
                </a:r>
                <a:endParaRPr sz="1800" dirty="0">
                  <a:solidFill>
                    <a:srgbClr val="FFFFFF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endParaRPr>
              </a:p>
            </p:txBody>
          </p:sp>
        </p:grpSp>
        <p:cxnSp>
          <p:nvCxnSpPr>
            <p:cNvPr id="1451" name="Google Shape;1451;p35"/>
            <p:cNvCxnSpPr>
              <a:stCxn id="1435" idx="4"/>
              <a:endCxn id="1452" idx="0"/>
            </p:cNvCxnSpPr>
            <p:nvPr/>
          </p:nvCxnSpPr>
          <p:spPr>
            <a:xfrm>
              <a:off x="4572000" y="2920046"/>
              <a:ext cx="0" cy="1854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454" name="Google Shape;1454;p35"/>
          <p:cNvGrpSpPr/>
          <p:nvPr/>
        </p:nvGrpSpPr>
        <p:grpSpPr>
          <a:xfrm>
            <a:off x="457176" y="2648001"/>
            <a:ext cx="3713246" cy="1765640"/>
            <a:chOff x="457187" y="2864805"/>
            <a:chExt cx="3659563" cy="1079183"/>
          </a:xfrm>
        </p:grpSpPr>
        <p:grpSp>
          <p:nvGrpSpPr>
            <p:cNvPr id="1455" name="Google Shape;1455;p35"/>
            <p:cNvGrpSpPr/>
            <p:nvPr/>
          </p:nvGrpSpPr>
          <p:grpSpPr>
            <a:xfrm>
              <a:off x="457187" y="2864805"/>
              <a:ext cx="3659563" cy="1079183"/>
              <a:chOff x="457187" y="2864805"/>
              <a:chExt cx="3659563" cy="1079183"/>
            </a:xfrm>
          </p:grpSpPr>
          <p:sp>
            <p:nvSpPr>
              <p:cNvPr id="1456" name="Google Shape;1456;p35"/>
              <p:cNvSpPr/>
              <p:nvPr/>
            </p:nvSpPr>
            <p:spPr>
              <a:xfrm rot="10800000">
                <a:off x="489107" y="2879611"/>
                <a:ext cx="3589996" cy="1029008"/>
              </a:xfrm>
              <a:custGeom>
                <a:avLst/>
                <a:gdLst/>
                <a:ahLst/>
                <a:cxnLst/>
                <a:rect l="l" t="t" r="r" b="b"/>
                <a:pathLst>
                  <a:path w="126071" h="36136" extrusionOk="0">
                    <a:moveTo>
                      <a:pt x="5128" y="1"/>
                    </a:moveTo>
                    <a:cubicBezTo>
                      <a:pt x="2284" y="1"/>
                      <a:pt x="1" y="2284"/>
                      <a:pt x="1" y="5129"/>
                    </a:cubicBezTo>
                    <a:lnTo>
                      <a:pt x="1" y="31007"/>
                    </a:lnTo>
                    <a:cubicBezTo>
                      <a:pt x="1" y="33852"/>
                      <a:pt x="2284" y="36135"/>
                      <a:pt x="5128" y="36135"/>
                    </a:cubicBezTo>
                    <a:lnTo>
                      <a:pt x="120983" y="36135"/>
                    </a:lnTo>
                    <a:cubicBezTo>
                      <a:pt x="123787" y="36135"/>
                      <a:pt x="126070" y="33852"/>
                      <a:pt x="126070" y="31007"/>
                    </a:cubicBezTo>
                    <a:lnTo>
                      <a:pt x="126070" y="5129"/>
                    </a:lnTo>
                    <a:cubicBezTo>
                      <a:pt x="126070" y="2284"/>
                      <a:pt x="123787" y="1"/>
                      <a:pt x="12098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7" name="Google Shape;1457;p35"/>
              <p:cNvSpPr/>
              <p:nvPr/>
            </p:nvSpPr>
            <p:spPr>
              <a:xfrm rot="10800000">
                <a:off x="457187" y="2864805"/>
                <a:ext cx="3653868" cy="1079183"/>
              </a:xfrm>
              <a:custGeom>
                <a:avLst/>
                <a:gdLst/>
                <a:ahLst/>
                <a:cxnLst/>
                <a:rect l="l" t="t" r="r" b="b"/>
                <a:pathLst>
                  <a:path w="128314" h="37898" extrusionOk="0">
                    <a:moveTo>
                      <a:pt x="5930" y="1"/>
                    </a:moveTo>
                    <a:cubicBezTo>
                      <a:pt x="2645" y="41"/>
                      <a:pt x="1" y="2685"/>
                      <a:pt x="41" y="5930"/>
                    </a:cubicBezTo>
                    <a:lnTo>
                      <a:pt x="41" y="13742"/>
                    </a:lnTo>
                    <a:cubicBezTo>
                      <a:pt x="15" y="13926"/>
                      <a:pt x="162" y="14041"/>
                      <a:pt x="323" y="14041"/>
                    </a:cubicBezTo>
                    <a:cubicBezTo>
                      <a:pt x="406" y="14041"/>
                      <a:pt x="493" y="14010"/>
                      <a:pt x="562" y="13942"/>
                    </a:cubicBezTo>
                    <a:lnTo>
                      <a:pt x="1203" y="13221"/>
                    </a:lnTo>
                    <a:cubicBezTo>
                      <a:pt x="1723" y="12620"/>
                      <a:pt x="2044" y="11819"/>
                      <a:pt x="2044" y="10977"/>
                    </a:cubicBezTo>
                    <a:lnTo>
                      <a:pt x="2044" y="6250"/>
                    </a:lnTo>
                    <a:cubicBezTo>
                      <a:pt x="2044" y="3927"/>
                      <a:pt x="3927" y="2004"/>
                      <a:pt x="6250" y="2004"/>
                    </a:cubicBezTo>
                    <a:lnTo>
                      <a:pt x="122105" y="2004"/>
                    </a:lnTo>
                    <a:cubicBezTo>
                      <a:pt x="124428" y="2004"/>
                      <a:pt x="126311" y="3927"/>
                      <a:pt x="126311" y="6250"/>
                    </a:cubicBezTo>
                    <a:lnTo>
                      <a:pt x="126311" y="31689"/>
                    </a:lnTo>
                    <a:cubicBezTo>
                      <a:pt x="126311" y="34012"/>
                      <a:pt x="124428" y="35895"/>
                      <a:pt x="122065" y="35895"/>
                    </a:cubicBezTo>
                    <a:lnTo>
                      <a:pt x="6250" y="35895"/>
                    </a:lnTo>
                    <a:cubicBezTo>
                      <a:pt x="3927" y="35895"/>
                      <a:pt x="2004" y="34012"/>
                      <a:pt x="2044" y="31689"/>
                    </a:cubicBezTo>
                    <a:lnTo>
                      <a:pt x="2044" y="26921"/>
                    </a:lnTo>
                    <a:cubicBezTo>
                      <a:pt x="2044" y="26080"/>
                      <a:pt x="1723" y="25279"/>
                      <a:pt x="1163" y="24678"/>
                    </a:cubicBezTo>
                    <a:lnTo>
                      <a:pt x="522" y="23957"/>
                    </a:lnTo>
                    <a:cubicBezTo>
                      <a:pt x="453" y="23875"/>
                      <a:pt x="371" y="23840"/>
                      <a:pt x="293" y="23840"/>
                    </a:cubicBezTo>
                    <a:cubicBezTo>
                      <a:pt x="140" y="23840"/>
                      <a:pt x="1" y="23972"/>
                      <a:pt x="1" y="24157"/>
                    </a:cubicBezTo>
                    <a:lnTo>
                      <a:pt x="1" y="31969"/>
                    </a:lnTo>
                    <a:cubicBezTo>
                      <a:pt x="1" y="35254"/>
                      <a:pt x="2645" y="37898"/>
                      <a:pt x="5930" y="37898"/>
                    </a:cubicBezTo>
                    <a:lnTo>
                      <a:pt x="122385" y="37898"/>
                    </a:lnTo>
                    <a:cubicBezTo>
                      <a:pt x="125670" y="37898"/>
                      <a:pt x="128314" y="35254"/>
                      <a:pt x="128314" y="31969"/>
                    </a:cubicBezTo>
                    <a:lnTo>
                      <a:pt x="128314" y="5930"/>
                    </a:lnTo>
                    <a:cubicBezTo>
                      <a:pt x="128314" y="2645"/>
                      <a:pt x="125670" y="1"/>
                      <a:pt x="12242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8" name="Google Shape;1458;p35"/>
              <p:cNvSpPr/>
              <p:nvPr/>
            </p:nvSpPr>
            <p:spPr>
              <a:xfrm rot="10800000">
                <a:off x="553009" y="2960623"/>
                <a:ext cx="3563742" cy="886372"/>
              </a:xfrm>
              <a:custGeom>
                <a:avLst/>
                <a:gdLst/>
                <a:ahLst/>
                <a:cxnLst/>
                <a:rect l="l" t="t" r="r" b="b"/>
                <a:pathLst>
                  <a:path w="125149" h="31127" extrusionOk="0">
                    <a:moveTo>
                      <a:pt x="91378" y="240"/>
                    </a:moveTo>
                    <a:cubicBezTo>
                      <a:pt x="93021" y="240"/>
                      <a:pt x="94583" y="881"/>
                      <a:pt x="95745" y="2003"/>
                    </a:cubicBezTo>
                    <a:lnTo>
                      <a:pt x="97948" y="4246"/>
                    </a:lnTo>
                    <a:cubicBezTo>
                      <a:pt x="99070" y="5368"/>
                      <a:pt x="100592" y="5969"/>
                      <a:pt x="102154" y="5969"/>
                    </a:cubicBezTo>
                    <a:lnTo>
                      <a:pt x="121904" y="5969"/>
                    </a:lnTo>
                    <a:cubicBezTo>
                      <a:pt x="123546" y="5969"/>
                      <a:pt x="124909" y="7331"/>
                      <a:pt x="124909" y="8974"/>
                    </a:cubicBezTo>
                    <a:lnTo>
                      <a:pt x="124868" y="25518"/>
                    </a:lnTo>
                    <a:lnTo>
                      <a:pt x="124868" y="25599"/>
                    </a:lnTo>
                    <a:lnTo>
                      <a:pt x="124868" y="28242"/>
                    </a:lnTo>
                    <a:cubicBezTo>
                      <a:pt x="124868" y="28603"/>
                      <a:pt x="124828" y="28923"/>
                      <a:pt x="124668" y="29244"/>
                    </a:cubicBezTo>
                    <a:cubicBezTo>
                      <a:pt x="124628" y="29404"/>
                      <a:pt x="124508" y="29564"/>
                      <a:pt x="124428" y="29685"/>
                    </a:cubicBezTo>
                    <a:cubicBezTo>
                      <a:pt x="124388" y="29765"/>
                      <a:pt x="124348" y="29845"/>
                      <a:pt x="124308" y="29885"/>
                    </a:cubicBezTo>
                    <a:lnTo>
                      <a:pt x="124187" y="30005"/>
                    </a:lnTo>
                    <a:lnTo>
                      <a:pt x="124107" y="30085"/>
                    </a:lnTo>
                    <a:cubicBezTo>
                      <a:pt x="123627" y="30566"/>
                      <a:pt x="122986" y="30846"/>
                      <a:pt x="122305" y="30846"/>
                    </a:cubicBezTo>
                    <a:lnTo>
                      <a:pt x="6410" y="30846"/>
                    </a:lnTo>
                    <a:cubicBezTo>
                      <a:pt x="5729" y="30846"/>
                      <a:pt x="5088" y="30566"/>
                      <a:pt x="4607" y="30085"/>
                    </a:cubicBezTo>
                    <a:cubicBezTo>
                      <a:pt x="4487" y="29965"/>
                      <a:pt x="4367" y="29845"/>
                      <a:pt x="4287" y="29685"/>
                    </a:cubicBezTo>
                    <a:cubicBezTo>
                      <a:pt x="3967" y="29284"/>
                      <a:pt x="3846" y="28763"/>
                      <a:pt x="3846" y="28242"/>
                    </a:cubicBezTo>
                    <a:lnTo>
                      <a:pt x="3846" y="25879"/>
                    </a:lnTo>
                    <a:cubicBezTo>
                      <a:pt x="3846" y="24076"/>
                      <a:pt x="5288" y="22634"/>
                      <a:pt x="7091" y="22634"/>
                    </a:cubicBezTo>
                    <a:lnTo>
                      <a:pt x="7892" y="22634"/>
                    </a:lnTo>
                    <a:cubicBezTo>
                      <a:pt x="8093" y="22634"/>
                      <a:pt x="8253" y="22634"/>
                      <a:pt x="8453" y="22594"/>
                    </a:cubicBezTo>
                    <a:cubicBezTo>
                      <a:pt x="8573" y="22594"/>
                      <a:pt x="8654" y="22554"/>
                      <a:pt x="8774" y="22554"/>
                    </a:cubicBezTo>
                    <a:cubicBezTo>
                      <a:pt x="8854" y="22554"/>
                      <a:pt x="9014" y="22514"/>
                      <a:pt x="9174" y="22514"/>
                    </a:cubicBezTo>
                    <a:lnTo>
                      <a:pt x="9495" y="22394"/>
                    </a:lnTo>
                    <a:lnTo>
                      <a:pt x="9855" y="22314"/>
                    </a:lnTo>
                    <a:cubicBezTo>
                      <a:pt x="9976" y="22274"/>
                      <a:pt x="10056" y="22233"/>
                      <a:pt x="10176" y="22193"/>
                    </a:cubicBezTo>
                    <a:cubicBezTo>
                      <a:pt x="10296" y="22153"/>
                      <a:pt x="10416" y="22113"/>
                      <a:pt x="10536" y="22073"/>
                    </a:cubicBezTo>
                    <a:cubicBezTo>
                      <a:pt x="10617" y="22033"/>
                      <a:pt x="10697" y="21993"/>
                      <a:pt x="10817" y="21913"/>
                    </a:cubicBezTo>
                    <a:cubicBezTo>
                      <a:pt x="10937" y="21873"/>
                      <a:pt x="11057" y="21833"/>
                      <a:pt x="11137" y="21753"/>
                    </a:cubicBezTo>
                    <a:cubicBezTo>
                      <a:pt x="11257" y="21713"/>
                      <a:pt x="11338" y="21673"/>
                      <a:pt x="11418" y="21592"/>
                    </a:cubicBezTo>
                    <a:cubicBezTo>
                      <a:pt x="11538" y="21512"/>
                      <a:pt x="11618" y="21472"/>
                      <a:pt x="11738" y="21392"/>
                    </a:cubicBezTo>
                    <a:cubicBezTo>
                      <a:pt x="11858" y="21352"/>
                      <a:pt x="11898" y="21272"/>
                      <a:pt x="11979" y="21192"/>
                    </a:cubicBezTo>
                    <a:cubicBezTo>
                      <a:pt x="12099" y="21112"/>
                      <a:pt x="12179" y="21072"/>
                      <a:pt x="12299" y="20952"/>
                    </a:cubicBezTo>
                    <a:cubicBezTo>
                      <a:pt x="12379" y="20911"/>
                      <a:pt x="12419" y="20831"/>
                      <a:pt x="12539" y="20751"/>
                    </a:cubicBezTo>
                    <a:cubicBezTo>
                      <a:pt x="12620" y="20671"/>
                      <a:pt x="12700" y="20591"/>
                      <a:pt x="12780" y="20511"/>
                    </a:cubicBezTo>
                    <a:cubicBezTo>
                      <a:pt x="12860" y="20431"/>
                      <a:pt x="12940" y="20351"/>
                      <a:pt x="13020" y="20230"/>
                    </a:cubicBezTo>
                    <a:cubicBezTo>
                      <a:pt x="13100" y="20150"/>
                      <a:pt x="13180" y="20070"/>
                      <a:pt x="13260" y="19990"/>
                    </a:cubicBezTo>
                    <a:lnTo>
                      <a:pt x="13421" y="19710"/>
                    </a:lnTo>
                    <a:cubicBezTo>
                      <a:pt x="13501" y="19630"/>
                      <a:pt x="13581" y="19549"/>
                      <a:pt x="13661" y="19429"/>
                    </a:cubicBezTo>
                    <a:cubicBezTo>
                      <a:pt x="13701" y="19349"/>
                      <a:pt x="13781" y="19269"/>
                      <a:pt x="13821" y="19149"/>
                    </a:cubicBezTo>
                    <a:cubicBezTo>
                      <a:pt x="13861" y="19029"/>
                      <a:pt x="13942" y="18949"/>
                      <a:pt x="13982" y="18828"/>
                    </a:cubicBezTo>
                    <a:cubicBezTo>
                      <a:pt x="14062" y="18748"/>
                      <a:pt x="14102" y="18628"/>
                      <a:pt x="14142" y="18508"/>
                    </a:cubicBezTo>
                    <a:cubicBezTo>
                      <a:pt x="14222" y="18428"/>
                      <a:pt x="14262" y="18308"/>
                      <a:pt x="14302" y="18227"/>
                    </a:cubicBezTo>
                    <a:cubicBezTo>
                      <a:pt x="14342" y="18107"/>
                      <a:pt x="14382" y="17987"/>
                      <a:pt x="14422" y="17867"/>
                    </a:cubicBezTo>
                    <a:cubicBezTo>
                      <a:pt x="14422" y="17787"/>
                      <a:pt x="14502" y="17667"/>
                      <a:pt x="14542" y="17546"/>
                    </a:cubicBezTo>
                    <a:cubicBezTo>
                      <a:pt x="14542" y="17426"/>
                      <a:pt x="14582" y="17306"/>
                      <a:pt x="14623" y="17226"/>
                    </a:cubicBezTo>
                    <a:cubicBezTo>
                      <a:pt x="14623" y="17066"/>
                      <a:pt x="14663" y="16946"/>
                      <a:pt x="14703" y="16825"/>
                    </a:cubicBezTo>
                    <a:cubicBezTo>
                      <a:pt x="14703" y="16745"/>
                      <a:pt x="14703" y="16625"/>
                      <a:pt x="14743" y="16505"/>
                    </a:cubicBezTo>
                    <a:cubicBezTo>
                      <a:pt x="14783" y="16385"/>
                      <a:pt x="14783" y="16224"/>
                      <a:pt x="14783" y="16104"/>
                    </a:cubicBezTo>
                    <a:lnTo>
                      <a:pt x="14783" y="15744"/>
                    </a:lnTo>
                    <a:cubicBezTo>
                      <a:pt x="14783" y="15664"/>
                      <a:pt x="14823" y="15583"/>
                      <a:pt x="14823" y="15543"/>
                    </a:cubicBezTo>
                    <a:lnTo>
                      <a:pt x="14823" y="15383"/>
                    </a:lnTo>
                    <a:cubicBezTo>
                      <a:pt x="14783" y="15303"/>
                      <a:pt x="14783" y="15263"/>
                      <a:pt x="14823" y="15183"/>
                    </a:cubicBezTo>
                    <a:cubicBezTo>
                      <a:pt x="14783" y="15103"/>
                      <a:pt x="14783" y="15063"/>
                      <a:pt x="14823" y="14983"/>
                    </a:cubicBezTo>
                    <a:cubicBezTo>
                      <a:pt x="14823" y="14862"/>
                      <a:pt x="14783" y="14742"/>
                      <a:pt x="14783" y="14662"/>
                    </a:cubicBezTo>
                    <a:cubicBezTo>
                      <a:pt x="14783" y="14542"/>
                      <a:pt x="14743" y="14422"/>
                      <a:pt x="14703" y="14302"/>
                    </a:cubicBezTo>
                    <a:cubicBezTo>
                      <a:pt x="14703" y="14181"/>
                      <a:pt x="14663" y="14021"/>
                      <a:pt x="14623" y="13901"/>
                    </a:cubicBezTo>
                    <a:cubicBezTo>
                      <a:pt x="14623" y="13821"/>
                      <a:pt x="14623" y="13781"/>
                      <a:pt x="14582" y="13701"/>
                    </a:cubicBezTo>
                    <a:cubicBezTo>
                      <a:pt x="13741" y="10616"/>
                      <a:pt x="10937" y="8453"/>
                      <a:pt x="7732" y="8453"/>
                    </a:cubicBezTo>
                    <a:lnTo>
                      <a:pt x="7091" y="8453"/>
                    </a:lnTo>
                    <a:cubicBezTo>
                      <a:pt x="5288" y="8453"/>
                      <a:pt x="3846" y="7011"/>
                      <a:pt x="3846" y="5208"/>
                    </a:cubicBezTo>
                    <a:lnTo>
                      <a:pt x="3846" y="2804"/>
                    </a:lnTo>
                    <a:cubicBezTo>
                      <a:pt x="3846" y="1402"/>
                      <a:pt x="5008" y="240"/>
                      <a:pt x="6410" y="240"/>
                    </a:cubicBezTo>
                    <a:close/>
                    <a:moveTo>
                      <a:pt x="6410" y="0"/>
                    </a:moveTo>
                    <a:cubicBezTo>
                      <a:pt x="5649" y="0"/>
                      <a:pt x="4928" y="321"/>
                      <a:pt x="4407" y="881"/>
                    </a:cubicBezTo>
                    <a:cubicBezTo>
                      <a:pt x="4087" y="1202"/>
                      <a:pt x="3846" y="1562"/>
                      <a:pt x="3686" y="2003"/>
                    </a:cubicBezTo>
                    <a:cubicBezTo>
                      <a:pt x="3686" y="2083"/>
                      <a:pt x="3686" y="2123"/>
                      <a:pt x="3646" y="2243"/>
                    </a:cubicBezTo>
                    <a:cubicBezTo>
                      <a:pt x="3606" y="2444"/>
                      <a:pt x="3566" y="2644"/>
                      <a:pt x="3566" y="2844"/>
                    </a:cubicBezTo>
                    <a:lnTo>
                      <a:pt x="3566" y="8293"/>
                    </a:lnTo>
                    <a:cubicBezTo>
                      <a:pt x="3566" y="9174"/>
                      <a:pt x="3245" y="10055"/>
                      <a:pt x="2604" y="10696"/>
                    </a:cubicBezTo>
                    <a:cubicBezTo>
                      <a:pt x="1" y="13420"/>
                      <a:pt x="1" y="17707"/>
                      <a:pt x="2604" y="20431"/>
                    </a:cubicBezTo>
                    <a:cubicBezTo>
                      <a:pt x="3205" y="21072"/>
                      <a:pt x="3566" y="21913"/>
                      <a:pt x="3566" y="22834"/>
                    </a:cubicBezTo>
                    <a:lnTo>
                      <a:pt x="3566" y="28283"/>
                    </a:lnTo>
                    <a:cubicBezTo>
                      <a:pt x="3566" y="28723"/>
                      <a:pt x="3686" y="29204"/>
                      <a:pt x="3926" y="29605"/>
                    </a:cubicBezTo>
                    <a:cubicBezTo>
                      <a:pt x="4047" y="29845"/>
                      <a:pt x="4247" y="30085"/>
                      <a:pt x="4407" y="30286"/>
                    </a:cubicBezTo>
                    <a:cubicBezTo>
                      <a:pt x="4928" y="30806"/>
                      <a:pt x="5689" y="31127"/>
                      <a:pt x="6410" y="31127"/>
                    </a:cubicBezTo>
                    <a:lnTo>
                      <a:pt x="122305" y="31127"/>
                    </a:lnTo>
                    <a:cubicBezTo>
                      <a:pt x="123026" y="31127"/>
                      <a:pt x="123747" y="30806"/>
                      <a:pt x="124308" y="30286"/>
                    </a:cubicBezTo>
                    <a:lnTo>
                      <a:pt x="124468" y="30085"/>
                    </a:lnTo>
                    <a:cubicBezTo>
                      <a:pt x="124548" y="30005"/>
                      <a:pt x="124588" y="29925"/>
                      <a:pt x="124628" y="29845"/>
                    </a:cubicBezTo>
                    <a:cubicBezTo>
                      <a:pt x="124748" y="29685"/>
                      <a:pt x="124828" y="29524"/>
                      <a:pt x="124909" y="29364"/>
                    </a:cubicBezTo>
                    <a:cubicBezTo>
                      <a:pt x="125069" y="29004"/>
                      <a:pt x="125149" y="28643"/>
                      <a:pt x="125149" y="28242"/>
                    </a:cubicBezTo>
                    <a:lnTo>
                      <a:pt x="125149" y="2804"/>
                    </a:lnTo>
                    <a:cubicBezTo>
                      <a:pt x="125149" y="2604"/>
                      <a:pt x="125109" y="2404"/>
                      <a:pt x="125069" y="2243"/>
                    </a:cubicBezTo>
                    <a:cubicBezTo>
                      <a:pt x="125069" y="2123"/>
                      <a:pt x="125029" y="2083"/>
                      <a:pt x="124989" y="2003"/>
                    </a:cubicBezTo>
                    <a:cubicBezTo>
                      <a:pt x="124989" y="1923"/>
                      <a:pt x="124949" y="1843"/>
                      <a:pt x="124909" y="1803"/>
                    </a:cubicBezTo>
                    <a:cubicBezTo>
                      <a:pt x="124909" y="1763"/>
                      <a:pt x="124868" y="1723"/>
                      <a:pt x="124868" y="1683"/>
                    </a:cubicBezTo>
                    <a:cubicBezTo>
                      <a:pt x="124828" y="1602"/>
                      <a:pt x="124788" y="1522"/>
                      <a:pt x="124748" y="1442"/>
                    </a:cubicBezTo>
                    <a:cubicBezTo>
                      <a:pt x="124708" y="1402"/>
                      <a:pt x="124668" y="1322"/>
                      <a:pt x="124628" y="1242"/>
                    </a:cubicBezTo>
                    <a:cubicBezTo>
                      <a:pt x="124588" y="1242"/>
                      <a:pt x="124588" y="1162"/>
                      <a:pt x="124548" y="1122"/>
                    </a:cubicBezTo>
                    <a:lnTo>
                      <a:pt x="124508" y="1082"/>
                    </a:lnTo>
                    <a:cubicBezTo>
                      <a:pt x="124388" y="921"/>
                      <a:pt x="124227" y="761"/>
                      <a:pt x="124067" y="641"/>
                    </a:cubicBezTo>
                    <a:cubicBezTo>
                      <a:pt x="124027" y="641"/>
                      <a:pt x="124027" y="601"/>
                      <a:pt x="123987" y="561"/>
                    </a:cubicBezTo>
                    <a:cubicBezTo>
                      <a:pt x="123947" y="561"/>
                      <a:pt x="123907" y="521"/>
                      <a:pt x="123867" y="521"/>
                    </a:cubicBezTo>
                    <a:cubicBezTo>
                      <a:pt x="123827" y="481"/>
                      <a:pt x="123747" y="441"/>
                      <a:pt x="123707" y="401"/>
                    </a:cubicBezTo>
                    <a:cubicBezTo>
                      <a:pt x="123667" y="361"/>
                      <a:pt x="123627" y="361"/>
                      <a:pt x="123546" y="321"/>
                    </a:cubicBezTo>
                    <a:cubicBezTo>
                      <a:pt x="123426" y="240"/>
                      <a:pt x="123306" y="200"/>
                      <a:pt x="123186" y="160"/>
                    </a:cubicBezTo>
                    <a:cubicBezTo>
                      <a:pt x="122905" y="40"/>
                      <a:pt x="122585" y="0"/>
                      <a:pt x="12226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9" name="Google Shape;1459;p35"/>
              <p:cNvSpPr/>
              <p:nvPr/>
            </p:nvSpPr>
            <p:spPr>
              <a:xfrm rot="10800000">
                <a:off x="3731166" y="3238948"/>
                <a:ext cx="330823" cy="329712"/>
              </a:xfrm>
              <a:custGeom>
                <a:avLst/>
                <a:gdLst/>
                <a:ahLst/>
                <a:cxnLst/>
                <a:rect l="l" t="t" r="r" b="b"/>
                <a:pathLst>
                  <a:path w="11618" h="11579" extrusionOk="0">
                    <a:moveTo>
                      <a:pt x="5809" y="1"/>
                    </a:moveTo>
                    <a:cubicBezTo>
                      <a:pt x="2604" y="1"/>
                      <a:pt x="0" y="2565"/>
                      <a:pt x="0" y="5769"/>
                    </a:cubicBezTo>
                    <a:cubicBezTo>
                      <a:pt x="0" y="8974"/>
                      <a:pt x="2604" y="11578"/>
                      <a:pt x="5809" y="11578"/>
                    </a:cubicBezTo>
                    <a:cubicBezTo>
                      <a:pt x="9014" y="11578"/>
                      <a:pt x="11618" y="8974"/>
                      <a:pt x="11618" y="5769"/>
                    </a:cubicBezTo>
                    <a:cubicBezTo>
                      <a:pt x="11618" y="2565"/>
                      <a:pt x="9014" y="1"/>
                      <a:pt x="580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460" name="Google Shape;1460;p35"/>
            <p:cNvSpPr txBox="1"/>
            <p:nvPr/>
          </p:nvSpPr>
          <p:spPr>
            <a:xfrm>
              <a:off x="1335986" y="2960624"/>
              <a:ext cx="2360131" cy="90117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/>
              <a:r>
                <a:rPr lang="en" dirty="0">
                  <a:solidFill>
                    <a:schemeClr val="accent3"/>
                  </a:solidFill>
                  <a:latin typeface="Roboto"/>
                  <a:ea typeface="Roboto"/>
                  <a:cs typeface="Roboto"/>
                  <a:sym typeface="Roboto"/>
                </a:rPr>
                <a:t>WHAT IS MEASURED</a:t>
              </a:r>
            </a:p>
            <a:p>
              <a:pPr marL="171450" lvl="0" indent="-171450">
                <a:buClr>
                  <a:schemeClr val="accent3"/>
                </a:buClr>
                <a:buFont typeface="Arial" panose="020B0604020202020204" pitchFamily="34" charset="0"/>
                <a:buChar char="•"/>
              </a:pPr>
              <a:r>
                <a:rPr lang="en" sz="1100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Units sold (in millions) – not revenue</a:t>
              </a:r>
            </a:p>
            <a:p>
              <a:pPr marL="171450" lvl="0" indent="-171450">
                <a:buClr>
                  <a:schemeClr val="accent3"/>
                </a:buClr>
                <a:buFont typeface="Arial" panose="020B0604020202020204" pitchFamily="34" charset="0"/>
                <a:buChar char="•"/>
              </a:pPr>
              <a:r>
                <a:rPr lang="en" sz="1100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Regional breakdown: NA, EU, Japan, Other</a:t>
              </a:r>
            </a:p>
            <a:p>
              <a:pPr marL="171450" lvl="0" indent="-171450">
                <a:buClr>
                  <a:schemeClr val="accent3"/>
                </a:buClr>
                <a:buFont typeface="Arial" panose="020B0604020202020204" pitchFamily="34" charset="0"/>
                <a:buChar char="•"/>
              </a:pPr>
              <a:r>
                <a:rPr lang="en" sz="1100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Game metadata: Genre, Platform, Publisher</a:t>
              </a:r>
            </a:p>
            <a:p>
              <a:pPr marL="171450" lvl="0" indent="-171450">
                <a:buClr>
                  <a:schemeClr val="accent3"/>
                </a:buClr>
                <a:buFont typeface="Arial" panose="020B0604020202020204" pitchFamily="34" charset="0"/>
                <a:buChar char="•"/>
              </a:pPr>
              <a:r>
                <a:rPr lang="en" sz="1100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Release year: 1980-2016</a:t>
              </a:r>
              <a:endParaRPr lang="en" sz="12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461" name="Google Shape;1461;p35"/>
            <p:cNvGrpSpPr/>
            <p:nvPr/>
          </p:nvGrpSpPr>
          <p:grpSpPr>
            <a:xfrm>
              <a:off x="786683" y="3140242"/>
              <a:ext cx="430640" cy="423470"/>
              <a:chOff x="860940" y="2746477"/>
              <a:chExt cx="371883" cy="365691"/>
            </a:xfrm>
          </p:grpSpPr>
          <p:sp>
            <p:nvSpPr>
              <p:cNvPr id="1462" name="Google Shape;1462;p35"/>
              <p:cNvSpPr/>
              <p:nvPr/>
            </p:nvSpPr>
            <p:spPr>
              <a:xfrm>
                <a:off x="908191" y="3026302"/>
                <a:ext cx="30294" cy="28961"/>
              </a:xfrm>
              <a:custGeom>
                <a:avLst/>
                <a:gdLst/>
                <a:ahLst/>
                <a:cxnLst/>
                <a:rect l="l" t="t" r="r" b="b"/>
                <a:pathLst>
                  <a:path w="954" h="912" extrusionOk="0">
                    <a:moveTo>
                      <a:pt x="763" y="1"/>
                    </a:moveTo>
                    <a:cubicBezTo>
                      <a:pt x="718" y="1"/>
                      <a:pt x="674" y="16"/>
                      <a:pt x="644" y="45"/>
                    </a:cubicBezTo>
                    <a:lnTo>
                      <a:pt x="60" y="629"/>
                    </a:lnTo>
                    <a:cubicBezTo>
                      <a:pt x="1" y="688"/>
                      <a:pt x="1" y="807"/>
                      <a:pt x="60" y="867"/>
                    </a:cubicBezTo>
                    <a:cubicBezTo>
                      <a:pt x="90" y="897"/>
                      <a:pt x="135" y="911"/>
                      <a:pt x="179" y="911"/>
                    </a:cubicBezTo>
                    <a:cubicBezTo>
                      <a:pt x="224" y="911"/>
                      <a:pt x="269" y="897"/>
                      <a:pt x="299" y="867"/>
                    </a:cubicBezTo>
                    <a:lnTo>
                      <a:pt x="882" y="283"/>
                    </a:lnTo>
                    <a:cubicBezTo>
                      <a:pt x="953" y="224"/>
                      <a:pt x="953" y="105"/>
                      <a:pt x="882" y="45"/>
                    </a:cubicBezTo>
                    <a:cubicBezTo>
                      <a:pt x="852" y="16"/>
                      <a:pt x="807" y="1"/>
                      <a:pt x="76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Google Shape;1463;p35"/>
              <p:cNvSpPr/>
              <p:nvPr/>
            </p:nvSpPr>
            <p:spPr>
              <a:xfrm>
                <a:off x="943757" y="3061836"/>
                <a:ext cx="30263" cy="28961"/>
              </a:xfrm>
              <a:custGeom>
                <a:avLst/>
                <a:gdLst/>
                <a:ahLst/>
                <a:cxnLst/>
                <a:rect l="l" t="t" r="r" b="b"/>
                <a:pathLst>
                  <a:path w="953" h="912" extrusionOk="0">
                    <a:moveTo>
                      <a:pt x="762" y="1"/>
                    </a:moveTo>
                    <a:cubicBezTo>
                      <a:pt x="717" y="1"/>
                      <a:pt x="673" y="16"/>
                      <a:pt x="643" y="46"/>
                    </a:cubicBezTo>
                    <a:lnTo>
                      <a:pt x="60" y="629"/>
                    </a:lnTo>
                    <a:cubicBezTo>
                      <a:pt x="0" y="688"/>
                      <a:pt x="0" y="807"/>
                      <a:pt x="60" y="867"/>
                    </a:cubicBezTo>
                    <a:cubicBezTo>
                      <a:pt x="89" y="897"/>
                      <a:pt x="134" y="912"/>
                      <a:pt x="179" y="912"/>
                    </a:cubicBezTo>
                    <a:cubicBezTo>
                      <a:pt x="223" y="912"/>
                      <a:pt x="268" y="897"/>
                      <a:pt x="298" y="867"/>
                    </a:cubicBezTo>
                    <a:lnTo>
                      <a:pt x="881" y="284"/>
                    </a:lnTo>
                    <a:cubicBezTo>
                      <a:pt x="953" y="224"/>
                      <a:pt x="953" y="105"/>
                      <a:pt x="881" y="46"/>
                    </a:cubicBezTo>
                    <a:cubicBezTo>
                      <a:pt x="851" y="16"/>
                      <a:pt x="807" y="1"/>
                      <a:pt x="7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4" name="Google Shape;1464;p35"/>
              <p:cNvSpPr/>
              <p:nvPr/>
            </p:nvSpPr>
            <p:spPr>
              <a:xfrm>
                <a:off x="926355" y="3044085"/>
                <a:ext cx="29881" cy="28579"/>
              </a:xfrm>
              <a:custGeom>
                <a:avLst/>
                <a:gdLst/>
                <a:ahLst/>
                <a:cxnLst/>
                <a:rect l="l" t="t" r="r" b="b"/>
                <a:pathLst>
                  <a:path w="941" h="900" extrusionOk="0">
                    <a:moveTo>
                      <a:pt x="762" y="0"/>
                    </a:moveTo>
                    <a:cubicBezTo>
                      <a:pt x="718" y="0"/>
                      <a:pt x="673" y="15"/>
                      <a:pt x="643" y="45"/>
                    </a:cubicBezTo>
                    <a:lnTo>
                      <a:pt x="60" y="616"/>
                    </a:lnTo>
                    <a:cubicBezTo>
                      <a:pt x="0" y="676"/>
                      <a:pt x="0" y="795"/>
                      <a:pt x="60" y="855"/>
                    </a:cubicBezTo>
                    <a:cubicBezTo>
                      <a:pt x="90" y="884"/>
                      <a:pt x="134" y="899"/>
                      <a:pt x="179" y="899"/>
                    </a:cubicBezTo>
                    <a:cubicBezTo>
                      <a:pt x="224" y="899"/>
                      <a:pt x="268" y="884"/>
                      <a:pt x="298" y="855"/>
                    </a:cubicBezTo>
                    <a:lnTo>
                      <a:pt x="881" y="283"/>
                    </a:lnTo>
                    <a:cubicBezTo>
                      <a:pt x="941" y="224"/>
                      <a:pt x="941" y="116"/>
                      <a:pt x="881" y="45"/>
                    </a:cubicBezTo>
                    <a:cubicBezTo>
                      <a:pt x="852" y="15"/>
                      <a:pt x="807" y="0"/>
                      <a:pt x="76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5" name="Google Shape;1465;p35"/>
              <p:cNvSpPr/>
              <p:nvPr/>
            </p:nvSpPr>
            <p:spPr>
              <a:xfrm>
                <a:off x="860940" y="2746477"/>
                <a:ext cx="371883" cy="365691"/>
              </a:xfrm>
              <a:custGeom>
                <a:avLst/>
                <a:gdLst/>
                <a:ahLst/>
                <a:cxnLst/>
                <a:rect l="l" t="t" r="r" b="b"/>
                <a:pathLst>
                  <a:path w="11711" h="11516" extrusionOk="0">
                    <a:moveTo>
                      <a:pt x="11312" y="344"/>
                    </a:moveTo>
                    <a:lnTo>
                      <a:pt x="10835" y="1987"/>
                    </a:lnTo>
                    <a:lnTo>
                      <a:pt x="9680" y="821"/>
                    </a:lnTo>
                    <a:lnTo>
                      <a:pt x="11312" y="344"/>
                    </a:lnTo>
                    <a:close/>
                    <a:moveTo>
                      <a:pt x="4882" y="3821"/>
                    </a:moveTo>
                    <a:lnTo>
                      <a:pt x="2822" y="5881"/>
                    </a:lnTo>
                    <a:lnTo>
                      <a:pt x="477" y="5690"/>
                    </a:lnTo>
                    <a:cubicBezTo>
                      <a:pt x="453" y="5690"/>
                      <a:pt x="429" y="5643"/>
                      <a:pt x="465" y="5631"/>
                    </a:cubicBezTo>
                    <a:cubicBezTo>
                      <a:pt x="1477" y="4619"/>
                      <a:pt x="2822" y="4000"/>
                      <a:pt x="4227" y="3881"/>
                    </a:cubicBezTo>
                    <a:lnTo>
                      <a:pt x="4882" y="3821"/>
                    </a:lnTo>
                    <a:close/>
                    <a:moveTo>
                      <a:pt x="2894" y="6297"/>
                    </a:moveTo>
                    <a:lnTo>
                      <a:pt x="3811" y="7226"/>
                    </a:lnTo>
                    <a:lnTo>
                      <a:pt x="3477" y="7571"/>
                    </a:lnTo>
                    <a:lnTo>
                      <a:pt x="2549" y="6643"/>
                    </a:lnTo>
                    <a:lnTo>
                      <a:pt x="2894" y="6297"/>
                    </a:lnTo>
                    <a:close/>
                    <a:moveTo>
                      <a:pt x="2727" y="7333"/>
                    </a:moveTo>
                    <a:lnTo>
                      <a:pt x="3203" y="7810"/>
                    </a:lnTo>
                    <a:lnTo>
                      <a:pt x="2799" y="8226"/>
                    </a:lnTo>
                    <a:cubicBezTo>
                      <a:pt x="2787" y="8238"/>
                      <a:pt x="2763" y="8262"/>
                      <a:pt x="2739" y="8298"/>
                    </a:cubicBezTo>
                    <a:lnTo>
                      <a:pt x="2310" y="7869"/>
                    </a:lnTo>
                    <a:cubicBezTo>
                      <a:pt x="2287" y="7833"/>
                      <a:pt x="2287" y="7774"/>
                      <a:pt x="2310" y="7750"/>
                    </a:cubicBezTo>
                    <a:lnTo>
                      <a:pt x="2727" y="7333"/>
                    </a:lnTo>
                    <a:close/>
                    <a:moveTo>
                      <a:pt x="9311" y="916"/>
                    </a:moveTo>
                    <a:lnTo>
                      <a:pt x="10740" y="2345"/>
                    </a:lnTo>
                    <a:lnTo>
                      <a:pt x="10299" y="3821"/>
                    </a:lnTo>
                    <a:lnTo>
                      <a:pt x="5597" y="8524"/>
                    </a:lnTo>
                    <a:lnTo>
                      <a:pt x="4680" y="7595"/>
                    </a:lnTo>
                    <a:lnTo>
                      <a:pt x="6823" y="5452"/>
                    </a:lnTo>
                    <a:cubicBezTo>
                      <a:pt x="6966" y="5309"/>
                      <a:pt x="7001" y="5035"/>
                      <a:pt x="6811" y="4833"/>
                    </a:cubicBezTo>
                    <a:cubicBezTo>
                      <a:pt x="6728" y="4750"/>
                      <a:pt x="6617" y="4708"/>
                      <a:pt x="6506" y="4708"/>
                    </a:cubicBezTo>
                    <a:cubicBezTo>
                      <a:pt x="6394" y="4708"/>
                      <a:pt x="6281" y="4750"/>
                      <a:pt x="6192" y="4833"/>
                    </a:cubicBezTo>
                    <a:lnTo>
                      <a:pt x="4049" y="6976"/>
                    </a:lnTo>
                    <a:lnTo>
                      <a:pt x="3132" y="6047"/>
                    </a:lnTo>
                    <a:lnTo>
                      <a:pt x="7835" y="1344"/>
                    </a:lnTo>
                    <a:lnTo>
                      <a:pt x="9311" y="916"/>
                    </a:lnTo>
                    <a:close/>
                    <a:moveTo>
                      <a:pt x="6495" y="5047"/>
                    </a:moveTo>
                    <a:cubicBezTo>
                      <a:pt x="6522" y="5047"/>
                      <a:pt x="6549" y="5059"/>
                      <a:pt x="6573" y="5083"/>
                    </a:cubicBezTo>
                    <a:cubicBezTo>
                      <a:pt x="6609" y="5131"/>
                      <a:pt x="6609" y="5178"/>
                      <a:pt x="6573" y="5226"/>
                    </a:cubicBezTo>
                    <a:lnTo>
                      <a:pt x="4311" y="7488"/>
                    </a:lnTo>
                    <a:lnTo>
                      <a:pt x="3203" y="8595"/>
                    </a:lnTo>
                    <a:cubicBezTo>
                      <a:pt x="3180" y="8619"/>
                      <a:pt x="3153" y="8631"/>
                      <a:pt x="3127" y="8631"/>
                    </a:cubicBezTo>
                    <a:cubicBezTo>
                      <a:pt x="3102" y="8631"/>
                      <a:pt x="3078" y="8619"/>
                      <a:pt x="3060" y="8595"/>
                    </a:cubicBezTo>
                    <a:cubicBezTo>
                      <a:pt x="3013" y="8548"/>
                      <a:pt x="3013" y="8488"/>
                      <a:pt x="3060" y="8441"/>
                    </a:cubicBezTo>
                    <a:lnTo>
                      <a:pt x="6418" y="5083"/>
                    </a:lnTo>
                    <a:cubicBezTo>
                      <a:pt x="6442" y="5059"/>
                      <a:pt x="6469" y="5047"/>
                      <a:pt x="6495" y="5047"/>
                    </a:cubicBezTo>
                    <a:close/>
                    <a:moveTo>
                      <a:pt x="4430" y="7857"/>
                    </a:moveTo>
                    <a:lnTo>
                      <a:pt x="5346" y="8786"/>
                    </a:lnTo>
                    <a:lnTo>
                      <a:pt x="5001" y="9119"/>
                    </a:lnTo>
                    <a:lnTo>
                      <a:pt x="4989" y="9119"/>
                    </a:lnTo>
                    <a:lnTo>
                      <a:pt x="4084" y="8202"/>
                    </a:lnTo>
                    <a:lnTo>
                      <a:pt x="4430" y="7857"/>
                    </a:lnTo>
                    <a:close/>
                    <a:moveTo>
                      <a:pt x="3846" y="8429"/>
                    </a:moveTo>
                    <a:lnTo>
                      <a:pt x="4323" y="8905"/>
                    </a:lnTo>
                    <a:lnTo>
                      <a:pt x="3906" y="9322"/>
                    </a:lnTo>
                    <a:cubicBezTo>
                      <a:pt x="3894" y="9334"/>
                      <a:pt x="3858" y="9357"/>
                      <a:pt x="3846" y="9357"/>
                    </a:cubicBezTo>
                    <a:cubicBezTo>
                      <a:pt x="3834" y="9357"/>
                      <a:pt x="3811" y="9357"/>
                      <a:pt x="3787" y="9322"/>
                    </a:cubicBezTo>
                    <a:lnTo>
                      <a:pt x="3358" y="8905"/>
                    </a:lnTo>
                    <a:cubicBezTo>
                      <a:pt x="3382" y="8893"/>
                      <a:pt x="3394" y="8881"/>
                      <a:pt x="3430" y="8845"/>
                    </a:cubicBezTo>
                    <a:lnTo>
                      <a:pt x="3846" y="8429"/>
                    </a:lnTo>
                    <a:close/>
                    <a:moveTo>
                      <a:pt x="11322" y="1"/>
                    </a:moveTo>
                    <a:cubicBezTo>
                      <a:pt x="11295" y="1"/>
                      <a:pt x="11267" y="4"/>
                      <a:pt x="11240" y="11"/>
                    </a:cubicBezTo>
                    <a:cubicBezTo>
                      <a:pt x="10514" y="213"/>
                      <a:pt x="8394" y="844"/>
                      <a:pt x="7704" y="1035"/>
                    </a:cubicBezTo>
                    <a:cubicBezTo>
                      <a:pt x="7668" y="1047"/>
                      <a:pt x="7656" y="1059"/>
                      <a:pt x="7621" y="1083"/>
                    </a:cubicBezTo>
                    <a:lnTo>
                      <a:pt x="5263" y="3440"/>
                    </a:lnTo>
                    <a:lnTo>
                      <a:pt x="4203" y="3535"/>
                    </a:lnTo>
                    <a:cubicBezTo>
                      <a:pt x="2703" y="3654"/>
                      <a:pt x="1286" y="4321"/>
                      <a:pt x="227" y="5381"/>
                    </a:cubicBezTo>
                    <a:cubicBezTo>
                      <a:pt x="1" y="5595"/>
                      <a:pt x="143" y="5988"/>
                      <a:pt x="465" y="6024"/>
                    </a:cubicBezTo>
                    <a:lnTo>
                      <a:pt x="2525" y="6190"/>
                    </a:lnTo>
                    <a:lnTo>
                      <a:pt x="2310" y="6405"/>
                    </a:lnTo>
                    <a:cubicBezTo>
                      <a:pt x="2179" y="6536"/>
                      <a:pt x="2179" y="6750"/>
                      <a:pt x="2310" y="6881"/>
                    </a:cubicBezTo>
                    <a:lnTo>
                      <a:pt x="2525" y="7083"/>
                    </a:lnTo>
                    <a:lnTo>
                      <a:pt x="2108" y="7500"/>
                    </a:lnTo>
                    <a:cubicBezTo>
                      <a:pt x="1941" y="7667"/>
                      <a:pt x="1941" y="7941"/>
                      <a:pt x="2108" y="8095"/>
                    </a:cubicBezTo>
                    <a:lnTo>
                      <a:pt x="3561" y="9560"/>
                    </a:lnTo>
                    <a:cubicBezTo>
                      <a:pt x="3644" y="9643"/>
                      <a:pt x="3751" y="9685"/>
                      <a:pt x="3858" y="9685"/>
                    </a:cubicBezTo>
                    <a:cubicBezTo>
                      <a:pt x="3965" y="9685"/>
                      <a:pt x="4073" y="9643"/>
                      <a:pt x="4156" y="9560"/>
                    </a:cubicBezTo>
                    <a:lnTo>
                      <a:pt x="4573" y="9143"/>
                    </a:lnTo>
                    <a:lnTo>
                      <a:pt x="4763" y="9334"/>
                    </a:lnTo>
                    <a:cubicBezTo>
                      <a:pt x="4835" y="9399"/>
                      <a:pt x="4924" y="9432"/>
                      <a:pt x="5015" y="9432"/>
                    </a:cubicBezTo>
                    <a:cubicBezTo>
                      <a:pt x="5105" y="9432"/>
                      <a:pt x="5198" y="9399"/>
                      <a:pt x="5275" y="9334"/>
                    </a:cubicBezTo>
                    <a:lnTo>
                      <a:pt x="5477" y="9131"/>
                    </a:lnTo>
                    <a:lnTo>
                      <a:pt x="5656" y="11179"/>
                    </a:lnTo>
                    <a:cubicBezTo>
                      <a:pt x="5680" y="11334"/>
                      <a:pt x="5763" y="11453"/>
                      <a:pt x="5894" y="11500"/>
                    </a:cubicBezTo>
                    <a:cubicBezTo>
                      <a:pt x="5935" y="11511"/>
                      <a:pt x="5975" y="11516"/>
                      <a:pt x="6015" y="11516"/>
                    </a:cubicBezTo>
                    <a:cubicBezTo>
                      <a:pt x="6115" y="11516"/>
                      <a:pt x="6210" y="11482"/>
                      <a:pt x="6287" y="11405"/>
                    </a:cubicBezTo>
                    <a:cubicBezTo>
                      <a:pt x="6942" y="10750"/>
                      <a:pt x="7430" y="9977"/>
                      <a:pt x="7763" y="9119"/>
                    </a:cubicBezTo>
                    <a:cubicBezTo>
                      <a:pt x="7787" y="9024"/>
                      <a:pt x="7740" y="8941"/>
                      <a:pt x="7656" y="8893"/>
                    </a:cubicBezTo>
                    <a:cubicBezTo>
                      <a:pt x="7635" y="8885"/>
                      <a:pt x="7614" y="8881"/>
                      <a:pt x="7594" y="8881"/>
                    </a:cubicBezTo>
                    <a:cubicBezTo>
                      <a:pt x="7525" y="8881"/>
                      <a:pt x="7467" y="8926"/>
                      <a:pt x="7430" y="9000"/>
                    </a:cubicBezTo>
                    <a:cubicBezTo>
                      <a:pt x="7132" y="9810"/>
                      <a:pt x="6656" y="10560"/>
                      <a:pt x="6037" y="11167"/>
                    </a:cubicBezTo>
                    <a:cubicBezTo>
                      <a:pt x="6027" y="11172"/>
                      <a:pt x="6015" y="11175"/>
                      <a:pt x="6005" y="11175"/>
                    </a:cubicBezTo>
                    <a:cubicBezTo>
                      <a:pt x="5990" y="11175"/>
                      <a:pt x="5978" y="11169"/>
                      <a:pt x="5978" y="11155"/>
                    </a:cubicBezTo>
                    <a:lnTo>
                      <a:pt x="5763" y="8822"/>
                    </a:lnTo>
                    <a:lnTo>
                      <a:pt x="7835" y="6750"/>
                    </a:lnTo>
                    <a:lnTo>
                      <a:pt x="7835" y="6750"/>
                    </a:lnTo>
                    <a:cubicBezTo>
                      <a:pt x="7763" y="7583"/>
                      <a:pt x="7740" y="7810"/>
                      <a:pt x="7656" y="8238"/>
                    </a:cubicBezTo>
                    <a:cubicBezTo>
                      <a:pt x="7644" y="8322"/>
                      <a:pt x="7680" y="8417"/>
                      <a:pt x="7787" y="8441"/>
                    </a:cubicBezTo>
                    <a:cubicBezTo>
                      <a:pt x="7803" y="8445"/>
                      <a:pt x="7819" y="8447"/>
                      <a:pt x="7834" y="8447"/>
                    </a:cubicBezTo>
                    <a:cubicBezTo>
                      <a:pt x="7909" y="8447"/>
                      <a:pt x="7972" y="8399"/>
                      <a:pt x="8002" y="8310"/>
                    </a:cubicBezTo>
                    <a:cubicBezTo>
                      <a:pt x="8121" y="7786"/>
                      <a:pt x="8121" y="7548"/>
                      <a:pt x="8216" y="6393"/>
                    </a:cubicBezTo>
                    <a:lnTo>
                      <a:pt x="10585" y="4023"/>
                    </a:lnTo>
                    <a:cubicBezTo>
                      <a:pt x="10597" y="4011"/>
                      <a:pt x="10621" y="3976"/>
                      <a:pt x="10633" y="3952"/>
                    </a:cubicBezTo>
                    <a:lnTo>
                      <a:pt x="11109" y="2345"/>
                    </a:lnTo>
                    <a:lnTo>
                      <a:pt x="11669" y="404"/>
                    </a:lnTo>
                    <a:cubicBezTo>
                      <a:pt x="11711" y="193"/>
                      <a:pt x="11529" y="1"/>
                      <a:pt x="1132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6" name="Google Shape;1466;p35"/>
              <p:cNvSpPr/>
              <p:nvPr/>
            </p:nvSpPr>
            <p:spPr>
              <a:xfrm>
                <a:off x="1070396" y="2832057"/>
                <a:ext cx="90406" cy="69035"/>
              </a:xfrm>
              <a:custGeom>
                <a:avLst/>
                <a:gdLst/>
                <a:ahLst/>
                <a:cxnLst/>
                <a:rect l="l" t="t" r="r" b="b"/>
                <a:pathLst>
                  <a:path w="2847" h="2174" extrusionOk="0">
                    <a:moveTo>
                      <a:pt x="1730" y="0"/>
                    </a:moveTo>
                    <a:cubicBezTo>
                      <a:pt x="1668" y="0"/>
                      <a:pt x="1610" y="44"/>
                      <a:pt x="1584" y="114"/>
                    </a:cubicBezTo>
                    <a:cubicBezTo>
                      <a:pt x="1537" y="197"/>
                      <a:pt x="1584" y="293"/>
                      <a:pt x="1668" y="328"/>
                    </a:cubicBezTo>
                    <a:cubicBezTo>
                      <a:pt x="2179" y="554"/>
                      <a:pt x="2299" y="1221"/>
                      <a:pt x="1906" y="1614"/>
                    </a:cubicBezTo>
                    <a:cubicBezTo>
                      <a:pt x="1751" y="1769"/>
                      <a:pt x="1551" y="1846"/>
                      <a:pt x="1350" y="1846"/>
                    </a:cubicBezTo>
                    <a:cubicBezTo>
                      <a:pt x="1150" y="1846"/>
                      <a:pt x="947" y="1769"/>
                      <a:pt x="786" y="1614"/>
                    </a:cubicBezTo>
                    <a:cubicBezTo>
                      <a:pt x="405" y="1221"/>
                      <a:pt x="525" y="566"/>
                      <a:pt x="1025" y="328"/>
                    </a:cubicBezTo>
                    <a:cubicBezTo>
                      <a:pt x="1120" y="293"/>
                      <a:pt x="1144" y="197"/>
                      <a:pt x="1120" y="114"/>
                    </a:cubicBezTo>
                    <a:cubicBezTo>
                      <a:pt x="1083" y="41"/>
                      <a:pt x="1019" y="10"/>
                      <a:pt x="954" y="10"/>
                    </a:cubicBezTo>
                    <a:cubicBezTo>
                      <a:pt x="934" y="10"/>
                      <a:pt x="913" y="13"/>
                      <a:pt x="894" y="19"/>
                    </a:cubicBezTo>
                    <a:cubicBezTo>
                      <a:pt x="179" y="352"/>
                      <a:pt x="1" y="1281"/>
                      <a:pt x="572" y="1852"/>
                    </a:cubicBezTo>
                    <a:cubicBezTo>
                      <a:pt x="786" y="2078"/>
                      <a:pt x="1072" y="2174"/>
                      <a:pt x="1370" y="2174"/>
                    </a:cubicBezTo>
                    <a:cubicBezTo>
                      <a:pt x="2334" y="2162"/>
                      <a:pt x="2846" y="947"/>
                      <a:pt x="2132" y="245"/>
                    </a:cubicBezTo>
                    <a:cubicBezTo>
                      <a:pt x="2037" y="150"/>
                      <a:pt x="1918" y="66"/>
                      <a:pt x="1798" y="19"/>
                    </a:cubicBezTo>
                    <a:cubicBezTo>
                      <a:pt x="1776" y="6"/>
                      <a:pt x="1753" y="0"/>
                      <a:pt x="173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67" name="Google Shape;1467;p35"/>
          <p:cNvGrpSpPr/>
          <p:nvPr/>
        </p:nvGrpSpPr>
        <p:grpSpPr>
          <a:xfrm>
            <a:off x="4272900" y="3105296"/>
            <a:ext cx="598200" cy="783600"/>
            <a:chOff x="4272900" y="3105296"/>
            <a:chExt cx="598200" cy="783600"/>
          </a:xfrm>
        </p:grpSpPr>
        <p:grpSp>
          <p:nvGrpSpPr>
            <p:cNvPr id="1468" name="Google Shape;1468;p35"/>
            <p:cNvGrpSpPr/>
            <p:nvPr/>
          </p:nvGrpSpPr>
          <p:grpSpPr>
            <a:xfrm>
              <a:off x="4272900" y="3105296"/>
              <a:ext cx="598200" cy="598200"/>
              <a:chOff x="4272900" y="3131850"/>
              <a:chExt cx="598200" cy="598200"/>
            </a:xfrm>
          </p:grpSpPr>
          <p:sp>
            <p:nvSpPr>
              <p:cNvPr id="1452" name="Google Shape;1452;p35"/>
              <p:cNvSpPr/>
              <p:nvPr/>
            </p:nvSpPr>
            <p:spPr>
              <a:xfrm>
                <a:off x="4272900" y="3131850"/>
                <a:ext cx="598200" cy="5982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9" name="Google Shape;1469;p35"/>
              <p:cNvSpPr/>
              <p:nvPr/>
            </p:nvSpPr>
            <p:spPr>
              <a:xfrm>
                <a:off x="4307850" y="3166800"/>
                <a:ext cx="528300" cy="528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dirty="0">
                    <a:solidFill>
                      <a:srgbClr val="FFFFFF"/>
                    </a:solidFill>
                    <a:latin typeface="Fira Sans Extra Condensed SemiBold"/>
                    <a:ea typeface="Fira Sans Extra Condensed SemiBold"/>
                    <a:cs typeface="Fira Sans Extra Condensed SemiBold"/>
                    <a:sym typeface="Fira Sans Extra Condensed SemiBold"/>
                  </a:rPr>
                  <a:t>3</a:t>
                </a:r>
                <a:endParaRPr sz="1800" dirty="0">
                  <a:solidFill>
                    <a:srgbClr val="FFFFFF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endParaRPr>
              </a:p>
            </p:txBody>
          </p:sp>
        </p:grpSp>
        <p:cxnSp>
          <p:nvCxnSpPr>
            <p:cNvPr id="1470" name="Google Shape;1470;p35"/>
            <p:cNvCxnSpPr>
              <a:stCxn id="1452" idx="4"/>
              <a:endCxn id="1401" idx="0"/>
            </p:cNvCxnSpPr>
            <p:nvPr/>
          </p:nvCxnSpPr>
          <p:spPr>
            <a:xfrm>
              <a:off x="4572000" y="3703496"/>
              <a:ext cx="0" cy="185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" name="Google Shape;1229;p33"/>
          <p:cNvSpPr txBox="1">
            <a:spLocks noGrp="1"/>
          </p:cNvSpPr>
          <p:nvPr>
            <p:ph type="title"/>
          </p:nvPr>
        </p:nvSpPr>
        <p:spPr>
          <a:xfrm>
            <a:off x="269928" y="345388"/>
            <a:ext cx="4439265" cy="40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200" dirty="0">
                <a:latin typeface="Oswald" panose="02000503000000000000" pitchFamily="2" charset="0"/>
              </a:rPr>
              <a:t>Regional Sales Overview</a:t>
            </a:r>
            <a:endParaRPr sz="3200" dirty="0">
              <a:latin typeface="Oswald" panose="02000503000000000000" pitchFamily="2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961E093-C68C-FF75-CC2A-F978510DA3ED}"/>
              </a:ext>
            </a:extLst>
          </p:cNvPr>
          <p:cNvGrpSpPr/>
          <p:nvPr/>
        </p:nvGrpSpPr>
        <p:grpSpPr>
          <a:xfrm>
            <a:off x="5104944" y="986772"/>
            <a:ext cx="1543388" cy="2406773"/>
            <a:chOff x="6640974" y="2628596"/>
            <a:chExt cx="1543388" cy="2406773"/>
          </a:xfrm>
        </p:grpSpPr>
        <p:grpSp>
          <p:nvGrpSpPr>
            <p:cNvPr id="1282" name="Google Shape;1282;p33"/>
            <p:cNvGrpSpPr/>
            <p:nvPr/>
          </p:nvGrpSpPr>
          <p:grpSpPr>
            <a:xfrm>
              <a:off x="6640974" y="2628596"/>
              <a:ext cx="1543388" cy="2406773"/>
              <a:chOff x="6101198" y="1297701"/>
              <a:chExt cx="2585934" cy="3428067"/>
            </a:xfrm>
          </p:grpSpPr>
          <p:grpSp>
            <p:nvGrpSpPr>
              <p:cNvPr id="1283" name="Google Shape;1283;p33"/>
              <p:cNvGrpSpPr/>
              <p:nvPr/>
            </p:nvGrpSpPr>
            <p:grpSpPr>
              <a:xfrm>
                <a:off x="6101198" y="1297701"/>
                <a:ext cx="2585934" cy="3428067"/>
                <a:chOff x="6101198" y="1297701"/>
                <a:chExt cx="2585934" cy="3428067"/>
              </a:xfrm>
            </p:grpSpPr>
            <p:sp>
              <p:nvSpPr>
                <p:cNvPr id="1284" name="Google Shape;1284;p33"/>
                <p:cNvSpPr/>
                <p:nvPr/>
              </p:nvSpPr>
              <p:spPr>
                <a:xfrm rot="10800000">
                  <a:off x="6198875" y="1782375"/>
                  <a:ext cx="2410500" cy="2909400"/>
                </a:xfrm>
                <a:prstGeom prst="snip2SameRect">
                  <a:avLst>
                    <a:gd name="adj1" fmla="val 10676"/>
                    <a:gd name="adj2" fmla="val 0"/>
                  </a:avLst>
                </a:prstGeom>
                <a:solidFill>
                  <a:srgbClr val="006A7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85" name="Google Shape;1285;p33"/>
                <p:cNvSpPr/>
                <p:nvPr/>
              </p:nvSpPr>
              <p:spPr>
                <a:xfrm rot="10800000">
                  <a:off x="6352175" y="1722557"/>
                  <a:ext cx="2103900" cy="2810700"/>
                </a:xfrm>
                <a:prstGeom prst="snip2SameRect">
                  <a:avLst>
                    <a:gd name="adj1" fmla="val 8297"/>
                    <a:gd name="adj2" fmla="val 0"/>
                  </a:avLst>
                </a:prstGeom>
                <a:noFill/>
                <a:ln w="19050" cap="flat" cmpd="sng">
                  <a:solidFill>
                    <a:srgbClr val="21CADB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286" name="Google Shape;1286;p33"/>
                <p:cNvGrpSpPr/>
                <p:nvPr/>
              </p:nvGrpSpPr>
              <p:grpSpPr>
                <a:xfrm>
                  <a:off x="6101198" y="1297701"/>
                  <a:ext cx="2585934" cy="634893"/>
                  <a:chOff x="456873" y="1297701"/>
                  <a:chExt cx="2585934" cy="634893"/>
                </a:xfrm>
              </p:grpSpPr>
              <p:sp>
                <p:nvSpPr>
                  <p:cNvPr id="1287" name="Google Shape;1287;p33"/>
                  <p:cNvSpPr/>
                  <p:nvPr/>
                </p:nvSpPr>
                <p:spPr>
                  <a:xfrm>
                    <a:off x="487759" y="1327046"/>
                    <a:ext cx="2547321" cy="57466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7361" h="26476" extrusionOk="0">
                        <a:moveTo>
                          <a:pt x="96508" y="0"/>
                        </a:moveTo>
                        <a:lnTo>
                          <a:pt x="92167" y="5125"/>
                        </a:lnTo>
                        <a:lnTo>
                          <a:pt x="40639" y="5125"/>
                        </a:lnTo>
                        <a:lnTo>
                          <a:pt x="37152" y="143"/>
                        </a:lnTo>
                        <a:lnTo>
                          <a:pt x="3346" y="143"/>
                        </a:lnTo>
                        <a:lnTo>
                          <a:pt x="1" y="3488"/>
                        </a:lnTo>
                        <a:lnTo>
                          <a:pt x="1" y="20355"/>
                        </a:lnTo>
                        <a:lnTo>
                          <a:pt x="3203" y="23558"/>
                        </a:lnTo>
                        <a:lnTo>
                          <a:pt x="79000" y="23558"/>
                        </a:lnTo>
                        <a:lnTo>
                          <a:pt x="81847" y="26476"/>
                        </a:lnTo>
                        <a:lnTo>
                          <a:pt x="114087" y="26476"/>
                        </a:lnTo>
                        <a:lnTo>
                          <a:pt x="117361" y="23202"/>
                        </a:lnTo>
                        <a:lnTo>
                          <a:pt x="117361" y="4911"/>
                        </a:lnTo>
                        <a:lnTo>
                          <a:pt x="112450" y="0"/>
                        </a:lnTo>
                        <a:close/>
                      </a:path>
                    </a:pathLst>
                  </a:custGeom>
                  <a:solidFill>
                    <a:srgbClr val="006A7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88" name="Google Shape;1288;p33"/>
                  <p:cNvSpPr/>
                  <p:nvPr/>
                </p:nvSpPr>
                <p:spPr>
                  <a:xfrm>
                    <a:off x="480032" y="1319319"/>
                    <a:ext cx="2562774" cy="59011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8073" h="27188" extrusionOk="0">
                        <a:moveTo>
                          <a:pt x="112664" y="855"/>
                        </a:moveTo>
                        <a:lnTo>
                          <a:pt x="117290" y="5481"/>
                        </a:lnTo>
                        <a:lnTo>
                          <a:pt x="117290" y="23415"/>
                        </a:lnTo>
                        <a:lnTo>
                          <a:pt x="114301" y="26404"/>
                        </a:lnTo>
                        <a:lnTo>
                          <a:pt x="82416" y="26404"/>
                        </a:lnTo>
                        <a:lnTo>
                          <a:pt x="79498" y="23558"/>
                        </a:lnTo>
                        <a:lnTo>
                          <a:pt x="3773" y="23558"/>
                        </a:lnTo>
                        <a:lnTo>
                          <a:pt x="784" y="20569"/>
                        </a:lnTo>
                        <a:lnTo>
                          <a:pt x="784" y="3986"/>
                        </a:lnTo>
                        <a:lnTo>
                          <a:pt x="3915" y="926"/>
                        </a:lnTo>
                        <a:lnTo>
                          <a:pt x="37294" y="926"/>
                        </a:lnTo>
                        <a:lnTo>
                          <a:pt x="40782" y="5908"/>
                        </a:lnTo>
                        <a:lnTo>
                          <a:pt x="92736" y="5908"/>
                        </a:lnTo>
                        <a:lnTo>
                          <a:pt x="97077" y="855"/>
                        </a:lnTo>
                        <a:close/>
                        <a:moveTo>
                          <a:pt x="96722" y="1"/>
                        </a:moveTo>
                        <a:lnTo>
                          <a:pt x="92380" y="5125"/>
                        </a:lnTo>
                        <a:lnTo>
                          <a:pt x="41209" y="5125"/>
                        </a:lnTo>
                        <a:lnTo>
                          <a:pt x="37721" y="143"/>
                        </a:lnTo>
                        <a:lnTo>
                          <a:pt x="3559" y="143"/>
                        </a:lnTo>
                        <a:lnTo>
                          <a:pt x="1" y="3701"/>
                        </a:lnTo>
                        <a:lnTo>
                          <a:pt x="1" y="20853"/>
                        </a:lnTo>
                        <a:lnTo>
                          <a:pt x="3417" y="24341"/>
                        </a:lnTo>
                        <a:lnTo>
                          <a:pt x="79142" y="24341"/>
                        </a:lnTo>
                        <a:lnTo>
                          <a:pt x="82060" y="27187"/>
                        </a:lnTo>
                        <a:lnTo>
                          <a:pt x="114657" y="27187"/>
                        </a:lnTo>
                        <a:lnTo>
                          <a:pt x="118073" y="23842"/>
                        </a:lnTo>
                        <a:lnTo>
                          <a:pt x="118073" y="5125"/>
                        </a:lnTo>
                        <a:lnTo>
                          <a:pt x="113020" y="1"/>
                        </a:lnTo>
                        <a:close/>
                      </a:path>
                    </a:pathLst>
                  </a:custGeom>
                  <a:solidFill>
                    <a:srgbClr val="21CADB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89" name="Google Shape;1289;p33"/>
                  <p:cNvSpPr/>
                  <p:nvPr/>
                </p:nvSpPr>
                <p:spPr>
                  <a:xfrm>
                    <a:off x="1762190" y="1807465"/>
                    <a:ext cx="1201849" cy="1251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5372" h="5765" extrusionOk="0">
                        <a:moveTo>
                          <a:pt x="0" y="0"/>
                        </a:moveTo>
                        <a:lnTo>
                          <a:pt x="0" y="2847"/>
                        </a:lnTo>
                        <a:lnTo>
                          <a:pt x="19643" y="2847"/>
                        </a:lnTo>
                        <a:lnTo>
                          <a:pt x="22561" y="5765"/>
                        </a:lnTo>
                        <a:lnTo>
                          <a:pt x="55371" y="5765"/>
                        </a:lnTo>
                        <a:lnTo>
                          <a:pt x="55371" y="2847"/>
                        </a:lnTo>
                        <a:lnTo>
                          <a:pt x="23771" y="2847"/>
                        </a:lnTo>
                        <a:lnTo>
                          <a:pt x="20853" y="0"/>
                        </a:lnTo>
                        <a:close/>
                      </a:path>
                    </a:pathLst>
                  </a:custGeom>
                  <a:solidFill>
                    <a:schemeClr val="accent6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90" name="Google Shape;1290;p33"/>
                  <p:cNvSpPr/>
                  <p:nvPr/>
                </p:nvSpPr>
                <p:spPr>
                  <a:xfrm>
                    <a:off x="456873" y="1297701"/>
                    <a:ext cx="582389" cy="31667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832" h="14590" extrusionOk="0">
                        <a:moveTo>
                          <a:pt x="4199" y="0"/>
                        </a:moveTo>
                        <a:lnTo>
                          <a:pt x="0" y="4199"/>
                        </a:lnTo>
                        <a:lnTo>
                          <a:pt x="0" y="14590"/>
                        </a:lnTo>
                        <a:lnTo>
                          <a:pt x="2918" y="14590"/>
                        </a:lnTo>
                        <a:lnTo>
                          <a:pt x="2918" y="5409"/>
                        </a:lnTo>
                        <a:lnTo>
                          <a:pt x="5409" y="2918"/>
                        </a:lnTo>
                        <a:lnTo>
                          <a:pt x="26832" y="2918"/>
                        </a:lnTo>
                        <a:lnTo>
                          <a:pt x="26832" y="0"/>
                        </a:lnTo>
                        <a:close/>
                      </a:path>
                    </a:pathLst>
                  </a:custGeom>
                  <a:solidFill>
                    <a:schemeClr val="accent6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1291" name="Google Shape;1291;p33"/>
                <p:cNvSpPr/>
                <p:nvPr/>
              </p:nvSpPr>
              <p:spPr>
                <a:xfrm>
                  <a:off x="6962975" y="4661868"/>
                  <a:ext cx="882300" cy="63900"/>
                </a:xfrm>
                <a:prstGeom prst="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292" name="Google Shape;1292;p33"/>
              <p:cNvGrpSpPr/>
              <p:nvPr/>
            </p:nvGrpSpPr>
            <p:grpSpPr>
              <a:xfrm>
                <a:off x="6616062" y="3905337"/>
                <a:ext cx="1576126" cy="373000"/>
                <a:chOff x="3548775" y="2113350"/>
                <a:chExt cx="1937225" cy="458400"/>
              </a:xfrm>
            </p:grpSpPr>
            <p:sp>
              <p:nvSpPr>
                <p:cNvPr id="1293" name="Google Shape;1293;p33"/>
                <p:cNvSpPr/>
                <p:nvPr/>
              </p:nvSpPr>
              <p:spPr>
                <a:xfrm>
                  <a:off x="3548775" y="2113350"/>
                  <a:ext cx="159600" cy="458400"/>
                </a:xfrm>
                <a:prstGeom prst="rect">
                  <a:avLst/>
                </a:prstGeom>
                <a:solidFill>
                  <a:srgbClr val="21CADB"/>
                </a:solidFill>
                <a:ln w="19050" cap="flat" cmpd="sng">
                  <a:solidFill>
                    <a:srgbClr val="21CADB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94" name="Google Shape;1294;p33"/>
                <p:cNvSpPr/>
                <p:nvPr/>
              </p:nvSpPr>
              <p:spPr>
                <a:xfrm>
                  <a:off x="3802721" y="2113350"/>
                  <a:ext cx="159600" cy="458400"/>
                </a:xfrm>
                <a:prstGeom prst="rect">
                  <a:avLst/>
                </a:prstGeom>
                <a:solidFill>
                  <a:srgbClr val="21CADB"/>
                </a:solidFill>
                <a:ln w="19050" cap="flat" cmpd="sng">
                  <a:solidFill>
                    <a:srgbClr val="21CADB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95" name="Google Shape;1295;p33"/>
                <p:cNvSpPr/>
                <p:nvPr/>
              </p:nvSpPr>
              <p:spPr>
                <a:xfrm>
                  <a:off x="4056668" y="2113350"/>
                  <a:ext cx="159600" cy="458400"/>
                </a:xfrm>
                <a:prstGeom prst="rect">
                  <a:avLst/>
                </a:prstGeom>
                <a:solidFill>
                  <a:srgbClr val="21CADB"/>
                </a:solidFill>
                <a:ln w="19050" cap="flat" cmpd="sng">
                  <a:solidFill>
                    <a:srgbClr val="21CADB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96" name="Google Shape;1296;p33"/>
                <p:cNvSpPr/>
                <p:nvPr/>
              </p:nvSpPr>
              <p:spPr>
                <a:xfrm>
                  <a:off x="4310614" y="2113350"/>
                  <a:ext cx="159600" cy="458400"/>
                </a:xfrm>
                <a:prstGeom prst="rect">
                  <a:avLst/>
                </a:prstGeom>
                <a:solidFill>
                  <a:srgbClr val="21CADB"/>
                </a:solidFill>
                <a:ln w="19050" cap="flat" cmpd="sng">
                  <a:solidFill>
                    <a:srgbClr val="21CADB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97" name="Google Shape;1297;p33"/>
                <p:cNvSpPr/>
                <p:nvPr/>
              </p:nvSpPr>
              <p:spPr>
                <a:xfrm>
                  <a:off x="4564561" y="2113350"/>
                  <a:ext cx="159600" cy="458400"/>
                </a:xfrm>
                <a:prstGeom prst="rect">
                  <a:avLst/>
                </a:prstGeom>
                <a:solidFill>
                  <a:srgbClr val="21CADB"/>
                </a:solidFill>
                <a:ln w="19050" cap="flat" cmpd="sng">
                  <a:solidFill>
                    <a:srgbClr val="21CADB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98" name="Google Shape;1298;p33"/>
                <p:cNvSpPr/>
                <p:nvPr/>
              </p:nvSpPr>
              <p:spPr>
                <a:xfrm>
                  <a:off x="4818507" y="2113350"/>
                  <a:ext cx="159600" cy="458400"/>
                </a:xfrm>
                <a:prstGeom prst="rect">
                  <a:avLst/>
                </a:prstGeom>
                <a:solidFill>
                  <a:srgbClr val="21CADB"/>
                </a:solidFill>
                <a:ln w="19050" cap="flat" cmpd="sng">
                  <a:solidFill>
                    <a:srgbClr val="21CADB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99" name="Google Shape;1299;p33"/>
                <p:cNvSpPr/>
                <p:nvPr/>
              </p:nvSpPr>
              <p:spPr>
                <a:xfrm>
                  <a:off x="5072454" y="2113350"/>
                  <a:ext cx="159600" cy="458400"/>
                </a:xfrm>
                <a:prstGeom prst="rect">
                  <a:avLst/>
                </a:prstGeom>
                <a:noFill/>
                <a:ln w="19050" cap="flat" cmpd="sng">
                  <a:solidFill>
                    <a:srgbClr val="21CADB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00" name="Google Shape;1300;p33"/>
                <p:cNvSpPr/>
                <p:nvPr/>
              </p:nvSpPr>
              <p:spPr>
                <a:xfrm>
                  <a:off x="5326400" y="2113350"/>
                  <a:ext cx="159600" cy="458400"/>
                </a:xfrm>
                <a:prstGeom prst="rect">
                  <a:avLst/>
                </a:prstGeom>
                <a:noFill/>
                <a:ln w="19050" cap="flat" cmpd="sng">
                  <a:solidFill>
                    <a:srgbClr val="21CADB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301" name="Google Shape;1301;p33"/>
              <p:cNvGrpSpPr/>
              <p:nvPr/>
            </p:nvGrpSpPr>
            <p:grpSpPr>
              <a:xfrm>
                <a:off x="6616067" y="3465677"/>
                <a:ext cx="1576117" cy="294158"/>
                <a:chOff x="971723" y="3386977"/>
                <a:chExt cx="1998627" cy="373013"/>
              </a:xfrm>
            </p:grpSpPr>
            <p:sp>
              <p:nvSpPr>
                <p:cNvPr id="1302" name="Google Shape;1302;p33"/>
                <p:cNvSpPr/>
                <p:nvPr/>
              </p:nvSpPr>
              <p:spPr>
                <a:xfrm>
                  <a:off x="971723" y="3386977"/>
                  <a:ext cx="422464" cy="3730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273" h="17017" extrusionOk="0">
                      <a:moveTo>
                        <a:pt x="5119" y="1"/>
                      </a:moveTo>
                      <a:cubicBezTo>
                        <a:pt x="2198" y="1"/>
                        <a:pt x="0" y="2389"/>
                        <a:pt x="0" y="5554"/>
                      </a:cubicBezTo>
                      <a:cubicBezTo>
                        <a:pt x="0" y="8974"/>
                        <a:pt x="2744" y="11311"/>
                        <a:pt x="6902" y="14855"/>
                      </a:cubicBezTo>
                      <a:cubicBezTo>
                        <a:pt x="7607" y="15458"/>
                        <a:pt x="8408" y="16138"/>
                        <a:pt x="9239" y="16867"/>
                      </a:cubicBezTo>
                      <a:cubicBezTo>
                        <a:pt x="9352" y="16966"/>
                        <a:pt x="9493" y="17016"/>
                        <a:pt x="9635" y="17016"/>
                      </a:cubicBezTo>
                      <a:cubicBezTo>
                        <a:pt x="9776" y="17016"/>
                        <a:pt x="9918" y="16966"/>
                        <a:pt x="10031" y="16867"/>
                      </a:cubicBezTo>
                      <a:cubicBezTo>
                        <a:pt x="10862" y="16138"/>
                        <a:pt x="11663" y="15458"/>
                        <a:pt x="12370" y="14855"/>
                      </a:cubicBezTo>
                      <a:cubicBezTo>
                        <a:pt x="16526" y="11314"/>
                        <a:pt x="19272" y="8974"/>
                        <a:pt x="19272" y="5554"/>
                      </a:cubicBezTo>
                      <a:cubicBezTo>
                        <a:pt x="19272" y="2389"/>
                        <a:pt x="17071" y="1"/>
                        <a:pt x="14153" y="1"/>
                      </a:cubicBezTo>
                      <a:cubicBezTo>
                        <a:pt x="13105" y="1"/>
                        <a:pt x="12148" y="332"/>
                        <a:pt x="11301" y="986"/>
                      </a:cubicBezTo>
                      <a:cubicBezTo>
                        <a:pt x="10491" y="1612"/>
                        <a:pt x="9952" y="2410"/>
                        <a:pt x="9636" y="2991"/>
                      </a:cubicBezTo>
                      <a:cubicBezTo>
                        <a:pt x="9317" y="2410"/>
                        <a:pt x="8778" y="1612"/>
                        <a:pt x="7968" y="986"/>
                      </a:cubicBezTo>
                      <a:cubicBezTo>
                        <a:pt x="7122" y="332"/>
                        <a:pt x="6164" y="1"/>
                        <a:pt x="5119" y="1"/>
                      </a:cubicBezTo>
                      <a:close/>
                    </a:path>
                  </a:pathLst>
                </a:custGeom>
                <a:solidFill>
                  <a:srgbClr val="21CADB"/>
                </a:solidFill>
                <a:ln w="19050" cap="flat" cmpd="sng">
                  <a:solidFill>
                    <a:srgbClr val="21CADB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rgbClr val="435D74"/>
                    </a:solidFill>
                  </a:endParaRPr>
                </a:p>
              </p:txBody>
            </p:sp>
            <p:sp>
              <p:nvSpPr>
                <p:cNvPr id="1303" name="Google Shape;1303;p33"/>
                <p:cNvSpPr/>
                <p:nvPr/>
              </p:nvSpPr>
              <p:spPr>
                <a:xfrm>
                  <a:off x="1497110" y="3386977"/>
                  <a:ext cx="422464" cy="3730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273" h="17017" extrusionOk="0">
                      <a:moveTo>
                        <a:pt x="5119" y="1"/>
                      </a:moveTo>
                      <a:cubicBezTo>
                        <a:pt x="2198" y="1"/>
                        <a:pt x="0" y="2389"/>
                        <a:pt x="0" y="5554"/>
                      </a:cubicBezTo>
                      <a:cubicBezTo>
                        <a:pt x="0" y="8974"/>
                        <a:pt x="2744" y="11311"/>
                        <a:pt x="6902" y="14855"/>
                      </a:cubicBezTo>
                      <a:cubicBezTo>
                        <a:pt x="7607" y="15458"/>
                        <a:pt x="8408" y="16138"/>
                        <a:pt x="9239" y="16867"/>
                      </a:cubicBezTo>
                      <a:cubicBezTo>
                        <a:pt x="9352" y="16966"/>
                        <a:pt x="9493" y="17016"/>
                        <a:pt x="9635" y="17016"/>
                      </a:cubicBezTo>
                      <a:cubicBezTo>
                        <a:pt x="9776" y="17016"/>
                        <a:pt x="9918" y="16966"/>
                        <a:pt x="10031" y="16867"/>
                      </a:cubicBezTo>
                      <a:cubicBezTo>
                        <a:pt x="10862" y="16138"/>
                        <a:pt x="11663" y="15458"/>
                        <a:pt x="12370" y="14855"/>
                      </a:cubicBezTo>
                      <a:cubicBezTo>
                        <a:pt x="16526" y="11314"/>
                        <a:pt x="19272" y="8974"/>
                        <a:pt x="19272" y="5554"/>
                      </a:cubicBezTo>
                      <a:cubicBezTo>
                        <a:pt x="19272" y="2389"/>
                        <a:pt x="17071" y="1"/>
                        <a:pt x="14153" y="1"/>
                      </a:cubicBezTo>
                      <a:cubicBezTo>
                        <a:pt x="13105" y="1"/>
                        <a:pt x="12148" y="332"/>
                        <a:pt x="11301" y="986"/>
                      </a:cubicBezTo>
                      <a:cubicBezTo>
                        <a:pt x="10491" y="1612"/>
                        <a:pt x="9952" y="2410"/>
                        <a:pt x="9636" y="2991"/>
                      </a:cubicBezTo>
                      <a:cubicBezTo>
                        <a:pt x="9317" y="2410"/>
                        <a:pt x="8778" y="1612"/>
                        <a:pt x="7968" y="986"/>
                      </a:cubicBezTo>
                      <a:cubicBezTo>
                        <a:pt x="7122" y="332"/>
                        <a:pt x="6164" y="1"/>
                        <a:pt x="5119" y="1"/>
                      </a:cubicBezTo>
                      <a:close/>
                    </a:path>
                  </a:pathLst>
                </a:custGeom>
                <a:solidFill>
                  <a:srgbClr val="21CADB"/>
                </a:solidFill>
                <a:ln w="19050" cap="flat" cmpd="sng">
                  <a:solidFill>
                    <a:srgbClr val="21CADB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rgbClr val="435D74"/>
                    </a:solidFill>
                  </a:endParaRPr>
                </a:p>
              </p:txBody>
            </p:sp>
            <p:sp>
              <p:nvSpPr>
                <p:cNvPr id="1304" name="Google Shape;1304;p33"/>
                <p:cNvSpPr/>
                <p:nvPr/>
              </p:nvSpPr>
              <p:spPr>
                <a:xfrm>
                  <a:off x="2022498" y="3386977"/>
                  <a:ext cx="422464" cy="3730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273" h="17017" extrusionOk="0">
                      <a:moveTo>
                        <a:pt x="5119" y="1"/>
                      </a:moveTo>
                      <a:cubicBezTo>
                        <a:pt x="2198" y="1"/>
                        <a:pt x="0" y="2389"/>
                        <a:pt x="0" y="5554"/>
                      </a:cubicBezTo>
                      <a:cubicBezTo>
                        <a:pt x="0" y="8974"/>
                        <a:pt x="2744" y="11311"/>
                        <a:pt x="6902" y="14855"/>
                      </a:cubicBezTo>
                      <a:cubicBezTo>
                        <a:pt x="7607" y="15458"/>
                        <a:pt x="8408" y="16138"/>
                        <a:pt x="9239" y="16867"/>
                      </a:cubicBezTo>
                      <a:cubicBezTo>
                        <a:pt x="9352" y="16966"/>
                        <a:pt x="9493" y="17016"/>
                        <a:pt x="9635" y="17016"/>
                      </a:cubicBezTo>
                      <a:cubicBezTo>
                        <a:pt x="9776" y="17016"/>
                        <a:pt x="9918" y="16966"/>
                        <a:pt x="10031" y="16867"/>
                      </a:cubicBezTo>
                      <a:cubicBezTo>
                        <a:pt x="10862" y="16138"/>
                        <a:pt x="11663" y="15458"/>
                        <a:pt x="12370" y="14855"/>
                      </a:cubicBezTo>
                      <a:cubicBezTo>
                        <a:pt x="16526" y="11314"/>
                        <a:pt x="19272" y="8974"/>
                        <a:pt x="19272" y="5554"/>
                      </a:cubicBezTo>
                      <a:cubicBezTo>
                        <a:pt x="19272" y="2389"/>
                        <a:pt x="17071" y="1"/>
                        <a:pt x="14153" y="1"/>
                      </a:cubicBezTo>
                      <a:cubicBezTo>
                        <a:pt x="13105" y="1"/>
                        <a:pt x="12148" y="332"/>
                        <a:pt x="11301" y="986"/>
                      </a:cubicBezTo>
                      <a:cubicBezTo>
                        <a:pt x="10491" y="1612"/>
                        <a:pt x="9952" y="2410"/>
                        <a:pt x="9636" y="2991"/>
                      </a:cubicBezTo>
                      <a:cubicBezTo>
                        <a:pt x="9317" y="2410"/>
                        <a:pt x="8778" y="1612"/>
                        <a:pt x="7968" y="986"/>
                      </a:cubicBezTo>
                      <a:cubicBezTo>
                        <a:pt x="7122" y="332"/>
                        <a:pt x="6164" y="1"/>
                        <a:pt x="5119" y="1"/>
                      </a:cubicBezTo>
                      <a:close/>
                    </a:path>
                  </a:pathLst>
                </a:custGeom>
                <a:solidFill>
                  <a:srgbClr val="21CADB"/>
                </a:solidFill>
                <a:ln w="19050" cap="flat" cmpd="sng">
                  <a:solidFill>
                    <a:srgbClr val="21CADB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rgbClr val="435D74"/>
                    </a:solidFill>
                  </a:endParaRPr>
                </a:p>
              </p:txBody>
            </p:sp>
            <p:sp>
              <p:nvSpPr>
                <p:cNvPr id="1305" name="Google Shape;1305;p33"/>
                <p:cNvSpPr/>
                <p:nvPr/>
              </p:nvSpPr>
              <p:spPr>
                <a:xfrm>
                  <a:off x="2547885" y="3386977"/>
                  <a:ext cx="422464" cy="3730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273" h="17017" extrusionOk="0">
                      <a:moveTo>
                        <a:pt x="5119" y="1"/>
                      </a:moveTo>
                      <a:cubicBezTo>
                        <a:pt x="2198" y="1"/>
                        <a:pt x="0" y="2389"/>
                        <a:pt x="0" y="5554"/>
                      </a:cubicBezTo>
                      <a:cubicBezTo>
                        <a:pt x="0" y="8974"/>
                        <a:pt x="2744" y="11311"/>
                        <a:pt x="6902" y="14855"/>
                      </a:cubicBezTo>
                      <a:cubicBezTo>
                        <a:pt x="7607" y="15458"/>
                        <a:pt x="8408" y="16138"/>
                        <a:pt x="9239" y="16867"/>
                      </a:cubicBezTo>
                      <a:cubicBezTo>
                        <a:pt x="9352" y="16966"/>
                        <a:pt x="9493" y="17016"/>
                        <a:pt x="9635" y="17016"/>
                      </a:cubicBezTo>
                      <a:cubicBezTo>
                        <a:pt x="9776" y="17016"/>
                        <a:pt x="9918" y="16966"/>
                        <a:pt x="10031" y="16867"/>
                      </a:cubicBezTo>
                      <a:cubicBezTo>
                        <a:pt x="10862" y="16138"/>
                        <a:pt x="11663" y="15458"/>
                        <a:pt x="12370" y="14855"/>
                      </a:cubicBezTo>
                      <a:cubicBezTo>
                        <a:pt x="16526" y="11314"/>
                        <a:pt x="19272" y="8974"/>
                        <a:pt x="19272" y="5554"/>
                      </a:cubicBezTo>
                      <a:cubicBezTo>
                        <a:pt x="19272" y="2389"/>
                        <a:pt x="17071" y="1"/>
                        <a:pt x="14153" y="1"/>
                      </a:cubicBezTo>
                      <a:cubicBezTo>
                        <a:pt x="13105" y="1"/>
                        <a:pt x="12148" y="332"/>
                        <a:pt x="11301" y="986"/>
                      </a:cubicBezTo>
                      <a:cubicBezTo>
                        <a:pt x="10491" y="1612"/>
                        <a:pt x="9952" y="2410"/>
                        <a:pt x="9636" y="2991"/>
                      </a:cubicBezTo>
                      <a:cubicBezTo>
                        <a:pt x="9317" y="2410"/>
                        <a:pt x="8778" y="1612"/>
                        <a:pt x="7968" y="986"/>
                      </a:cubicBezTo>
                      <a:cubicBezTo>
                        <a:pt x="7122" y="332"/>
                        <a:pt x="6164" y="1"/>
                        <a:pt x="5119" y="1"/>
                      </a:cubicBezTo>
                      <a:close/>
                    </a:path>
                  </a:pathLst>
                </a:custGeom>
                <a:noFill/>
                <a:ln w="19050" cap="flat" cmpd="sng">
                  <a:solidFill>
                    <a:srgbClr val="21CADB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rgbClr val="435D74"/>
                    </a:solidFill>
                  </a:endParaRPr>
                </a:p>
              </p:txBody>
            </p:sp>
          </p:grpSp>
        </p:grpSp>
        <p:sp>
          <p:nvSpPr>
            <p:cNvPr id="8" name="Google Shape;1280;p33">
              <a:extLst>
                <a:ext uri="{FF2B5EF4-FFF2-40B4-BE49-F238E27FC236}">
                  <a16:creationId xmlns:a16="http://schemas.microsoft.com/office/drawing/2014/main" id="{CD83C1F6-C547-C714-200B-07F4E5534C40}"/>
                </a:ext>
              </a:extLst>
            </p:cNvPr>
            <p:cNvSpPr txBox="1"/>
            <p:nvPr/>
          </p:nvSpPr>
          <p:spPr>
            <a:xfrm>
              <a:off x="6791983" y="3071392"/>
              <a:ext cx="1270116" cy="10892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dirty="0">
                  <a:solidFill>
                    <a:srgbClr val="FFFFFF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/>
                  <a:sym typeface="Roboto"/>
                </a:rPr>
                <a:t>49.1%</a:t>
              </a:r>
              <a:endParaRPr sz="16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/>
                <a:sym typeface="Roboto"/>
              </a:endParaRPr>
            </a:p>
            <a:p>
              <a:pPr algn="ctr">
                <a:lnSpc>
                  <a:spcPts val="1155"/>
                </a:lnSpc>
                <a:spcBef>
                  <a:spcPts val="300"/>
                </a:spcBef>
              </a:pPr>
              <a:r>
                <a:rPr lang="en-US" sz="12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Arial" pitchFamily="34" charset="-120"/>
                </a:rPr>
                <a:t>4,333M units - Historically dominant</a:t>
              </a:r>
              <a:endParaRPr lang="en-US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9" name="Google Shape;1281;p33">
              <a:extLst>
                <a:ext uri="{FF2B5EF4-FFF2-40B4-BE49-F238E27FC236}">
                  <a16:creationId xmlns:a16="http://schemas.microsoft.com/office/drawing/2014/main" id="{6CD94002-9275-FE2A-A163-03C09DD8F4F1}"/>
                </a:ext>
              </a:extLst>
            </p:cNvPr>
            <p:cNvSpPr txBox="1"/>
            <p:nvPr/>
          </p:nvSpPr>
          <p:spPr>
            <a:xfrm>
              <a:off x="6656959" y="2772661"/>
              <a:ext cx="1472351" cy="2265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b="1" dirty="0">
                  <a:solidFill>
                    <a:srgbClr val="FFFFFF"/>
                  </a:solidFill>
                  <a:latin typeface="OSWALD LIGHT" panose="02000303000000000000" pitchFamily="2" charset="0"/>
                  <a:ea typeface="Fira Sans Extra Condensed Medium"/>
                  <a:cs typeface="Fira Sans Extra Condensed Medium"/>
                  <a:sym typeface="Fira Sans Extra Condensed Medium"/>
                </a:rPr>
                <a:t>North America</a:t>
              </a:r>
              <a:endParaRPr sz="2400" b="1" dirty="0">
                <a:solidFill>
                  <a:schemeClr val="dk1"/>
                </a:solidFill>
                <a:latin typeface="OSWALD LIGHT" panose="02000303000000000000" pitchFamily="2" charset="0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87CD5CC-8F91-DD47-0FEA-4B21E2C8EED8}"/>
              </a:ext>
            </a:extLst>
          </p:cNvPr>
          <p:cNvGrpSpPr/>
          <p:nvPr/>
        </p:nvGrpSpPr>
        <p:grpSpPr>
          <a:xfrm>
            <a:off x="6712107" y="2597411"/>
            <a:ext cx="1543388" cy="2484619"/>
            <a:chOff x="5026327" y="950674"/>
            <a:chExt cx="1543388" cy="2484619"/>
          </a:xfrm>
        </p:grpSpPr>
        <p:grpSp>
          <p:nvGrpSpPr>
            <p:cNvPr id="1256" name="Google Shape;1256;p33"/>
            <p:cNvGrpSpPr/>
            <p:nvPr/>
          </p:nvGrpSpPr>
          <p:grpSpPr>
            <a:xfrm>
              <a:off x="5026327" y="950674"/>
              <a:ext cx="1543388" cy="2484619"/>
              <a:chOff x="3279036" y="1297701"/>
              <a:chExt cx="2585934" cy="3428067"/>
            </a:xfrm>
          </p:grpSpPr>
          <p:grpSp>
            <p:nvGrpSpPr>
              <p:cNvPr id="1257" name="Google Shape;1257;p33"/>
              <p:cNvGrpSpPr/>
              <p:nvPr/>
            </p:nvGrpSpPr>
            <p:grpSpPr>
              <a:xfrm>
                <a:off x="3279036" y="1297701"/>
                <a:ext cx="2585934" cy="3428067"/>
                <a:chOff x="456873" y="1297701"/>
                <a:chExt cx="2585934" cy="3428067"/>
              </a:xfrm>
            </p:grpSpPr>
            <p:sp>
              <p:nvSpPr>
                <p:cNvPr id="1258" name="Google Shape;1258;p33"/>
                <p:cNvSpPr/>
                <p:nvPr/>
              </p:nvSpPr>
              <p:spPr>
                <a:xfrm rot="10800000">
                  <a:off x="554550" y="1782375"/>
                  <a:ext cx="2410500" cy="2909400"/>
                </a:xfrm>
                <a:prstGeom prst="snip2SameRect">
                  <a:avLst>
                    <a:gd name="adj1" fmla="val 10676"/>
                    <a:gd name="adj2" fmla="val 0"/>
                  </a:avLst>
                </a:prstGeom>
                <a:solidFill>
                  <a:srgbClr val="009C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59" name="Google Shape;1259;p33"/>
                <p:cNvSpPr/>
                <p:nvPr/>
              </p:nvSpPr>
              <p:spPr>
                <a:xfrm rot="10800000">
                  <a:off x="707850" y="1722557"/>
                  <a:ext cx="2103900" cy="2810700"/>
                </a:xfrm>
                <a:prstGeom prst="snip2SameRect">
                  <a:avLst>
                    <a:gd name="adj1" fmla="val 8297"/>
                    <a:gd name="adj2" fmla="val 0"/>
                  </a:avLst>
                </a:prstGeom>
                <a:noFill/>
                <a:ln w="19050" cap="flat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260" name="Google Shape;1260;p33"/>
                <p:cNvGrpSpPr/>
                <p:nvPr/>
              </p:nvGrpSpPr>
              <p:grpSpPr>
                <a:xfrm>
                  <a:off x="456873" y="1297701"/>
                  <a:ext cx="2585934" cy="634893"/>
                  <a:chOff x="456873" y="1297701"/>
                  <a:chExt cx="2585934" cy="634893"/>
                </a:xfrm>
              </p:grpSpPr>
              <p:sp>
                <p:nvSpPr>
                  <p:cNvPr id="1261" name="Google Shape;1261;p33"/>
                  <p:cNvSpPr/>
                  <p:nvPr/>
                </p:nvSpPr>
                <p:spPr>
                  <a:xfrm>
                    <a:off x="487759" y="1327046"/>
                    <a:ext cx="2547321" cy="57466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7361" h="26476" extrusionOk="0">
                        <a:moveTo>
                          <a:pt x="96508" y="0"/>
                        </a:moveTo>
                        <a:lnTo>
                          <a:pt x="92167" y="5125"/>
                        </a:lnTo>
                        <a:lnTo>
                          <a:pt x="40639" y="5125"/>
                        </a:lnTo>
                        <a:lnTo>
                          <a:pt x="37152" y="143"/>
                        </a:lnTo>
                        <a:lnTo>
                          <a:pt x="3346" y="143"/>
                        </a:lnTo>
                        <a:lnTo>
                          <a:pt x="1" y="3488"/>
                        </a:lnTo>
                        <a:lnTo>
                          <a:pt x="1" y="20355"/>
                        </a:lnTo>
                        <a:lnTo>
                          <a:pt x="3203" y="23558"/>
                        </a:lnTo>
                        <a:lnTo>
                          <a:pt x="79000" y="23558"/>
                        </a:lnTo>
                        <a:lnTo>
                          <a:pt x="81847" y="26476"/>
                        </a:lnTo>
                        <a:lnTo>
                          <a:pt x="114087" y="26476"/>
                        </a:lnTo>
                        <a:lnTo>
                          <a:pt x="117361" y="23202"/>
                        </a:lnTo>
                        <a:lnTo>
                          <a:pt x="117361" y="4911"/>
                        </a:lnTo>
                        <a:lnTo>
                          <a:pt x="112450" y="0"/>
                        </a:lnTo>
                        <a:close/>
                      </a:path>
                    </a:pathLst>
                  </a:custGeom>
                  <a:solidFill>
                    <a:srgbClr val="009C00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62" name="Google Shape;1262;p33"/>
                  <p:cNvSpPr/>
                  <p:nvPr/>
                </p:nvSpPr>
                <p:spPr>
                  <a:xfrm>
                    <a:off x="480032" y="1319319"/>
                    <a:ext cx="2562774" cy="59011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8073" h="27188" extrusionOk="0">
                        <a:moveTo>
                          <a:pt x="112664" y="855"/>
                        </a:moveTo>
                        <a:lnTo>
                          <a:pt x="117290" y="5481"/>
                        </a:lnTo>
                        <a:lnTo>
                          <a:pt x="117290" y="23415"/>
                        </a:lnTo>
                        <a:lnTo>
                          <a:pt x="114301" y="26404"/>
                        </a:lnTo>
                        <a:lnTo>
                          <a:pt x="82416" y="26404"/>
                        </a:lnTo>
                        <a:lnTo>
                          <a:pt x="79498" y="23558"/>
                        </a:lnTo>
                        <a:lnTo>
                          <a:pt x="3773" y="23558"/>
                        </a:lnTo>
                        <a:lnTo>
                          <a:pt x="784" y="20569"/>
                        </a:lnTo>
                        <a:lnTo>
                          <a:pt x="784" y="3986"/>
                        </a:lnTo>
                        <a:lnTo>
                          <a:pt x="3915" y="926"/>
                        </a:lnTo>
                        <a:lnTo>
                          <a:pt x="37294" y="926"/>
                        </a:lnTo>
                        <a:lnTo>
                          <a:pt x="40782" y="5908"/>
                        </a:lnTo>
                        <a:lnTo>
                          <a:pt x="92736" y="5908"/>
                        </a:lnTo>
                        <a:lnTo>
                          <a:pt x="97077" y="855"/>
                        </a:lnTo>
                        <a:close/>
                        <a:moveTo>
                          <a:pt x="96722" y="1"/>
                        </a:moveTo>
                        <a:lnTo>
                          <a:pt x="92380" y="5125"/>
                        </a:lnTo>
                        <a:lnTo>
                          <a:pt x="41209" y="5125"/>
                        </a:lnTo>
                        <a:lnTo>
                          <a:pt x="37721" y="143"/>
                        </a:lnTo>
                        <a:lnTo>
                          <a:pt x="3559" y="143"/>
                        </a:lnTo>
                        <a:lnTo>
                          <a:pt x="1" y="3701"/>
                        </a:lnTo>
                        <a:lnTo>
                          <a:pt x="1" y="20853"/>
                        </a:lnTo>
                        <a:lnTo>
                          <a:pt x="3417" y="24341"/>
                        </a:lnTo>
                        <a:lnTo>
                          <a:pt x="79142" y="24341"/>
                        </a:lnTo>
                        <a:lnTo>
                          <a:pt x="82060" y="27187"/>
                        </a:lnTo>
                        <a:lnTo>
                          <a:pt x="114657" y="27187"/>
                        </a:lnTo>
                        <a:lnTo>
                          <a:pt x="118073" y="23842"/>
                        </a:lnTo>
                        <a:lnTo>
                          <a:pt x="118073" y="5125"/>
                        </a:lnTo>
                        <a:lnTo>
                          <a:pt x="113020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63" name="Google Shape;1263;p33"/>
                  <p:cNvSpPr/>
                  <p:nvPr/>
                </p:nvSpPr>
                <p:spPr>
                  <a:xfrm>
                    <a:off x="1762190" y="1807465"/>
                    <a:ext cx="1201849" cy="1251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5372" h="5765" extrusionOk="0">
                        <a:moveTo>
                          <a:pt x="0" y="0"/>
                        </a:moveTo>
                        <a:lnTo>
                          <a:pt x="0" y="2847"/>
                        </a:lnTo>
                        <a:lnTo>
                          <a:pt x="19643" y="2847"/>
                        </a:lnTo>
                        <a:lnTo>
                          <a:pt x="22561" y="5765"/>
                        </a:lnTo>
                        <a:lnTo>
                          <a:pt x="55371" y="5765"/>
                        </a:lnTo>
                        <a:lnTo>
                          <a:pt x="55371" y="2847"/>
                        </a:lnTo>
                        <a:lnTo>
                          <a:pt x="23771" y="2847"/>
                        </a:lnTo>
                        <a:lnTo>
                          <a:pt x="20853" y="0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64" name="Google Shape;1264;p33"/>
                  <p:cNvSpPr/>
                  <p:nvPr/>
                </p:nvSpPr>
                <p:spPr>
                  <a:xfrm>
                    <a:off x="456873" y="1297701"/>
                    <a:ext cx="582389" cy="31667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832" h="14590" extrusionOk="0">
                        <a:moveTo>
                          <a:pt x="4199" y="0"/>
                        </a:moveTo>
                        <a:lnTo>
                          <a:pt x="0" y="4199"/>
                        </a:lnTo>
                        <a:lnTo>
                          <a:pt x="0" y="14590"/>
                        </a:lnTo>
                        <a:lnTo>
                          <a:pt x="2918" y="14590"/>
                        </a:lnTo>
                        <a:lnTo>
                          <a:pt x="2918" y="5409"/>
                        </a:lnTo>
                        <a:lnTo>
                          <a:pt x="5409" y="2918"/>
                        </a:lnTo>
                        <a:lnTo>
                          <a:pt x="26832" y="2918"/>
                        </a:lnTo>
                        <a:lnTo>
                          <a:pt x="26832" y="0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1265" name="Google Shape;1265;p33"/>
                <p:cNvSpPr/>
                <p:nvPr/>
              </p:nvSpPr>
              <p:spPr>
                <a:xfrm>
                  <a:off x="1318650" y="4661868"/>
                  <a:ext cx="882300" cy="639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266" name="Google Shape;1266;p33"/>
              <p:cNvGrpSpPr/>
              <p:nvPr/>
            </p:nvGrpSpPr>
            <p:grpSpPr>
              <a:xfrm>
                <a:off x="3793899" y="3905337"/>
                <a:ext cx="1576126" cy="373000"/>
                <a:chOff x="3548775" y="2113350"/>
                <a:chExt cx="1937225" cy="458400"/>
              </a:xfrm>
            </p:grpSpPr>
            <p:sp>
              <p:nvSpPr>
                <p:cNvPr id="1267" name="Google Shape;1267;p33"/>
                <p:cNvSpPr/>
                <p:nvPr/>
              </p:nvSpPr>
              <p:spPr>
                <a:xfrm>
                  <a:off x="3548775" y="2113350"/>
                  <a:ext cx="159600" cy="458400"/>
                </a:xfrm>
                <a:prstGeom prst="rect">
                  <a:avLst/>
                </a:prstGeom>
                <a:solidFill>
                  <a:schemeClr val="accent3"/>
                </a:solidFill>
                <a:ln w="19050" cap="flat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68" name="Google Shape;1268;p33"/>
                <p:cNvSpPr/>
                <p:nvPr/>
              </p:nvSpPr>
              <p:spPr>
                <a:xfrm>
                  <a:off x="3802721" y="2113350"/>
                  <a:ext cx="159600" cy="458400"/>
                </a:xfrm>
                <a:prstGeom prst="rect">
                  <a:avLst/>
                </a:prstGeom>
                <a:solidFill>
                  <a:schemeClr val="accent3"/>
                </a:solidFill>
                <a:ln w="19050" cap="flat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69" name="Google Shape;1269;p33"/>
                <p:cNvSpPr/>
                <p:nvPr/>
              </p:nvSpPr>
              <p:spPr>
                <a:xfrm>
                  <a:off x="4056668" y="2113350"/>
                  <a:ext cx="159600" cy="458400"/>
                </a:xfrm>
                <a:prstGeom prst="rect">
                  <a:avLst/>
                </a:prstGeom>
                <a:solidFill>
                  <a:schemeClr val="accent3"/>
                </a:solidFill>
                <a:ln w="19050" cap="flat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70" name="Google Shape;1270;p33"/>
                <p:cNvSpPr/>
                <p:nvPr/>
              </p:nvSpPr>
              <p:spPr>
                <a:xfrm>
                  <a:off x="4310614" y="2113350"/>
                  <a:ext cx="159600" cy="458400"/>
                </a:xfrm>
                <a:prstGeom prst="rect">
                  <a:avLst/>
                </a:prstGeom>
                <a:solidFill>
                  <a:schemeClr val="accent3"/>
                </a:solidFill>
                <a:ln w="19050" cap="flat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71" name="Google Shape;1271;p33"/>
                <p:cNvSpPr/>
                <p:nvPr/>
              </p:nvSpPr>
              <p:spPr>
                <a:xfrm>
                  <a:off x="4564561" y="2113350"/>
                  <a:ext cx="159600" cy="458400"/>
                </a:xfrm>
                <a:prstGeom prst="rect">
                  <a:avLst/>
                </a:prstGeom>
                <a:noFill/>
                <a:ln w="19050" cap="flat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72" name="Google Shape;1272;p33"/>
                <p:cNvSpPr/>
                <p:nvPr/>
              </p:nvSpPr>
              <p:spPr>
                <a:xfrm>
                  <a:off x="4818507" y="2113350"/>
                  <a:ext cx="159600" cy="458400"/>
                </a:xfrm>
                <a:prstGeom prst="rect">
                  <a:avLst/>
                </a:prstGeom>
                <a:noFill/>
                <a:ln w="19050" cap="flat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73" name="Google Shape;1273;p33"/>
                <p:cNvSpPr/>
                <p:nvPr/>
              </p:nvSpPr>
              <p:spPr>
                <a:xfrm>
                  <a:off x="5072454" y="2113350"/>
                  <a:ext cx="159600" cy="458400"/>
                </a:xfrm>
                <a:prstGeom prst="rect">
                  <a:avLst/>
                </a:prstGeom>
                <a:noFill/>
                <a:ln w="19050" cap="flat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74" name="Google Shape;1274;p33"/>
                <p:cNvSpPr/>
                <p:nvPr/>
              </p:nvSpPr>
              <p:spPr>
                <a:xfrm>
                  <a:off x="5326400" y="2113350"/>
                  <a:ext cx="159600" cy="458400"/>
                </a:xfrm>
                <a:prstGeom prst="rect">
                  <a:avLst/>
                </a:prstGeom>
                <a:noFill/>
                <a:ln w="19050" cap="flat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275" name="Google Shape;1275;p33"/>
              <p:cNvGrpSpPr/>
              <p:nvPr/>
            </p:nvGrpSpPr>
            <p:grpSpPr>
              <a:xfrm>
                <a:off x="3793904" y="3465677"/>
                <a:ext cx="1576117" cy="294158"/>
                <a:chOff x="971723" y="3386977"/>
                <a:chExt cx="1998627" cy="373013"/>
              </a:xfrm>
            </p:grpSpPr>
            <p:sp>
              <p:nvSpPr>
                <p:cNvPr id="1276" name="Google Shape;1276;p33"/>
                <p:cNvSpPr/>
                <p:nvPr/>
              </p:nvSpPr>
              <p:spPr>
                <a:xfrm>
                  <a:off x="971723" y="3386977"/>
                  <a:ext cx="422464" cy="3730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273" h="17017" extrusionOk="0">
                      <a:moveTo>
                        <a:pt x="5119" y="1"/>
                      </a:moveTo>
                      <a:cubicBezTo>
                        <a:pt x="2198" y="1"/>
                        <a:pt x="0" y="2389"/>
                        <a:pt x="0" y="5554"/>
                      </a:cubicBezTo>
                      <a:cubicBezTo>
                        <a:pt x="0" y="8974"/>
                        <a:pt x="2744" y="11311"/>
                        <a:pt x="6902" y="14855"/>
                      </a:cubicBezTo>
                      <a:cubicBezTo>
                        <a:pt x="7607" y="15458"/>
                        <a:pt x="8408" y="16138"/>
                        <a:pt x="9239" y="16867"/>
                      </a:cubicBezTo>
                      <a:cubicBezTo>
                        <a:pt x="9352" y="16966"/>
                        <a:pt x="9493" y="17016"/>
                        <a:pt x="9635" y="17016"/>
                      </a:cubicBezTo>
                      <a:cubicBezTo>
                        <a:pt x="9776" y="17016"/>
                        <a:pt x="9918" y="16966"/>
                        <a:pt x="10031" y="16867"/>
                      </a:cubicBezTo>
                      <a:cubicBezTo>
                        <a:pt x="10862" y="16138"/>
                        <a:pt x="11663" y="15458"/>
                        <a:pt x="12370" y="14855"/>
                      </a:cubicBezTo>
                      <a:cubicBezTo>
                        <a:pt x="16526" y="11314"/>
                        <a:pt x="19272" y="8974"/>
                        <a:pt x="19272" y="5554"/>
                      </a:cubicBezTo>
                      <a:cubicBezTo>
                        <a:pt x="19272" y="2389"/>
                        <a:pt x="17071" y="1"/>
                        <a:pt x="14153" y="1"/>
                      </a:cubicBezTo>
                      <a:cubicBezTo>
                        <a:pt x="13105" y="1"/>
                        <a:pt x="12148" y="332"/>
                        <a:pt x="11301" y="986"/>
                      </a:cubicBezTo>
                      <a:cubicBezTo>
                        <a:pt x="10491" y="1612"/>
                        <a:pt x="9952" y="2410"/>
                        <a:pt x="9636" y="2991"/>
                      </a:cubicBezTo>
                      <a:cubicBezTo>
                        <a:pt x="9317" y="2410"/>
                        <a:pt x="8778" y="1612"/>
                        <a:pt x="7968" y="986"/>
                      </a:cubicBezTo>
                      <a:cubicBezTo>
                        <a:pt x="7122" y="332"/>
                        <a:pt x="6164" y="1"/>
                        <a:pt x="5119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19050" cap="flat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rgbClr val="435D74"/>
                    </a:solidFill>
                  </a:endParaRPr>
                </a:p>
              </p:txBody>
            </p:sp>
            <p:sp>
              <p:nvSpPr>
                <p:cNvPr id="1277" name="Google Shape;1277;p33"/>
                <p:cNvSpPr/>
                <p:nvPr/>
              </p:nvSpPr>
              <p:spPr>
                <a:xfrm>
                  <a:off x="1497110" y="3386977"/>
                  <a:ext cx="422464" cy="3730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273" h="17017" extrusionOk="0">
                      <a:moveTo>
                        <a:pt x="5119" y="1"/>
                      </a:moveTo>
                      <a:cubicBezTo>
                        <a:pt x="2198" y="1"/>
                        <a:pt x="0" y="2389"/>
                        <a:pt x="0" y="5554"/>
                      </a:cubicBezTo>
                      <a:cubicBezTo>
                        <a:pt x="0" y="8974"/>
                        <a:pt x="2744" y="11311"/>
                        <a:pt x="6902" y="14855"/>
                      </a:cubicBezTo>
                      <a:cubicBezTo>
                        <a:pt x="7607" y="15458"/>
                        <a:pt x="8408" y="16138"/>
                        <a:pt x="9239" y="16867"/>
                      </a:cubicBezTo>
                      <a:cubicBezTo>
                        <a:pt x="9352" y="16966"/>
                        <a:pt x="9493" y="17016"/>
                        <a:pt x="9635" y="17016"/>
                      </a:cubicBezTo>
                      <a:cubicBezTo>
                        <a:pt x="9776" y="17016"/>
                        <a:pt x="9918" y="16966"/>
                        <a:pt x="10031" y="16867"/>
                      </a:cubicBezTo>
                      <a:cubicBezTo>
                        <a:pt x="10862" y="16138"/>
                        <a:pt x="11663" y="15458"/>
                        <a:pt x="12370" y="14855"/>
                      </a:cubicBezTo>
                      <a:cubicBezTo>
                        <a:pt x="16526" y="11314"/>
                        <a:pt x="19272" y="8974"/>
                        <a:pt x="19272" y="5554"/>
                      </a:cubicBezTo>
                      <a:cubicBezTo>
                        <a:pt x="19272" y="2389"/>
                        <a:pt x="17071" y="1"/>
                        <a:pt x="14153" y="1"/>
                      </a:cubicBezTo>
                      <a:cubicBezTo>
                        <a:pt x="13105" y="1"/>
                        <a:pt x="12148" y="332"/>
                        <a:pt x="11301" y="986"/>
                      </a:cubicBezTo>
                      <a:cubicBezTo>
                        <a:pt x="10491" y="1612"/>
                        <a:pt x="9952" y="2410"/>
                        <a:pt x="9636" y="2991"/>
                      </a:cubicBezTo>
                      <a:cubicBezTo>
                        <a:pt x="9317" y="2410"/>
                        <a:pt x="8778" y="1612"/>
                        <a:pt x="7968" y="986"/>
                      </a:cubicBezTo>
                      <a:cubicBezTo>
                        <a:pt x="7122" y="332"/>
                        <a:pt x="6164" y="1"/>
                        <a:pt x="5119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19050" cap="flat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rgbClr val="435D74"/>
                    </a:solidFill>
                  </a:endParaRPr>
                </a:p>
              </p:txBody>
            </p:sp>
            <p:sp>
              <p:nvSpPr>
                <p:cNvPr id="1278" name="Google Shape;1278;p33"/>
                <p:cNvSpPr/>
                <p:nvPr/>
              </p:nvSpPr>
              <p:spPr>
                <a:xfrm>
                  <a:off x="2022498" y="3386977"/>
                  <a:ext cx="422464" cy="3730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273" h="17017" extrusionOk="0">
                      <a:moveTo>
                        <a:pt x="5119" y="1"/>
                      </a:moveTo>
                      <a:cubicBezTo>
                        <a:pt x="2198" y="1"/>
                        <a:pt x="0" y="2389"/>
                        <a:pt x="0" y="5554"/>
                      </a:cubicBezTo>
                      <a:cubicBezTo>
                        <a:pt x="0" y="8974"/>
                        <a:pt x="2744" y="11311"/>
                        <a:pt x="6902" y="14855"/>
                      </a:cubicBezTo>
                      <a:cubicBezTo>
                        <a:pt x="7607" y="15458"/>
                        <a:pt x="8408" y="16138"/>
                        <a:pt x="9239" y="16867"/>
                      </a:cubicBezTo>
                      <a:cubicBezTo>
                        <a:pt x="9352" y="16966"/>
                        <a:pt x="9493" y="17016"/>
                        <a:pt x="9635" y="17016"/>
                      </a:cubicBezTo>
                      <a:cubicBezTo>
                        <a:pt x="9776" y="17016"/>
                        <a:pt x="9918" y="16966"/>
                        <a:pt x="10031" y="16867"/>
                      </a:cubicBezTo>
                      <a:cubicBezTo>
                        <a:pt x="10862" y="16138"/>
                        <a:pt x="11663" y="15458"/>
                        <a:pt x="12370" y="14855"/>
                      </a:cubicBezTo>
                      <a:cubicBezTo>
                        <a:pt x="16526" y="11314"/>
                        <a:pt x="19272" y="8974"/>
                        <a:pt x="19272" y="5554"/>
                      </a:cubicBezTo>
                      <a:cubicBezTo>
                        <a:pt x="19272" y="2389"/>
                        <a:pt x="17071" y="1"/>
                        <a:pt x="14153" y="1"/>
                      </a:cubicBezTo>
                      <a:cubicBezTo>
                        <a:pt x="13105" y="1"/>
                        <a:pt x="12148" y="332"/>
                        <a:pt x="11301" y="986"/>
                      </a:cubicBezTo>
                      <a:cubicBezTo>
                        <a:pt x="10491" y="1612"/>
                        <a:pt x="9952" y="2410"/>
                        <a:pt x="9636" y="2991"/>
                      </a:cubicBezTo>
                      <a:cubicBezTo>
                        <a:pt x="9317" y="2410"/>
                        <a:pt x="8778" y="1612"/>
                        <a:pt x="7968" y="986"/>
                      </a:cubicBezTo>
                      <a:cubicBezTo>
                        <a:pt x="7122" y="332"/>
                        <a:pt x="6164" y="1"/>
                        <a:pt x="5119" y="1"/>
                      </a:cubicBezTo>
                      <a:close/>
                    </a:path>
                  </a:pathLst>
                </a:custGeom>
                <a:noFill/>
                <a:ln w="19050" cap="flat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rgbClr val="435D74"/>
                    </a:solidFill>
                  </a:endParaRPr>
                </a:p>
              </p:txBody>
            </p:sp>
            <p:sp>
              <p:nvSpPr>
                <p:cNvPr id="1279" name="Google Shape;1279;p33"/>
                <p:cNvSpPr/>
                <p:nvPr/>
              </p:nvSpPr>
              <p:spPr>
                <a:xfrm>
                  <a:off x="2547885" y="3386977"/>
                  <a:ext cx="422464" cy="3730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273" h="17017" extrusionOk="0">
                      <a:moveTo>
                        <a:pt x="5119" y="1"/>
                      </a:moveTo>
                      <a:cubicBezTo>
                        <a:pt x="2198" y="1"/>
                        <a:pt x="0" y="2389"/>
                        <a:pt x="0" y="5554"/>
                      </a:cubicBezTo>
                      <a:cubicBezTo>
                        <a:pt x="0" y="8974"/>
                        <a:pt x="2744" y="11311"/>
                        <a:pt x="6902" y="14855"/>
                      </a:cubicBezTo>
                      <a:cubicBezTo>
                        <a:pt x="7607" y="15458"/>
                        <a:pt x="8408" y="16138"/>
                        <a:pt x="9239" y="16867"/>
                      </a:cubicBezTo>
                      <a:cubicBezTo>
                        <a:pt x="9352" y="16966"/>
                        <a:pt x="9493" y="17016"/>
                        <a:pt x="9635" y="17016"/>
                      </a:cubicBezTo>
                      <a:cubicBezTo>
                        <a:pt x="9776" y="17016"/>
                        <a:pt x="9918" y="16966"/>
                        <a:pt x="10031" y="16867"/>
                      </a:cubicBezTo>
                      <a:cubicBezTo>
                        <a:pt x="10862" y="16138"/>
                        <a:pt x="11663" y="15458"/>
                        <a:pt x="12370" y="14855"/>
                      </a:cubicBezTo>
                      <a:cubicBezTo>
                        <a:pt x="16526" y="11314"/>
                        <a:pt x="19272" y="8974"/>
                        <a:pt x="19272" y="5554"/>
                      </a:cubicBezTo>
                      <a:cubicBezTo>
                        <a:pt x="19272" y="2389"/>
                        <a:pt x="17071" y="1"/>
                        <a:pt x="14153" y="1"/>
                      </a:cubicBezTo>
                      <a:cubicBezTo>
                        <a:pt x="13105" y="1"/>
                        <a:pt x="12148" y="332"/>
                        <a:pt x="11301" y="986"/>
                      </a:cubicBezTo>
                      <a:cubicBezTo>
                        <a:pt x="10491" y="1612"/>
                        <a:pt x="9952" y="2410"/>
                        <a:pt x="9636" y="2991"/>
                      </a:cubicBezTo>
                      <a:cubicBezTo>
                        <a:pt x="9317" y="2410"/>
                        <a:pt x="8778" y="1612"/>
                        <a:pt x="7968" y="986"/>
                      </a:cubicBezTo>
                      <a:cubicBezTo>
                        <a:pt x="7122" y="332"/>
                        <a:pt x="6164" y="1"/>
                        <a:pt x="5119" y="1"/>
                      </a:cubicBezTo>
                      <a:close/>
                    </a:path>
                  </a:pathLst>
                </a:custGeom>
                <a:noFill/>
                <a:ln w="19050" cap="flat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rgbClr val="435D74"/>
                    </a:solidFill>
                  </a:endParaRPr>
                </a:p>
              </p:txBody>
            </p:sp>
          </p:grpSp>
        </p:grpSp>
        <p:sp>
          <p:nvSpPr>
            <p:cNvPr id="10" name="Google Shape;1254;p33">
              <a:extLst>
                <a:ext uri="{FF2B5EF4-FFF2-40B4-BE49-F238E27FC236}">
                  <a16:creationId xmlns:a16="http://schemas.microsoft.com/office/drawing/2014/main" id="{C73B19BA-9922-B91C-9B79-6D9C1A88767B}"/>
                </a:ext>
              </a:extLst>
            </p:cNvPr>
            <p:cNvSpPr txBox="1"/>
            <p:nvPr/>
          </p:nvSpPr>
          <p:spPr>
            <a:xfrm>
              <a:off x="5135751" y="1451131"/>
              <a:ext cx="1295554" cy="85937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-US" sz="1600" dirty="0">
                  <a:solidFill>
                    <a:srgbClr val="FFFFFF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/>
                  <a:sym typeface="Roboto"/>
                </a:rPr>
                <a:t>27.2%</a:t>
              </a:r>
            </a:p>
            <a:p>
              <a:pPr algn="ctr">
                <a:lnSpc>
                  <a:spcPts val="1155"/>
                </a:lnSpc>
                <a:spcBef>
                  <a:spcPts val="300"/>
                </a:spcBef>
              </a:pPr>
              <a:r>
                <a:rPr lang="en-US" sz="12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Arial" pitchFamily="34" charset="-120"/>
                </a:rPr>
                <a:t>2,410M units - Fastest growing</a:t>
              </a:r>
              <a:endParaRPr lang="en-US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1" name="Google Shape;1255;p33">
              <a:extLst>
                <a:ext uri="{FF2B5EF4-FFF2-40B4-BE49-F238E27FC236}">
                  <a16:creationId xmlns:a16="http://schemas.microsoft.com/office/drawing/2014/main" id="{7E4A900E-6711-6785-D4E7-7568D5D6A4F0}"/>
                </a:ext>
              </a:extLst>
            </p:cNvPr>
            <p:cNvSpPr txBox="1"/>
            <p:nvPr/>
          </p:nvSpPr>
          <p:spPr>
            <a:xfrm>
              <a:off x="5246528" y="1073899"/>
              <a:ext cx="1041545" cy="2556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b="1" dirty="0">
                  <a:solidFill>
                    <a:srgbClr val="FFFFFF"/>
                  </a:solidFill>
                  <a:latin typeface="OSWALD LIGHT" panose="02000303000000000000" pitchFamily="2" charset="0"/>
                  <a:ea typeface="Fira Sans Extra Condensed Medium"/>
                  <a:cs typeface="Fira Sans Extra Condensed Medium"/>
                  <a:sym typeface="Fira Sans Extra Condensed Medium"/>
                </a:rPr>
                <a:t>Europe</a:t>
              </a:r>
              <a:endParaRPr sz="1200" b="1" dirty="0">
                <a:solidFill>
                  <a:schemeClr val="dk1"/>
                </a:solidFill>
                <a:latin typeface="OSWALD LIGHT" panose="02000303000000000000" pitchFamily="2" charset="0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F3A9538-B568-0CB1-7C4C-6FA0F2A97E7B}"/>
              </a:ext>
            </a:extLst>
          </p:cNvPr>
          <p:cNvGrpSpPr/>
          <p:nvPr/>
        </p:nvGrpSpPr>
        <p:grpSpPr>
          <a:xfrm>
            <a:off x="7384635" y="100343"/>
            <a:ext cx="1543388" cy="2406773"/>
            <a:chOff x="7384635" y="100343"/>
            <a:chExt cx="1543388" cy="2406773"/>
          </a:xfrm>
        </p:grpSpPr>
        <p:grpSp>
          <p:nvGrpSpPr>
            <p:cNvPr id="1230" name="Google Shape;1230;p33"/>
            <p:cNvGrpSpPr/>
            <p:nvPr/>
          </p:nvGrpSpPr>
          <p:grpSpPr>
            <a:xfrm>
              <a:off x="7384635" y="100343"/>
              <a:ext cx="1543388" cy="2406773"/>
              <a:chOff x="456873" y="1297701"/>
              <a:chExt cx="2585934" cy="3428067"/>
            </a:xfrm>
          </p:grpSpPr>
          <p:grpSp>
            <p:nvGrpSpPr>
              <p:cNvPr id="1231" name="Google Shape;1231;p33"/>
              <p:cNvGrpSpPr/>
              <p:nvPr/>
            </p:nvGrpSpPr>
            <p:grpSpPr>
              <a:xfrm>
                <a:off x="456873" y="1297701"/>
                <a:ext cx="2585934" cy="3428067"/>
                <a:chOff x="456873" y="1297701"/>
                <a:chExt cx="2585934" cy="3428067"/>
              </a:xfrm>
            </p:grpSpPr>
            <p:sp>
              <p:nvSpPr>
                <p:cNvPr id="1232" name="Google Shape;1232;p33"/>
                <p:cNvSpPr/>
                <p:nvPr/>
              </p:nvSpPr>
              <p:spPr>
                <a:xfrm rot="10800000">
                  <a:off x="554550" y="1782375"/>
                  <a:ext cx="2410500" cy="2909400"/>
                </a:xfrm>
                <a:prstGeom prst="snip2SameRect">
                  <a:avLst>
                    <a:gd name="adj1" fmla="val 10676"/>
                    <a:gd name="adj2" fmla="val 0"/>
                  </a:avLst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050"/>
                </a:p>
              </p:txBody>
            </p:sp>
            <p:sp>
              <p:nvSpPr>
                <p:cNvPr id="1233" name="Google Shape;1233;p33"/>
                <p:cNvSpPr/>
                <p:nvPr/>
              </p:nvSpPr>
              <p:spPr>
                <a:xfrm rot="10800000">
                  <a:off x="707850" y="1722557"/>
                  <a:ext cx="2103900" cy="2810700"/>
                </a:xfrm>
                <a:prstGeom prst="snip2SameRect">
                  <a:avLst>
                    <a:gd name="adj1" fmla="val 8297"/>
                    <a:gd name="adj2" fmla="val 0"/>
                  </a:avLst>
                </a:prstGeom>
                <a:noFill/>
                <a:ln w="19050" cap="flat" cmpd="sng">
                  <a:solidFill>
                    <a:srgbClr val="924CC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050"/>
                </a:p>
              </p:txBody>
            </p:sp>
            <p:grpSp>
              <p:nvGrpSpPr>
                <p:cNvPr id="1234" name="Google Shape;1234;p33"/>
                <p:cNvGrpSpPr/>
                <p:nvPr/>
              </p:nvGrpSpPr>
              <p:grpSpPr>
                <a:xfrm>
                  <a:off x="456873" y="1297701"/>
                  <a:ext cx="2585934" cy="634893"/>
                  <a:chOff x="456873" y="1297701"/>
                  <a:chExt cx="2585934" cy="634893"/>
                </a:xfrm>
              </p:grpSpPr>
              <p:sp>
                <p:nvSpPr>
                  <p:cNvPr id="1235" name="Google Shape;1235;p33"/>
                  <p:cNvSpPr/>
                  <p:nvPr/>
                </p:nvSpPr>
                <p:spPr>
                  <a:xfrm>
                    <a:off x="487759" y="1327046"/>
                    <a:ext cx="2547321" cy="57466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7361" h="26476" extrusionOk="0">
                        <a:moveTo>
                          <a:pt x="96508" y="0"/>
                        </a:moveTo>
                        <a:lnTo>
                          <a:pt x="92167" y="5125"/>
                        </a:lnTo>
                        <a:lnTo>
                          <a:pt x="40639" y="5125"/>
                        </a:lnTo>
                        <a:lnTo>
                          <a:pt x="37152" y="143"/>
                        </a:lnTo>
                        <a:lnTo>
                          <a:pt x="3346" y="143"/>
                        </a:lnTo>
                        <a:lnTo>
                          <a:pt x="1" y="3488"/>
                        </a:lnTo>
                        <a:lnTo>
                          <a:pt x="1" y="20355"/>
                        </a:lnTo>
                        <a:lnTo>
                          <a:pt x="3203" y="23558"/>
                        </a:lnTo>
                        <a:lnTo>
                          <a:pt x="79000" y="23558"/>
                        </a:lnTo>
                        <a:lnTo>
                          <a:pt x="81847" y="26476"/>
                        </a:lnTo>
                        <a:lnTo>
                          <a:pt x="114087" y="26476"/>
                        </a:lnTo>
                        <a:lnTo>
                          <a:pt x="117361" y="23202"/>
                        </a:lnTo>
                        <a:lnTo>
                          <a:pt x="117361" y="4911"/>
                        </a:lnTo>
                        <a:lnTo>
                          <a:pt x="112450" y="0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050"/>
                  </a:p>
                </p:txBody>
              </p:sp>
              <p:sp>
                <p:nvSpPr>
                  <p:cNvPr id="1236" name="Google Shape;1236;p33"/>
                  <p:cNvSpPr/>
                  <p:nvPr/>
                </p:nvSpPr>
                <p:spPr>
                  <a:xfrm>
                    <a:off x="480032" y="1319319"/>
                    <a:ext cx="2562774" cy="59011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8073" h="27188" extrusionOk="0">
                        <a:moveTo>
                          <a:pt x="112664" y="855"/>
                        </a:moveTo>
                        <a:lnTo>
                          <a:pt x="117290" y="5481"/>
                        </a:lnTo>
                        <a:lnTo>
                          <a:pt x="117290" y="23415"/>
                        </a:lnTo>
                        <a:lnTo>
                          <a:pt x="114301" y="26404"/>
                        </a:lnTo>
                        <a:lnTo>
                          <a:pt x="82416" y="26404"/>
                        </a:lnTo>
                        <a:lnTo>
                          <a:pt x="79498" y="23558"/>
                        </a:lnTo>
                        <a:lnTo>
                          <a:pt x="3773" y="23558"/>
                        </a:lnTo>
                        <a:lnTo>
                          <a:pt x="784" y="20569"/>
                        </a:lnTo>
                        <a:lnTo>
                          <a:pt x="784" y="3986"/>
                        </a:lnTo>
                        <a:lnTo>
                          <a:pt x="3915" y="926"/>
                        </a:lnTo>
                        <a:lnTo>
                          <a:pt x="37294" y="926"/>
                        </a:lnTo>
                        <a:lnTo>
                          <a:pt x="40782" y="5908"/>
                        </a:lnTo>
                        <a:lnTo>
                          <a:pt x="92736" y="5908"/>
                        </a:lnTo>
                        <a:lnTo>
                          <a:pt x="97077" y="855"/>
                        </a:lnTo>
                        <a:close/>
                        <a:moveTo>
                          <a:pt x="96722" y="1"/>
                        </a:moveTo>
                        <a:lnTo>
                          <a:pt x="92380" y="5125"/>
                        </a:lnTo>
                        <a:lnTo>
                          <a:pt x="41209" y="5125"/>
                        </a:lnTo>
                        <a:lnTo>
                          <a:pt x="37721" y="143"/>
                        </a:lnTo>
                        <a:lnTo>
                          <a:pt x="3559" y="143"/>
                        </a:lnTo>
                        <a:lnTo>
                          <a:pt x="1" y="3701"/>
                        </a:lnTo>
                        <a:lnTo>
                          <a:pt x="1" y="20853"/>
                        </a:lnTo>
                        <a:lnTo>
                          <a:pt x="3417" y="24341"/>
                        </a:lnTo>
                        <a:lnTo>
                          <a:pt x="79142" y="24341"/>
                        </a:lnTo>
                        <a:lnTo>
                          <a:pt x="82060" y="27187"/>
                        </a:lnTo>
                        <a:lnTo>
                          <a:pt x="114657" y="27187"/>
                        </a:lnTo>
                        <a:lnTo>
                          <a:pt x="118073" y="23842"/>
                        </a:lnTo>
                        <a:lnTo>
                          <a:pt x="118073" y="5125"/>
                        </a:lnTo>
                        <a:lnTo>
                          <a:pt x="113020" y="1"/>
                        </a:lnTo>
                        <a:close/>
                      </a:path>
                    </a:pathLst>
                  </a:custGeom>
                  <a:solidFill>
                    <a:srgbClr val="924CCF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050"/>
                  </a:p>
                </p:txBody>
              </p:sp>
              <p:sp>
                <p:nvSpPr>
                  <p:cNvPr id="1237" name="Google Shape;1237;p33"/>
                  <p:cNvSpPr/>
                  <p:nvPr/>
                </p:nvSpPr>
                <p:spPr>
                  <a:xfrm>
                    <a:off x="1762190" y="1807465"/>
                    <a:ext cx="1201849" cy="1251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5372" h="5765" extrusionOk="0">
                        <a:moveTo>
                          <a:pt x="0" y="0"/>
                        </a:moveTo>
                        <a:lnTo>
                          <a:pt x="0" y="2847"/>
                        </a:lnTo>
                        <a:lnTo>
                          <a:pt x="19643" y="2847"/>
                        </a:lnTo>
                        <a:lnTo>
                          <a:pt x="22561" y="5765"/>
                        </a:lnTo>
                        <a:lnTo>
                          <a:pt x="55371" y="5765"/>
                        </a:lnTo>
                        <a:lnTo>
                          <a:pt x="55371" y="2847"/>
                        </a:lnTo>
                        <a:lnTo>
                          <a:pt x="23771" y="2847"/>
                        </a:lnTo>
                        <a:lnTo>
                          <a:pt x="20853" y="0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050"/>
                  </a:p>
                </p:txBody>
              </p:sp>
              <p:sp>
                <p:nvSpPr>
                  <p:cNvPr id="1238" name="Google Shape;1238;p33"/>
                  <p:cNvSpPr/>
                  <p:nvPr/>
                </p:nvSpPr>
                <p:spPr>
                  <a:xfrm>
                    <a:off x="456873" y="1297701"/>
                    <a:ext cx="582389" cy="31667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832" h="14590" extrusionOk="0">
                        <a:moveTo>
                          <a:pt x="4199" y="0"/>
                        </a:moveTo>
                        <a:lnTo>
                          <a:pt x="0" y="4199"/>
                        </a:lnTo>
                        <a:lnTo>
                          <a:pt x="0" y="14590"/>
                        </a:lnTo>
                        <a:lnTo>
                          <a:pt x="2918" y="14590"/>
                        </a:lnTo>
                        <a:lnTo>
                          <a:pt x="2918" y="5409"/>
                        </a:lnTo>
                        <a:lnTo>
                          <a:pt x="5409" y="2918"/>
                        </a:lnTo>
                        <a:lnTo>
                          <a:pt x="26832" y="2918"/>
                        </a:lnTo>
                        <a:lnTo>
                          <a:pt x="26832" y="0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050"/>
                  </a:p>
                </p:txBody>
              </p:sp>
            </p:grpSp>
            <p:sp>
              <p:nvSpPr>
                <p:cNvPr id="1239" name="Google Shape;1239;p33"/>
                <p:cNvSpPr/>
                <p:nvPr/>
              </p:nvSpPr>
              <p:spPr>
                <a:xfrm>
                  <a:off x="1318650" y="4661868"/>
                  <a:ext cx="882300" cy="63900"/>
                </a:xfrm>
                <a:prstGeom prst="rect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050"/>
                </a:p>
              </p:txBody>
            </p:sp>
          </p:grpSp>
          <p:grpSp>
            <p:nvGrpSpPr>
              <p:cNvPr id="1240" name="Google Shape;1240;p33"/>
              <p:cNvGrpSpPr/>
              <p:nvPr/>
            </p:nvGrpSpPr>
            <p:grpSpPr>
              <a:xfrm>
                <a:off x="971737" y="3905337"/>
                <a:ext cx="1576126" cy="373000"/>
                <a:chOff x="3548775" y="2113350"/>
                <a:chExt cx="1937225" cy="458400"/>
              </a:xfrm>
            </p:grpSpPr>
            <p:sp>
              <p:nvSpPr>
                <p:cNvPr id="1241" name="Google Shape;1241;p33"/>
                <p:cNvSpPr/>
                <p:nvPr/>
              </p:nvSpPr>
              <p:spPr>
                <a:xfrm>
                  <a:off x="3548775" y="2113350"/>
                  <a:ext cx="159600" cy="458400"/>
                </a:xfrm>
                <a:prstGeom prst="rect">
                  <a:avLst/>
                </a:prstGeom>
                <a:solidFill>
                  <a:srgbClr val="924CCF"/>
                </a:solidFill>
                <a:ln w="19050" cap="flat" cmpd="sng">
                  <a:solidFill>
                    <a:srgbClr val="924CC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050"/>
                </a:p>
              </p:txBody>
            </p:sp>
            <p:sp>
              <p:nvSpPr>
                <p:cNvPr id="1242" name="Google Shape;1242;p33"/>
                <p:cNvSpPr/>
                <p:nvPr/>
              </p:nvSpPr>
              <p:spPr>
                <a:xfrm>
                  <a:off x="3802721" y="2113350"/>
                  <a:ext cx="159600" cy="458400"/>
                </a:xfrm>
                <a:prstGeom prst="rect">
                  <a:avLst/>
                </a:prstGeom>
                <a:solidFill>
                  <a:srgbClr val="924CCF"/>
                </a:solidFill>
                <a:ln w="19050" cap="flat" cmpd="sng">
                  <a:solidFill>
                    <a:srgbClr val="924CC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050"/>
                </a:p>
              </p:txBody>
            </p:sp>
            <p:sp>
              <p:nvSpPr>
                <p:cNvPr id="1243" name="Google Shape;1243;p33"/>
                <p:cNvSpPr/>
                <p:nvPr/>
              </p:nvSpPr>
              <p:spPr>
                <a:xfrm>
                  <a:off x="4056668" y="2113350"/>
                  <a:ext cx="159600" cy="458400"/>
                </a:xfrm>
                <a:prstGeom prst="rect">
                  <a:avLst/>
                </a:prstGeom>
                <a:noFill/>
                <a:ln w="19050" cap="flat" cmpd="sng">
                  <a:solidFill>
                    <a:srgbClr val="924CC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050"/>
                </a:p>
              </p:txBody>
            </p:sp>
            <p:sp>
              <p:nvSpPr>
                <p:cNvPr id="1244" name="Google Shape;1244;p33"/>
                <p:cNvSpPr/>
                <p:nvPr/>
              </p:nvSpPr>
              <p:spPr>
                <a:xfrm>
                  <a:off x="4310614" y="2113350"/>
                  <a:ext cx="159600" cy="458400"/>
                </a:xfrm>
                <a:prstGeom prst="rect">
                  <a:avLst/>
                </a:prstGeom>
                <a:noFill/>
                <a:ln w="19050" cap="flat" cmpd="sng">
                  <a:solidFill>
                    <a:srgbClr val="924CC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050"/>
                </a:p>
              </p:txBody>
            </p:sp>
            <p:sp>
              <p:nvSpPr>
                <p:cNvPr id="1245" name="Google Shape;1245;p33"/>
                <p:cNvSpPr/>
                <p:nvPr/>
              </p:nvSpPr>
              <p:spPr>
                <a:xfrm>
                  <a:off x="4564561" y="2113350"/>
                  <a:ext cx="159600" cy="458400"/>
                </a:xfrm>
                <a:prstGeom prst="rect">
                  <a:avLst/>
                </a:prstGeom>
                <a:noFill/>
                <a:ln w="19050" cap="flat" cmpd="sng">
                  <a:solidFill>
                    <a:srgbClr val="924CC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050"/>
                </a:p>
              </p:txBody>
            </p:sp>
            <p:sp>
              <p:nvSpPr>
                <p:cNvPr id="1246" name="Google Shape;1246;p33"/>
                <p:cNvSpPr/>
                <p:nvPr/>
              </p:nvSpPr>
              <p:spPr>
                <a:xfrm>
                  <a:off x="4818507" y="2113350"/>
                  <a:ext cx="159600" cy="458400"/>
                </a:xfrm>
                <a:prstGeom prst="rect">
                  <a:avLst/>
                </a:prstGeom>
                <a:noFill/>
                <a:ln w="19050" cap="flat" cmpd="sng">
                  <a:solidFill>
                    <a:srgbClr val="924CC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050"/>
                </a:p>
              </p:txBody>
            </p:sp>
            <p:sp>
              <p:nvSpPr>
                <p:cNvPr id="1247" name="Google Shape;1247;p33"/>
                <p:cNvSpPr/>
                <p:nvPr/>
              </p:nvSpPr>
              <p:spPr>
                <a:xfrm>
                  <a:off x="5072454" y="2113350"/>
                  <a:ext cx="159600" cy="458400"/>
                </a:xfrm>
                <a:prstGeom prst="rect">
                  <a:avLst/>
                </a:prstGeom>
                <a:noFill/>
                <a:ln w="19050" cap="flat" cmpd="sng">
                  <a:solidFill>
                    <a:srgbClr val="924CC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050"/>
                </a:p>
              </p:txBody>
            </p:sp>
            <p:sp>
              <p:nvSpPr>
                <p:cNvPr id="1248" name="Google Shape;1248;p33"/>
                <p:cNvSpPr/>
                <p:nvPr/>
              </p:nvSpPr>
              <p:spPr>
                <a:xfrm>
                  <a:off x="5326400" y="2113350"/>
                  <a:ext cx="159600" cy="458400"/>
                </a:xfrm>
                <a:prstGeom prst="rect">
                  <a:avLst/>
                </a:prstGeom>
                <a:noFill/>
                <a:ln w="19050" cap="flat" cmpd="sng">
                  <a:solidFill>
                    <a:srgbClr val="924CC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050"/>
                </a:p>
              </p:txBody>
            </p:sp>
          </p:grpSp>
          <p:grpSp>
            <p:nvGrpSpPr>
              <p:cNvPr id="1249" name="Google Shape;1249;p33"/>
              <p:cNvGrpSpPr/>
              <p:nvPr/>
            </p:nvGrpSpPr>
            <p:grpSpPr>
              <a:xfrm>
                <a:off x="971742" y="3465677"/>
                <a:ext cx="1576117" cy="294158"/>
                <a:chOff x="971723" y="3386977"/>
                <a:chExt cx="1998627" cy="373013"/>
              </a:xfrm>
            </p:grpSpPr>
            <p:sp>
              <p:nvSpPr>
                <p:cNvPr id="1250" name="Google Shape;1250;p33"/>
                <p:cNvSpPr/>
                <p:nvPr/>
              </p:nvSpPr>
              <p:spPr>
                <a:xfrm>
                  <a:off x="971723" y="3386977"/>
                  <a:ext cx="422464" cy="3730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273" h="17017" extrusionOk="0">
                      <a:moveTo>
                        <a:pt x="5119" y="1"/>
                      </a:moveTo>
                      <a:cubicBezTo>
                        <a:pt x="2198" y="1"/>
                        <a:pt x="0" y="2389"/>
                        <a:pt x="0" y="5554"/>
                      </a:cubicBezTo>
                      <a:cubicBezTo>
                        <a:pt x="0" y="8974"/>
                        <a:pt x="2744" y="11311"/>
                        <a:pt x="6902" y="14855"/>
                      </a:cubicBezTo>
                      <a:cubicBezTo>
                        <a:pt x="7607" y="15458"/>
                        <a:pt x="8408" y="16138"/>
                        <a:pt x="9239" y="16867"/>
                      </a:cubicBezTo>
                      <a:cubicBezTo>
                        <a:pt x="9352" y="16966"/>
                        <a:pt x="9493" y="17016"/>
                        <a:pt x="9635" y="17016"/>
                      </a:cubicBezTo>
                      <a:cubicBezTo>
                        <a:pt x="9776" y="17016"/>
                        <a:pt x="9918" y="16966"/>
                        <a:pt x="10031" y="16867"/>
                      </a:cubicBezTo>
                      <a:cubicBezTo>
                        <a:pt x="10862" y="16138"/>
                        <a:pt x="11663" y="15458"/>
                        <a:pt x="12370" y="14855"/>
                      </a:cubicBezTo>
                      <a:cubicBezTo>
                        <a:pt x="16526" y="11314"/>
                        <a:pt x="19272" y="8974"/>
                        <a:pt x="19272" y="5554"/>
                      </a:cubicBezTo>
                      <a:cubicBezTo>
                        <a:pt x="19272" y="2389"/>
                        <a:pt x="17071" y="1"/>
                        <a:pt x="14153" y="1"/>
                      </a:cubicBezTo>
                      <a:cubicBezTo>
                        <a:pt x="13105" y="1"/>
                        <a:pt x="12148" y="332"/>
                        <a:pt x="11301" y="986"/>
                      </a:cubicBezTo>
                      <a:cubicBezTo>
                        <a:pt x="10491" y="1612"/>
                        <a:pt x="9952" y="2410"/>
                        <a:pt x="9636" y="2991"/>
                      </a:cubicBezTo>
                      <a:cubicBezTo>
                        <a:pt x="9317" y="2410"/>
                        <a:pt x="8778" y="1612"/>
                        <a:pt x="7968" y="986"/>
                      </a:cubicBezTo>
                      <a:cubicBezTo>
                        <a:pt x="7122" y="332"/>
                        <a:pt x="6164" y="1"/>
                        <a:pt x="5119" y="1"/>
                      </a:cubicBezTo>
                      <a:close/>
                    </a:path>
                  </a:pathLst>
                </a:custGeom>
                <a:solidFill>
                  <a:srgbClr val="924CCF"/>
                </a:solidFill>
                <a:ln w="19050" cap="flat" cmpd="sng">
                  <a:solidFill>
                    <a:srgbClr val="924CC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050">
                    <a:solidFill>
                      <a:srgbClr val="435D74"/>
                    </a:solidFill>
                  </a:endParaRPr>
                </a:p>
              </p:txBody>
            </p:sp>
            <p:sp>
              <p:nvSpPr>
                <p:cNvPr id="1251" name="Google Shape;1251;p33"/>
                <p:cNvSpPr/>
                <p:nvPr/>
              </p:nvSpPr>
              <p:spPr>
                <a:xfrm>
                  <a:off x="1497110" y="3386977"/>
                  <a:ext cx="422464" cy="3730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273" h="17017" extrusionOk="0">
                      <a:moveTo>
                        <a:pt x="5119" y="1"/>
                      </a:moveTo>
                      <a:cubicBezTo>
                        <a:pt x="2198" y="1"/>
                        <a:pt x="0" y="2389"/>
                        <a:pt x="0" y="5554"/>
                      </a:cubicBezTo>
                      <a:cubicBezTo>
                        <a:pt x="0" y="8974"/>
                        <a:pt x="2744" y="11311"/>
                        <a:pt x="6902" y="14855"/>
                      </a:cubicBezTo>
                      <a:cubicBezTo>
                        <a:pt x="7607" y="15458"/>
                        <a:pt x="8408" y="16138"/>
                        <a:pt x="9239" y="16867"/>
                      </a:cubicBezTo>
                      <a:cubicBezTo>
                        <a:pt x="9352" y="16966"/>
                        <a:pt x="9493" y="17016"/>
                        <a:pt x="9635" y="17016"/>
                      </a:cubicBezTo>
                      <a:cubicBezTo>
                        <a:pt x="9776" y="17016"/>
                        <a:pt x="9918" y="16966"/>
                        <a:pt x="10031" y="16867"/>
                      </a:cubicBezTo>
                      <a:cubicBezTo>
                        <a:pt x="10862" y="16138"/>
                        <a:pt x="11663" y="15458"/>
                        <a:pt x="12370" y="14855"/>
                      </a:cubicBezTo>
                      <a:cubicBezTo>
                        <a:pt x="16526" y="11314"/>
                        <a:pt x="19272" y="8974"/>
                        <a:pt x="19272" y="5554"/>
                      </a:cubicBezTo>
                      <a:cubicBezTo>
                        <a:pt x="19272" y="2389"/>
                        <a:pt x="17071" y="1"/>
                        <a:pt x="14153" y="1"/>
                      </a:cubicBezTo>
                      <a:cubicBezTo>
                        <a:pt x="13105" y="1"/>
                        <a:pt x="12148" y="332"/>
                        <a:pt x="11301" y="986"/>
                      </a:cubicBezTo>
                      <a:cubicBezTo>
                        <a:pt x="10491" y="1612"/>
                        <a:pt x="9952" y="2410"/>
                        <a:pt x="9636" y="2991"/>
                      </a:cubicBezTo>
                      <a:cubicBezTo>
                        <a:pt x="9317" y="2410"/>
                        <a:pt x="8778" y="1612"/>
                        <a:pt x="7968" y="986"/>
                      </a:cubicBezTo>
                      <a:cubicBezTo>
                        <a:pt x="7122" y="332"/>
                        <a:pt x="6164" y="1"/>
                        <a:pt x="5119" y="1"/>
                      </a:cubicBezTo>
                      <a:close/>
                    </a:path>
                  </a:pathLst>
                </a:custGeom>
                <a:noFill/>
                <a:ln w="19050" cap="flat" cmpd="sng">
                  <a:solidFill>
                    <a:srgbClr val="924CC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050">
                    <a:solidFill>
                      <a:srgbClr val="435D74"/>
                    </a:solidFill>
                  </a:endParaRPr>
                </a:p>
              </p:txBody>
            </p:sp>
            <p:sp>
              <p:nvSpPr>
                <p:cNvPr id="1252" name="Google Shape;1252;p33"/>
                <p:cNvSpPr/>
                <p:nvPr/>
              </p:nvSpPr>
              <p:spPr>
                <a:xfrm>
                  <a:off x="2022498" y="3386977"/>
                  <a:ext cx="422464" cy="3730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273" h="17017" extrusionOk="0">
                      <a:moveTo>
                        <a:pt x="5119" y="1"/>
                      </a:moveTo>
                      <a:cubicBezTo>
                        <a:pt x="2198" y="1"/>
                        <a:pt x="0" y="2389"/>
                        <a:pt x="0" y="5554"/>
                      </a:cubicBezTo>
                      <a:cubicBezTo>
                        <a:pt x="0" y="8974"/>
                        <a:pt x="2744" y="11311"/>
                        <a:pt x="6902" y="14855"/>
                      </a:cubicBezTo>
                      <a:cubicBezTo>
                        <a:pt x="7607" y="15458"/>
                        <a:pt x="8408" y="16138"/>
                        <a:pt x="9239" y="16867"/>
                      </a:cubicBezTo>
                      <a:cubicBezTo>
                        <a:pt x="9352" y="16966"/>
                        <a:pt x="9493" y="17016"/>
                        <a:pt x="9635" y="17016"/>
                      </a:cubicBezTo>
                      <a:cubicBezTo>
                        <a:pt x="9776" y="17016"/>
                        <a:pt x="9918" y="16966"/>
                        <a:pt x="10031" y="16867"/>
                      </a:cubicBezTo>
                      <a:cubicBezTo>
                        <a:pt x="10862" y="16138"/>
                        <a:pt x="11663" y="15458"/>
                        <a:pt x="12370" y="14855"/>
                      </a:cubicBezTo>
                      <a:cubicBezTo>
                        <a:pt x="16526" y="11314"/>
                        <a:pt x="19272" y="8974"/>
                        <a:pt x="19272" y="5554"/>
                      </a:cubicBezTo>
                      <a:cubicBezTo>
                        <a:pt x="19272" y="2389"/>
                        <a:pt x="17071" y="1"/>
                        <a:pt x="14153" y="1"/>
                      </a:cubicBezTo>
                      <a:cubicBezTo>
                        <a:pt x="13105" y="1"/>
                        <a:pt x="12148" y="332"/>
                        <a:pt x="11301" y="986"/>
                      </a:cubicBezTo>
                      <a:cubicBezTo>
                        <a:pt x="10491" y="1612"/>
                        <a:pt x="9952" y="2410"/>
                        <a:pt x="9636" y="2991"/>
                      </a:cubicBezTo>
                      <a:cubicBezTo>
                        <a:pt x="9317" y="2410"/>
                        <a:pt x="8778" y="1612"/>
                        <a:pt x="7968" y="986"/>
                      </a:cubicBezTo>
                      <a:cubicBezTo>
                        <a:pt x="7122" y="332"/>
                        <a:pt x="6164" y="1"/>
                        <a:pt x="5119" y="1"/>
                      </a:cubicBezTo>
                      <a:close/>
                    </a:path>
                  </a:pathLst>
                </a:custGeom>
                <a:noFill/>
                <a:ln w="19050" cap="flat" cmpd="sng">
                  <a:solidFill>
                    <a:srgbClr val="924CC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050">
                    <a:solidFill>
                      <a:srgbClr val="435D74"/>
                    </a:solidFill>
                  </a:endParaRPr>
                </a:p>
              </p:txBody>
            </p:sp>
            <p:sp>
              <p:nvSpPr>
                <p:cNvPr id="1253" name="Google Shape;1253;p33"/>
                <p:cNvSpPr/>
                <p:nvPr/>
              </p:nvSpPr>
              <p:spPr>
                <a:xfrm>
                  <a:off x="2547885" y="3386977"/>
                  <a:ext cx="422464" cy="3730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273" h="17017" extrusionOk="0">
                      <a:moveTo>
                        <a:pt x="5119" y="1"/>
                      </a:moveTo>
                      <a:cubicBezTo>
                        <a:pt x="2198" y="1"/>
                        <a:pt x="0" y="2389"/>
                        <a:pt x="0" y="5554"/>
                      </a:cubicBezTo>
                      <a:cubicBezTo>
                        <a:pt x="0" y="8974"/>
                        <a:pt x="2744" y="11311"/>
                        <a:pt x="6902" y="14855"/>
                      </a:cubicBezTo>
                      <a:cubicBezTo>
                        <a:pt x="7607" y="15458"/>
                        <a:pt x="8408" y="16138"/>
                        <a:pt x="9239" y="16867"/>
                      </a:cubicBezTo>
                      <a:cubicBezTo>
                        <a:pt x="9352" y="16966"/>
                        <a:pt x="9493" y="17016"/>
                        <a:pt x="9635" y="17016"/>
                      </a:cubicBezTo>
                      <a:cubicBezTo>
                        <a:pt x="9776" y="17016"/>
                        <a:pt x="9918" y="16966"/>
                        <a:pt x="10031" y="16867"/>
                      </a:cubicBezTo>
                      <a:cubicBezTo>
                        <a:pt x="10862" y="16138"/>
                        <a:pt x="11663" y="15458"/>
                        <a:pt x="12370" y="14855"/>
                      </a:cubicBezTo>
                      <a:cubicBezTo>
                        <a:pt x="16526" y="11314"/>
                        <a:pt x="19272" y="8974"/>
                        <a:pt x="19272" y="5554"/>
                      </a:cubicBezTo>
                      <a:cubicBezTo>
                        <a:pt x="19272" y="2389"/>
                        <a:pt x="17071" y="1"/>
                        <a:pt x="14153" y="1"/>
                      </a:cubicBezTo>
                      <a:cubicBezTo>
                        <a:pt x="13105" y="1"/>
                        <a:pt x="12148" y="332"/>
                        <a:pt x="11301" y="986"/>
                      </a:cubicBezTo>
                      <a:cubicBezTo>
                        <a:pt x="10491" y="1612"/>
                        <a:pt x="9952" y="2410"/>
                        <a:pt x="9636" y="2991"/>
                      </a:cubicBezTo>
                      <a:cubicBezTo>
                        <a:pt x="9317" y="2410"/>
                        <a:pt x="8778" y="1612"/>
                        <a:pt x="7968" y="986"/>
                      </a:cubicBezTo>
                      <a:cubicBezTo>
                        <a:pt x="7122" y="332"/>
                        <a:pt x="6164" y="1"/>
                        <a:pt x="5119" y="1"/>
                      </a:cubicBezTo>
                      <a:close/>
                    </a:path>
                  </a:pathLst>
                </a:custGeom>
                <a:noFill/>
                <a:ln w="19050" cap="flat" cmpd="sng">
                  <a:solidFill>
                    <a:srgbClr val="924CC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050">
                    <a:solidFill>
                      <a:srgbClr val="435D74"/>
                    </a:solidFill>
                  </a:endParaRPr>
                </a:p>
              </p:txBody>
            </p:sp>
          </p:grpSp>
        </p:grpSp>
        <p:sp>
          <p:nvSpPr>
            <p:cNvPr id="12" name="Google Shape;1306;p33">
              <a:extLst>
                <a:ext uri="{FF2B5EF4-FFF2-40B4-BE49-F238E27FC236}">
                  <a16:creationId xmlns:a16="http://schemas.microsoft.com/office/drawing/2014/main" id="{806C04E5-15C7-3F2A-BA14-545B3919EEE1}"/>
                </a:ext>
              </a:extLst>
            </p:cNvPr>
            <p:cNvSpPr txBox="1"/>
            <p:nvPr/>
          </p:nvSpPr>
          <p:spPr>
            <a:xfrm>
              <a:off x="7503891" y="504354"/>
              <a:ext cx="1302098" cy="9648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dirty="0">
                  <a:solidFill>
                    <a:srgbClr val="FFFFFF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/>
                  <a:sym typeface="Roboto"/>
                </a:rPr>
                <a:t>14.4%</a:t>
              </a:r>
            </a:p>
            <a:p>
              <a:pPr algn="ctr"/>
              <a:r>
                <a:rPr lang="en-US" sz="12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Arial" pitchFamily="34" charset="-120"/>
                </a:rPr>
                <a:t>1,285M units - Unique preferences</a:t>
              </a:r>
              <a:endParaRPr lang="en-US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3" name="Google Shape;1307;p33">
              <a:extLst>
                <a:ext uri="{FF2B5EF4-FFF2-40B4-BE49-F238E27FC236}">
                  <a16:creationId xmlns:a16="http://schemas.microsoft.com/office/drawing/2014/main" id="{F8716C3E-78B6-0CDB-8CE4-33D85FC0E595}"/>
                </a:ext>
              </a:extLst>
            </p:cNvPr>
            <p:cNvSpPr txBox="1"/>
            <p:nvPr/>
          </p:nvSpPr>
          <p:spPr>
            <a:xfrm>
              <a:off x="7657371" y="206660"/>
              <a:ext cx="1041545" cy="2556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b="1" dirty="0">
                  <a:solidFill>
                    <a:srgbClr val="FFFFFF"/>
                  </a:solidFill>
                  <a:latin typeface="OSWALD LIGHT" panose="02000303000000000000" pitchFamily="2" charset="0"/>
                  <a:ea typeface="Fira Sans Extra Condensed Medium"/>
                  <a:cs typeface="Fira Sans Extra Condensed Medium"/>
                  <a:sym typeface="Fira Sans Extra Condensed Medium"/>
                </a:rPr>
                <a:t>Japan</a:t>
              </a:r>
              <a:endParaRPr sz="1600" b="1" dirty="0">
                <a:solidFill>
                  <a:schemeClr val="dk1"/>
                </a:solidFill>
                <a:latin typeface="OSWALD LIGHT" panose="02000303000000000000" pitchFamily="2" charset="0"/>
              </a:endParaRPr>
            </a:p>
          </p:txBody>
        </p:sp>
      </p:grpSp>
      <p:graphicFrame>
        <p:nvGraphicFramePr>
          <p:cNvPr id="19" name="Chart 18">
            <a:extLst>
              <a:ext uri="{FF2B5EF4-FFF2-40B4-BE49-F238E27FC236}">
                <a16:creationId xmlns:a16="http://schemas.microsoft.com/office/drawing/2014/main" id="{FBA7887F-4D25-C66D-4C29-B77F1069F11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33551302"/>
              </p:ext>
            </p:extLst>
          </p:nvPr>
        </p:nvGraphicFramePr>
        <p:xfrm>
          <a:off x="-776269" y="551384"/>
          <a:ext cx="6531661" cy="45510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0" name="Google Shape;1640;p38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40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200" dirty="0"/>
              <a:t>Europe’s Rising Market Share</a:t>
            </a:r>
            <a:endParaRPr sz="3200" dirty="0"/>
          </a:p>
        </p:txBody>
      </p:sp>
      <p:grpSp>
        <p:nvGrpSpPr>
          <p:cNvPr id="1740" name="Google Shape;1740;p38"/>
          <p:cNvGrpSpPr/>
          <p:nvPr/>
        </p:nvGrpSpPr>
        <p:grpSpPr>
          <a:xfrm>
            <a:off x="538223" y="1075862"/>
            <a:ext cx="8229600" cy="804071"/>
            <a:chOff x="457200" y="3923234"/>
            <a:chExt cx="8229600" cy="804071"/>
          </a:xfrm>
        </p:grpSpPr>
        <p:grpSp>
          <p:nvGrpSpPr>
            <p:cNvPr id="1741" name="Google Shape;1741;p38"/>
            <p:cNvGrpSpPr/>
            <p:nvPr/>
          </p:nvGrpSpPr>
          <p:grpSpPr>
            <a:xfrm>
              <a:off x="457200" y="3923234"/>
              <a:ext cx="8229600" cy="804071"/>
              <a:chOff x="457200" y="3923234"/>
              <a:chExt cx="8229600" cy="804071"/>
            </a:xfrm>
          </p:grpSpPr>
          <p:sp>
            <p:nvSpPr>
              <p:cNvPr id="1742" name="Google Shape;1742;p38"/>
              <p:cNvSpPr/>
              <p:nvPr/>
            </p:nvSpPr>
            <p:spPr>
              <a:xfrm>
                <a:off x="457200" y="3923243"/>
                <a:ext cx="8229600" cy="804000"/>
              </a:xfrm>
              <a:prstGeom prst="rect">
                <a:avLst/>
              </a:prstGeom>
              <a:solidFill>
                <a:srgbClr val="B56D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3" name="Google Shape;1743;p38"/>
              <p:cNvSpPr/>
              <p:nvPr/>
            </p:nvSpPr>
            <p:spPr>
              <a:xfrm>
                <a:off x="557700" y="4015943"/>
                <a:ext cx="8028600" cy="618600"/>
              </a:xfrm>
              <a:prstGeom prst="rect">
                <a:avLst/>
              </a:prstGeom>
              <a:solidFill>
                <a:srgbClr val="DB902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744" name="Google Shape;1744;p38"/>
              <p:cNvGrpSpPr/>
              <p:nvPr/>
            </p:nvGrpSpPr>
            <p:grpSpPr>
              <a:xfrm>
                <a:off x="457200" y="3923234"/>
                <a:ext cx="1345186" cy="554257"/>
                <a:chOff x="452752" y="1302141"/>
                <a:chExt cx="1345186" cy="554257"/>
              </a:xfrm>
            </p:grpSpPr>
            <p:sp>
              <p:nvSpPr>
                <p:cNvPr id="1745" name="Google Shape;1745;p38"/>
                <p:cNvSpPr/>
                <p:nvPr/>
              </p:nvSpPr>
              <p:spPr>
                <a:xfrm>
                  <a:off x="500284" y="1302141"/>
                  <a:ext cx="880950" cy="1931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661" h="18346" extrusionOk="0">
                      <a:moveTo>
                        <a:pt x="0" y="0"/>
                      </a:moveTo>
                      <a:lnTo>
                        <a:pt x="0" y="11718"/>
                      </a:lnTo>
                      <a:lnTo>
                        <a:pt x="6724" y="18346"/>
                      </a:lnTo>
                      <a:lnTo>
                        <a:pt x="49370" y="18346"/>
                      </a:lnTo>
                      <a:lnTo>
                        <a:pt x="55806" y="11910"/>
                      </a:lnTo>
                      <a:lnTo>
                        <a:pt x="55806" y="9701"/>
                      </a:lnTo>
                      <a:lnTo>
                        <a:pt x="77321" y="9701"/>
                      </a:lnTo>
                      <a:lnTo>
                        <a:pt x="83660" y="3362"/>
                      </a:lnTo>
                      <a:lnTo>
                        <a:pt x="83660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46" name="Google Shape;1746;p38"/>
                <p:cNvSpPr/>
                <p:nvPr/>
              </p:nvSpPr>
              <p:spPr>
                <a:xfrm>
                  <a:off x="580186" y="1385075"/>
                  <a:ext cx="75869" cy="748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05" h="7108" extrusionOk="0">
                      <a:moveTo>
                        <a:pt x="1153" y="0"/>
                      </a:moveTo>
                      <a:cubicBezTo>
                        <a:pt x="913" y="0"/>
                        <a:pt x="673" y="96"/>
                        <a:pt x="481" y="288"/>
                      </a:cubicBezTo>
                      <a:lnTo>
                        <a:pt x="385" y="480"/>
                      </a:lnTo>
                      <a:cubicBezTo>
                        <a:pt x="0" y="768"/>
                        <a:pt x="0" y="1441"/>
                        <a:pt x="385" y="1729"/>
                      </a:cubicBezTo>
                      <a:lnTo>
                        <a:pt x="5475" y="6820"/>
                      </a:lnTo>
                      <a:cubicBezTo>
                        <a:pt x="5619" y="7012"/>
                        <a:pt x="5859" y="7108"/>
                        <a:pt x="6100" y="7108"/>
                      </a:cubicBezTo>
                      <a:cubicBezTo>
                        <a:pt x="6340" y="7108"/>
                        <a:pt x="6580" y="7012"/>
                        <a:pt x="6724" y="6820"/>
                      </a:cubicBezTo>
                      <a:lnTo>
                        <a:pt x="6916" y="6724"/>
                      </a:lnTo>
                      <a:cubicBezTo>
                        <a:pt x="7204" y="6339"/>
                        <a:pt x="7204" y="5763"/>
                        <a:pt x="6916" y="5379"/>
                      </a:cubicBezTo>
                      <a:lnTo>
                        <a:pt x="1825" y="288"/>
                      </a:lnTo>
                      <a:cubicBezTo>
                        <a:pt x="1633" y="96"/>
                        <a:pt x="1393" y="0"/>
                        <a:pt x="1153" y="0"/>
                      </a:cubicBezTo>
                      <a:close/>
                    </a:path>
                  </a:pathLst>
                </a:custGeom>
                <a:solidFill>
                  <a:srgbClr val="B56D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47" name="Google Shape;1747;p38"/>
                <p:cNvSpPr/>
                <p:nvPr/>
              </p:nvSpPr>
              <p:spPr>
                <a:xfrm>
                  <a:off x="651990" y="1385833"/>
                  <a:ext cx="76880" cy="740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01" h="7036" extrusionOk="0">
                      <a:moveTo>
                        <a:pt x="1154" y="0"/>
                      </a:moveTo>
                      <a:cubicBezTo>
                        <a:pt x="913" y="0"/>
                        <a:pt x="673" y="72"/>
                        <a:pt x="481" y="216"/>
                      </a:cubicBezTo>
                      <a:lnTo>
                        <a:pt x="385" y="408"/>
                      </a:lnTo>
                      <a:cubicBezTo>
                        <a:pt x="1" y="696"/>
                        <a:pt x="1" y="1369"/>
                        <a:pt x="385" y="1657"/>
                      </a:cubicBezTo>
                      <a:lnTo>
                        <a:pt x="5476" y="6748"/>
                      </a:lnTo>
                      <a:cubicBezTo>
                        <a:pt x="5668" y="6940"/>
                        <a:pt x="5908" y="7036"/>
                        <a:pt x="6148" y="7036"/>
                      </a:cubicBezTo>
                      <a:cubicBezTo>
                        <a:pt x="6388" y="7036"/>
                        <a:pt x="6628" y="6940"/>
                        <a:pt x="6821" y="6748"/>
                      </a:cubicBezTo>
                      <a:lnTo>
                        <a:pt x="6917" y="6652"/>
                      </a:lnTo>
                      <a:cubicBezTo>
                        <a:pt x="7301" y="6267"/>
                        <a:pt x="7301" y="5691"/>
                        <a:pt x="6917" y="5307"/>
                      </a:cubicBezTo>
                      <a:lnTo>
                        <a:pt x="1826" y="216"/>
                      </a:lnTo>
                      <a:cubicBezTo>
                        <a:pt x="1634" y="72"/>
                        <a:pt x="1394" y="0"/>
                        <a:pt x="1154" y="0"/>
                      </a:cubicBezTo>
                      <a:close/>
                    </a:path>
                  </a:pathLst>
                </a:custGeom>
                <a:solidFill>
                  <a:srgbClr val="B56D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48" name="Google Shape;1748;p38"/>
                <p:cNvSpPr/>
                <p:nvPr/>
              </p:nvSpPr>
              <p:spPr>
                <a:xfrm>
                  <a:off x="724816" y="1385833"/>
                  <a:ext cx="76880" cy="740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01" h="7036" extrusionOk="0">
                      <a:moveTo>
                        <a:pt x="1153" y="0"/>
                      </a:moveTo>
                      <a:cubicBezTo>
                        <a:pt x="913" y="0"/>
                        <a:pt x="673" y="72"/>
                        <a:pt x="481" y="216"/>
                      </a:cubicBezTo>
                      <a:lnTo>
                        <a:pt x="385" y="408"/>
                      </a:lnTo>
                      <a:cubicBezTo>
                        <a:pt x="1" y="696"/>
                        <a:pt x="1" y="1369"/>
                        <a:pt x="385" y="1657"/>
                      </a:cubicBezTo>
                      <a:lnTo>
                        <a:pt x="5475" y="6748"/>
                      </a:lnTo>
                      <a:cubicBezTo>
                        <a:pt x="5668" y="6940"/>
                        <a:pt x="5908" y="7036"/>
                        <a:pt x="6148" y="7036"/>
                      </a:cubicBezTo>
                      <a:cubicBezTo>
                        <a:pt x="6388" y="7036"/>
                        <a:pt x="6628" y="6940"/>
                        <a:pt x="6820" y="6748"/>
                      </a:cubicBezTo>
                      <a:lnTo>
                        <a:pt x="6916" y="6652"/>
                      </a:lnTo>
                      <a:cubicBezTo>
                        <a:pt x="7300" y="6267"/>
                        <a:pt x="7300" y="5691"/>
                        <a:pt x="6916" y="5307"/>
                      </a:cubicBezTo>
                      <a:lnTo>
                        <a:pt x="1826" y="216"/>
                      </a:lnTo>
                      <a:cubicBezTo>
                        <a:pt x="1633" y="72"/>
                        <a:pt x="1393" y="0"/>
                        <a:pt x="1153" y="0"/>
                      </a:cubicBezTo>
                      <a:close/>
                    </a:path>
                  </a:pathLst>
                </a:custGeom>
                <a:solidFill>
                  <a:srgbClr val="B56D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49" name="Google Shape;1749;p38"/>
                <p:cNvSpPr/>
                <p:nvPr/>
              </p:nvSpPr>
              <p:spPr>
                <a:xfrm>
                  <a:off x="797641" y="1385833"/>
                  <a:ext cx="75858" cy="740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04" h="7036" extrusionOk="0">
                      <a:moveTo>
                        <a:pt x="1153" y="0"/>
                      </a:moveTo>
                      <a:cubicBezTo>
                        <a:pt x="913" y="0"/>
                        <a:pt x="673" y="72"/>
                        <a:pt x="480" y="216"/>
                      </a:cubicBezTo>
                      <a:lnTo>
                        <a:pt x="384" y="408"/>
                      </a:lnTo>
                      <a:cubicBezTo>
                        <a:pt x="0" y="696"/>
                        <a:pt x="0" y="1369"/>
                        <a:pt x="384" y="1657"/>
                      </a:cubicBezTo>
                      <a:lnTo>
                        <a:pt x="5475" y="6748"/>
                      </a:lnTo>
                      <a:cubicBezTo>
                        <a:pt x="5619" y="6940"/>
                        <a:pt x="5859" y="7036"/>
                        <a:pt x="6099" y="7036"/>
                      </a:cubicBezTo>
                      <a:cubicBezTo>
                        <a:pt x="6340" y="7036"/>
                        <a:pt x="6580" y="6940"/>
                        <a:pt x="6724" y="6748"/>
                      </a:cubicBezTo>
                      <a:lnTo>
                        <a:pt x="6916" y="6652"/>
                      </a:lnTo>
                      <a:cubicBezTo>
                        <a:pt x="7204" y="6267"/>
                        <a:pt x="7204" y="5691"/>
                        <a:pt x="6916" y="5307"/>
                      </a:cubicBezTo>
                      <a:lnTo>
                        <a:pt x="1825" y="216"/>
                      </a:lnTo>
                      <a:cubicBezTo>
                        <a:pt x="1633" y="72"/>
                        <a:pt x="1393" y="0"/>
                        <a:pt x="1153" y="0"/>
                      </a:cubicBezTo>
                      <a:close/>
                    </a:path>
                  </a:pathLst>
                </a:custGeom>
                <a:solidFill>
                  <a:srgbClr val="B56D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50" name="Google Shape;1750;p38"/>
                <p:cNvSpPr/>
                <p:nvPr/>
              </p:nvSpPr>
              <p:spPr>
                <a:xfrm>
                  <a:off x="869445" y="1385075"/>
                  <a:ext cx="76880" cy="748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01" h="7108" extrusionOk="0">
                      <a:moveTo>
                        <a:pt x="1153" y="0"/>
                      </a:moveTo>
                      <a:cubicBezTo>
                        <a:pt x="913" y="0"/>
                        <a:pt x="673" y="96"/>
                        <a:pt x="481" y="288"/>
                      </a:cubicBezTo>
                      <a:lnTo>
                        <a:pt x="385" y="384"/>
                      </a:lnTo>
                      <a:cubicBezTo>
                        <a:pt x="1" y="768"/>
                        <a:pt x="1" y="1345"/>
                        <a:pt x="385" y="1729"/>
                      </a:cubicBezTo>
                      <a:lnTo>
                        <a:pt x="5476" y="6820"/>
                      </a:lnTo>
                      <a:cubicBezTo>
                        <a:pt x="5668" y="7012"/>
                        <a:pt x="5908" y="7108"/>
                        <a:pt x="6148" y="7108"/>
                      </a:cubicBezTo>
                      <a:cubicBezTo>
                        <a:pt x="6388" y="7108"/>
                        <a:pt x="6628" y="7012"/>
                        <a:pt x="6820" y="6820"/>
                      </a:cubicBezTo>
                      <a:lnTo>
                        <a:pt x="6916" y="6724"/>
                      </a:lnTo>
                      <a:cubicBezTo>
                        <a:pt x="7301" y="6339"/>
                        <a:pt x="7301" y="5763"/>
                        <a:pt x="6916" y="5379"/>
                      </a:cubicBezTo>
                      <a:lnTo>
                        <a:pt x="1826" y="288"/>
                      </a:lnTo>
                      <a:cubicBezTo>
                        <a:pt x="1634" y="96"/>
                        <a:pt x="1394" y="0"/>
                        <a:pt x="1153" y="0"/>
                      </a:cubicBezTo>
                      <a:close/>
                    </a:path>
                  </a:pathLst>
                </a:custGeom>
                <a:solidFill>
                  <a:srgbClr val="B56D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51" name="Google Shape;1751;p38"/>
                <p:cNvSpPr/>
                <p:nvPr/>
              </p:nvSpPr>
              <p:spPr>
                <a:xfrm>
                  <a:off x="1402463" y="1340565"/>
                  <a:ext cx="73847" cy="161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13" h="1538" extrusionOk="0">
                      <a:moveTo>
                        <a:pt x="673" y="1"/>
                      </a:moveTo>
                      <a:cubicBezTo>
                        <a:pt x="288" y="1"/>
                        <a:pt x="0" y="289"/>
                        <a:pt x="0" y="673"/>
                      </a:cubicBezTo>
                      <a:lnTo>
                        <a:pt x="0" y="865"/>
                      </a:lnTo>
                      <a:cubicBezTo>
                        <a:pt x="0" y="1250"/>
                        <a:pt x="288" y="1538"/>
                        <a:pt x="673" y="1538"/>
                      </a:cubicBezTo>
                      <a:lnTo>
                        <a:pt x="6340" y="1538"/>
                      </a:lnTo>
                      <a:cubicBezTo>
                        <a:pt x="6724" y="1538"/>
                        <a:pt x="7012" y="1250"/>
                        <a:pt x="7012" y="865"/>
                      </a:cubicBezTo>
                      <a:lnTo>
                        <a:pt x="7012" y="673"/>
                      </a:lnTo>
                      <a:cubicBezTo>
                        <a:pt x="7012" y="289"/>
                        <a:pt x="6724" y="1"/>
                        <a:pt x="6340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52" name="Google Shape;1752;p38"/>
                <p:cNvSpPr/>
                <p:nvPr/>
              </p:nvSpPr>
              <p:spPr>
                <a:xfrm>
                  <a:off x="1509669" y="1340565"/>
                  <a:ext cx="73847" cy="161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13" h="1538" extrusionOk="0">
                      <a:moveTo>
                        <a:pt x="673" y="1"/>
                      </a:moveTo>
                      <a:cubicBezTo>
                        <a:pt x="289" y="1"/>
                        <a:pt x="1" y="289"/>
                        <a:pt x="1" y="673"/>
                      </a:cubicBezTo>
                      <a:lnTo>
                        <a:pt x="1" y="865"/>
                      </a:lnTo>
                      <a:cubicBezTo>
                        <a:pt x="1" y="1250"/>
                        <a:pt x="289" y="1538"/>
                        <a:pt x="673" y="1538"/>
                      </a:cubicBezTo>
                      <a:lnTo>
                        <a:pt x="6340" y="1538"/>
                      </a:lnTo>
                      <a:cubicBezTo>
                        <a:pt x="6724" y="1538"/>
                        <a:pt x="7012" y="1250"/>
                        <a:pt x="7012" y="865"/>
                      </a:cubicBezTo>
                      <a:lnTo>
                        <a:pt x="7012" y="673"/>
                      </a:lnTo>
                      <a:cubicBezTo>
                        <a:pt x="7012" y="289"/>
                        <a:pt x="6724" y="1"/>
                        <a:pt x="6340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53" name="Google Shape;1753;p38"/>
                <p:cNvSpPr/>
                <p:nvPr/>
              </p:nvSpPr>
              <p:spPr>
                <a:xfrm>
                  <a:off x="1616886" y="1340565"/>
                  <a:ext cx="73836" cy="161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12" h="1538" extrusionOk="0">
                      <a:moveTo>
                        <a:pt x="672" y="1"/>
                      </a:moveTo>
                      <a:cubicBezTo>
                        <a:pt x="288" y="1"/>
                        <a:pt x="0" y="289"/>
                        <a:pt x="0" y="673"/>
                      </a:cubicBezTo>
                      <a:lnTo>
                        <a:pt x="0" y="865"/>
                      </a:lnTo>
                      <a:cubicBezTo>
                        <a:pt x="0" y="1250"/>
                        <a:pt x="288" y="1538"/>
                        <a:pt x="672" y="1538"/>
                      </a:cubicBezTo>
                      <a:lnTo>
                        <a:pt x="6339" y="1538"/>
                      </a:lnTo>
                      <a:cubicBezTo>
                        <a:pt x="6724" y="1538"/>
                        <a:pt x="7012" y="1250"/>
                        <a:pt x="7012" y="865"/>
                      </a:cubicBezTo>
                      <a:lnTo>
                        <a:pt x="7012" y="673"/>
                      </a:lnTo>
                      <a:cubicBezTo>
                        <a:pt x="7012" y="289"/>
                        <a:pt x="6724" y="1"/>
                        <a:pt x="6339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54" name="Google Shape;1754;p38"/>
                <p:cNvSpPr/>
                <p:nvPr/>
              </p:nvSpPr>
              <p:spPr>
                <a:xfrm>
                  <a:off x="1724091" y="1340565"/>
                  <a:ext cx="73847" cy="161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13" h="1538" extrusionOk="0">
                      <a:moveTo>
                        <a:pt x="673" y="1"/>
                      </a:moveTo>
                      <a:cubicBezTo>
                        <a:pt x="289" y="1"/>
                        <a:pt x="0" y="289"/>
                        <a:pt x="0" y="673"/>
                      </a:cubicBezTo>
                      <a:lnTo>
                        <a:pt x="0" y="865"/>
                      </a:lnTo>
                      <a:cubicBezTo>
                        <a:pt x="0" y="1250"/>
                        <a:pt x="289" y="1538"/>
                        <a:pt x="673" y="1538"/>
                      </a:cubicBezTo>
                      <a:lnTo>
                        <a:pt x="6340" y="1538"/>
                      </a:lnTo>
                      <a:cubicBezTo>
                        <a:pt x="6724" y="1538"/>
                        <a:pt x="7012" y="1250"/>
                        <a:pt x="7012" y="865"/>
                      </a:cubicBezTo>
                      <a:lnTo>
                        <a:pt x="7012" y="673"/>
                      </a:lnTo>
                      <a:cubicBezTo>
                        <a:pt x="7012" y="289"/>
                        <a:pt x="6724" y="1"/>
                        <a:pt x="6340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55" name="Google Shape;1755;p38"/>
                <p:cNvSpPr/>
                <p:nvPr/>
              </p:nvSpPr>
              <p:spPr>
                <a:xfrm>
                  <a:off x="483089" y="1302141"/>
                  <a:ext cx="589659" cy="2751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998" h="26126" fill="none" extrusionOk="0">
                      <a:moveTo>
                        <a:pt x="1" y="0"/>
                      </a:moveTo>
                      <a:lnTo>
                        <a:pt x="1" y="15272"/>
                      </a:lnTo>
                      <a:cubicBezTo>
                        <a:pt x="1" y="16425"/>
                        <a:pt x="385" y="17481"/>
                        <a:pt x="1249" y="18346"/>
                      </a:cubicBezTo>
                      <a:lnTo>
                        <a:pt x="7973" y="24973"/>
                      </a:lnTo>
                      <a:cubicBezTo>
                        <a:pt x="8741" y="25741"/>
                        <a:pt x="9798" y="26126"/>
                        <a:pt x="10950" y="26126"/>
                      </a:cubicBezTo>
                      <a:lnTo>
                        <a:pt x="40054" y="26126"/>
                      </a:lnTo>
                      <a:cubicBezTo>
                        <a:pt x="41206" y="26126"/>
                        <a:pt x="42263" y="25741"/>
                        <a:pt x="43031" y="24973"/>
                      </a:cubicBezTo>
                      <a:lnTo>
                        <a:pt x="46201" y="21707"/>
                      </a:lnTo>
                      <a:cubicBezTo>
                        <a:pt x="46969" y="20939"/>
                        <a:pt x="47449" y="19882"/>
                        <a:pt x="47449" y="18730"/>
                      </a:cubicBezTo>
                      <a:lnTo>
                        <a:pt x="47449" y="16425"/>
                      </a:lnTo>
                      <a:cubicBezTo>
                        <a:pt x="47449" y="15272"/>
                        <a:pt x="47834" y="14215"/>
                        <a:pt x="48602" y="13447"/>
                      </a:cubicBezTo>
                      <a:lnTo>
                        <a:pt x="54749" y="7300"/>
                      </a:lnTo>
                      <a:cubicBezTo>
                        <a:pt x="55518" y="6531"/>
                        <a:pt x="55998" y="5475"/>
                        <a:pt x="55998" y="4322"/>
                      </a:cubicBezTo>
                      <a:lnTo>
                        <a:pt x="55998" y="0"/>
                      </a:lnTo>
                    </a:path>
                  </a:pathLst>
                </a:custGeom>
                <a:noFill/>
                <a:ln w="21600" cap="flat" cmpd="sng">
                  <a:solidFill>
                    <a:schemeClr val="accent1"/>
                  </a:solidFill>
                  <a:prstDash val="solid"/>
                  <a:miter lim="96050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56" name="Google Shape;1756;p38"/>
                <p:cNvSpPr/>
                <p:nvPr/>
              </p:nvSpPr>
              <p:spPr>
                <a:xfrm>
                  <a:off x="452752" y="1798736"/>
                  <a:ext cx="165879" cy="576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753" h="5476" fill="none" extrusionOk="0">
                      <a:moveTo>
                        <a:pt x="0" y="0"/>
                      </a:moveTo>
                      <a:lnTo>
                        <a:pt x="12967" y="0"/>
                      </a:lnTo>
                      <a:cubicBezTo>
                        <a:pt x="14504" y="0"/>
                        <a:pt x="15752" y="1249"/>
                        <a:pt x="15752" y="2786"/>
                      </a:cubicBezTo>
                      <a:lnTo>
                        <a:pt x="15752" y="2786"/>
                      </a:lnTo>
                      <a:cubicBezTo>
                        <a:pt x="15752" y="4323"/>
                        <a:pt x="14504" y="5475"/>
                        <a:pt x="12967" y="5475"/>
                      </a:cubicBezTo>
                      <a:lnTo>
                        <a:pt x="0" y="5475"/>
                      </a:lnTo>
                    </a:path>
                  </a:pathLst>
                </a:custGeom>
                <a:noFill/>
                <a:ln w="21600" cap="flat" cmpd="sng">
                  <a:solidFill>
                    <a:schemeClr val="accent1"/>
                  </a:solidFill>
                  <a:prstDash val="solid"/>
                  <a:miter lim="96050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757" name="Google Shape;1757;p38"/>
              <p:cNvGrpSpPr/>
              <p:nvPr/>
            </p:nvGrpSpPr>
            <p:grpSpPr>
              <a:xfrm>
                <a:off x="7341613" y="4082016"/>
                <a:ext cx="1345186" cy="645289"/>
                <a:chOff x="2082133" y="1460923"/>
                <a:chExt cx="1345186" cy="645289"/>
              </a:xfrm>
            </p:grpSpPr>
            <p:sp>
              <p:nvSpPr>
                <p:cNvPr id="1758" name="Google Shape;1758;p38"/>
                <p:cNvSpPr/>
                <p:nvPr/>
              </p:nvSpPr>
              <p:spPr>
                <a:xfrm>
                  <a:off x="2498836" y="1913028"/>
                  <a:ext cx="879929" cy="1931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564" h="18346" extrusionOk="0">
                      <a:moveTo>
                        <a:pt x="34290" y="0"/>
                      </a:moveTo>
                      <a:lnTo>
                        <a:pt x="27759" y="6532"/>
                      </a:lnTo>
                      <a:lnTo>
                        <a:pt x="27759" y="8645"/>
                      </a:lnTo>
                      <a:lnTo>
                        <a:pt x="6339" y="8645"/>
                      </a:lnTo>
                      <a:lnTo>
                        <a:pt x="0" y="14984"/>
                      </a:lnTo>
                      <a:lnTo>
                        <a:pt x="0" y="18346"/>
                      </a:lnTo>
                      <a:lnTo>
                        <a:pt x="83564" y="18346"/>
                      </a:lnTo>
                      <a:lnTo>
                        <a:pt x="83564" y="6724"/>
                      </a:lnTo>
                      <a:lnTo>
                        <a:pt x="76936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59" name="Google Shape;1759;p38"/>
                <p:cNvSpPr/>
                <p:nvPr/>
              </p:nvSpPr>
              <p:spPr>
                <a:xfrm>
                  <a:off x="3223005" y="1948420"/>
                  <a:ext cx="76869" cy="748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00" h="7109" extrusionOk="0">
                      <a:moveTo>
                        <a:pt x="1153" y="1"/>
                      </a:moveTo>
                      <a:cubicBezTo>
                        <a:pt x="913" y="1"/>
                        <a:pt x="672" y="97"/>
                        <a:pt x="480" y="289"/>
                      </a:cubicBezTo>
                      <a:lnTo>
                        <a:pt x="384" y="385"/>
                      </a:lnTo>
                      <a:cubicBezTo>
                        <a:pt x="0" y="769"/>
                        <a:pt x="0" y="1346"/>
                        <a:pt x="384" y="1730"/>
                      </a:cubicBezTo>
                      <a:lnTo>
                        <a:pt x="5475" y="6820"/>
                      </a:lnTo>
                      <a:cubicBezTo>
                        <a:pt x="5667" y="7013"/>
                        <a:pt x="5907" y="7109"/>
                        <a:pt x="6147" y="7109"/>
                      </a:cubicBezTo>
                      <a:cubicBezTo>
                        <a:pt x="6387" y="7109"/>
                        <a:pt x="6628" y="7013"/>
                        <a:pt x="6820" y="6820"/>
                      </a:cubicBezTo>
                      <a:lnTo>
                        <a:pt x="6916" y="6724"/>
                      </a:lnTo>
                      <a:cubicBezTo>
                        <a:pt x="7300" y="6340"/>
                        <a:pt x="7300" y="5764"/>
                        <a:pt x="6916" y="5380"/>
                      </a:cubicBezTo>
                      <a:lnTo>
                        <a:pt x="1825" y="289"/>
                      </a:lnTo>
                      <a:cubicBezTo>
                        <a:pt x="1633" y="97"/>
                        <a:pt x="1393" y="1"/>
                        <a:pt x="1153" y="1"/>
                      </a:cubicBezTo>
                      <a:close/>
                    </a:path>
                  </a:pathLst>
                </a:custGeom>
                <a:solidFill>
                  <a:srgbClr val="B56D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60" name="Google Shape;1760;p38"/>
                <p:cNvSpPr/>
                <p:nvPr/>
              </p:nvSpPr>
              <p:spPr>
                <a:xfrm>
                  <a:off x="3151191" y="1948420"/>
                  <a:ext cx="75869" cy="748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05" h="7109" extrusionOk="0">
                      <a:moveTo>
                        <a:pt x="1153" y="1"/>
                      </a:moveTo>
                      <a:cubicBezTo>
                        <a:pt x="913" y="1"/>
                        <a:pt x="673" y="97"/>
                        <a:pt x="481" y="289"/>
                      </a:cubicBezTo>
                      <a:lnTo>
                        <a:pt x="385" y="385"/>
                      </a:lnTo>
                      <a:cubicBezTo>
                        <a:pt x="1" y="769"/>
                        <a:pt x="1" y="1346"/>
                        <a:pt x="385" y="1730"/>
                      </a:cubicBezTo>
                      <a:lnTo>
                        <a:pt x="5475" y="6820"/>
                      </a:lnTo>
                      <a:cubicBezTo>
                        <a:pt x="5619" y="7013"/>
                        <a:pt x="5860" y="7109"/>
                        <a:pt x="6100" y="7109"/>
                      </a:cubicBezTo>
                      <a:cubicBezTo>
                        <a:pt x="6340" y="7109"/>
                        <a:pt x="6580" y="7013"/>
                        <a:pt x="6724" y="6820"/>
                      </a:cubicBezTo>
                      <a:lnTo>
                        <a:pt x="6916" y="6724"/>
                      </a:lnTo>
                      <a:cubicBezTo>
                        <a:pt x="7204" y="6340"/>
                        <a:pt x="7204" y="5764"/>
                        <a:pt x="6916" y="5380"/>
                      </a:cubicBezTo>
                      <a:lnTo>
                        <a:pt x="1825" y="289"/>
                      </a:lnTo>
                      <a:cubicBezTo>
                        <a:pt x="1633" y="97"/>
                        <a:pt x="1393" y="1"/>
                        <a:pt x="1153" y="1"/>
                      </a:cubicBezTo>
                      <a:close/>
                    </a:path>
                  </a:pathLst>
                </a:custGeom>
                <a:solidFill>
                  <a:srgbClr val="B56D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61" name="Google Shape;1761;p38"/>
                <p:cNvSpPr/>
                <p:nvPr/>
              </p:nvSpPr>
              <p:spPr>
                <a:xfrm>
                  <a:off x="3078365" y="1948420"/>
                  <a:ext cx="76880" cy="748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01" h="7109" extrusionOk="0">
                      <a:moveTo>
                        <a:pt x="1154" y="1"/>
                      </a:moveTo>
                      <a:cubicBezTo>
                        <a:pt x="913" y="1"/>
                        <a:pt x="673" y="97"/>
                        <a:pt x="481" y="289"/>
                      </a:cubicBezTo>
                      <a:lnTo>
                        <a:pt x="385" y="385"/>
                      </a:lnTo>
                      <a:cubicBezTo>
                        <a:pt x="1" y="769"/>
                        <a:pt x="1" y="1346"/>
                        <a:pt x="385" y="1730"/>
                      </a:cubicBezTo>
                      <a:lnTo>
                        <a:pt x="5476" y="6820"/>
                      </a:lnTo>
                      <a:cubicBezTo>
                        <a:pt x="5668" y="7013"/>
                        <a:pt x="5908" y="7109"/>
                        <a:pt x="6148" y="7109"/>
                      </a:cubicBezTo>
                      <a:cubicBezTo>
                        <a:pt x="6388" y="7109"/>
                        <a:pt x="6628" y="7013"/>
                        <a:pt x="6820" y="6820"/>
                      </a:cubicBezTo>
                      <a:lnTo>
                        <a:pt x="6917" y="6724"/>
                      </a:lnTo>
                      <a:cubicBezTo>
                        <a:pt x="7301" y="6340"/>
                        <a:pt x="7301" y="5764"/>
                        <a:pt x="6917" y="5380"/>
                      </a:cubicBezTo>
                      <a:lnTo>
                        <a:pt x="1826" y="289"/>
                      </a:lnTo>
                      <a:cubicBezTo>
                        <a:pt x="1634" y="97"/>
                        <a:pt x="1394" y="1"/>
                        <a:pt x="1154" y="1"/>
                      </a:cubicBezTo>
                      <a:close/>
                    </a:path>
                  </a:pathLst>
                </a:custGeom>
                <a:solidFill>
                  <a:srgbClr val="B56D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62" name="Google Shape;1762;p38"/>
                <p:cNvSpPr/>
                <p:nvPr/>
              </p:nvSpPr>
              <p:spPr>
                <a:xfrm>
                  <a:off x="3005550" y="1948420"/>
                  <a:ext cx="76880" cy="748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01" h="7109" extrusionOk="0">
                      <a:moveTo>
                        <a:pt x="1153" y="1"/>
                      </a:moveTo>
                      <a:cubicBezTo>
                        <a:pt x="913" y="1"/>
                        <a:pt x="673" y="97"/>
                        <a:pt x="481" y="289"/>
                      </a:cubicBezTo>
                      <a:lnTo>
                        <a:pt x="384" y="385"/>
                      </a:lnTo>
                      <a:cubicBezTo>
                        <a:pt x="0" y="769"/>
                        <a:pt x="0" y="1346"/>
                        <a:pt x="384" y="1730"/>
                      </a:cubicBezTo>
                      <a:lnTo>
                        <a:pt x="5475" y="6820"/>
                      </a:lnTo>
                      <a:cubicBezTo>
                        <a:pt x="5667" y="7013"/>
                        <a:pt x="5907" y="7109"/>
                        <a:pt x="6147" y="7109"/>
                      </a:cubicBezTo>
                      <a:cubicBezTo>
                        <a:pt x="6388" y="7109"/>
                        <a:pt x="6628" y="7013"/>
                        <a:pt x="6820" y="6820"/>
                      </a:cubicBezTo>
                      <a:lnTo>
                        <a:pt x="6916" y="6724"/>
                      </a:lnTo>
                      <a:cubicBezTo>
                        <a:pt x="7300" y="6340"/>
                        <a:pt x="7300" y="5764"/>
                        <a:pt x="6916" y="5380"/>
                      </a:cubicBezTo>
                      <a:lnTo>
                        <a:pt x="1825" y="289"/>
                      </a:lnTo>
                      <a:cubicBezTo>
                        <a:pt x="1633" y="97"/>
                        <a:pt x="1393" y="1"/>
                        <a:pt x="1153" y="1"/>
                      </a:cubicBezTo>
                      <a:close/>
                    </a:path>
                  </a:pathLst>
                </a:custGeom>
                <a:solidFill>
                  <a:srgbClr val="B56D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63" name="Google Shape;1763;p38"/>
                <p:cNvSpPr/>
                <p:nvPr/>
              </p:nvSpPr>
              <p:spPr>
                <a:xfrm>
                  <a:off x="2933736" y="1948420"/>
                  <a:ext cx="75869" cy="748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05" h="7109" extrusionOk="0">
                      <a:moveTo>
                        <a:pt x="1153" y="1"/>
                      </a:moveTo>
                      <a:cubicBezTo>
                        <a:pt x="913" y="1"/>
                        <a:pt x="673" y="97"/>
                        <a:pt x="481" y="289"/>
                      </a:cubicBezTo>
                      <a:lnTo>
                        <a:pt x="385" y="385"/>
                      </a:lnTo>
                      <a:cubicBezTo>
                        <a:pt x="1" y="769"/>
                        <a:pt x="1" y="1346"/>
                        <a:pt x="385" y="1730"/>
                      </a:cubicBezTo>
                      <a:lnTo>
                        <a:pt x="5476" y="6820"/>
                      </a:lnTo>
                      <a:cubicBezTo>
                        <a:pt x="5620" y="7013"/>
                        <a:pt x="5860" y="7109"/>
                        <a:pt x="6100" y="7109"/>
                      </a:cubicBezTo>
                      <a:cubicBezTo>
                        <a:pt x="6340" y="7109"/>
                        <a:pt x="6580" y="7013"/>
                        <a:pt x="6724" y="6820"/>
                      </a:cubicBezTo>
                      <a:lnTo>
                        <a:pt x="6916" y="6724"/>
                      </a:lnTo>
                      <a:cubicBezTo>
                        <a:pt x="7204" y="6340"/>
                        <a:pt x="7204" y="5764"/>
                        <a:pt x="6916" y="5380"/>
                      </a:cubicBezTo>
                      <a:lnTo>
                        <a:pt x="1826" y="289"/>
                      </a:lnTo>
                      <a:cubicBezTo>
                        <a:pt x="1634" y="97"/>
                        <a:pt x="1393" y="1"/>
                        <a:pt x="1153" y="1"/>
                      </a:cubicBezTo>
                      <a:close/>
                    </a:path>
                  </a:pathLst>
                </a:custGeom>
                <a:solidFill>
                  <a:srgbClr val="B56D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64" name="Google Shape;1764;p38"/>
                <p:cNvSpPr/>
                <p:nvPr/>
              </p:nvSpPr>
              <p:spPr>
                <a:xfrm>
                  <a:off x="2403761" y="2051582"/>
                  <a:ext cx="73836" cy="172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12" h="1634" extrusionOk="0">
                      <a:moveTo>
                        <a:pt x="673" y="1"/>
                      </a:moveTo>
                      <a:cubicBezTo>
                        <a:pt x="288" y="1"/>
                        <a:pt x="0" y="289"/>
                        <a:pt x="0" y="673"/>
                      </a:cubicBezTo>
                      <a:lnTo>
                        <a:pt x="0" y="865"/>
                      </a:lnTo>
                      <a:cubicBezTo>
                        <a:pt x="0" y="1250"/>
                        <a:pt x="288" y="1634"/>
                        <a:pt x="673" y="1634"/>
                      </a:cubicBezTo>
                      <a:lnTo>
                        <a:pt x="6340" y="1634"/>
                      </a:lnTo>
                      <a:cubicBezTo>
                        <a:pt x="6724" y="1634"/>
                        <a:pt x="7012" y="1250"/>
                        <a:pt x="7012" y="865"/>
                      </a:cubicBezTo>
                      <a:lnTo>
                        <a:pt x="7012" y="673"/>
                      </a:lnTo>
                      <a:cubicBezTo>
                        <a:pt x="7012" y="289"/>
                        <a:pt x="6724" y="1"/>
                        <a:pt x="6340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65" name="Google Shape;1765;p38"/>
                <p:cNvSpPr/>
                <p:nvPr/>
              </p:nvSpPr>
              <p:spPr>
                <a:xfrm>
                  <a:off x="2296544" y="2051582"/>
                  <a:ext cx="73847" cy="172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13" h="1634" extrusionOk="0">
                      <a:moveTo>
                        <a:pt x="673" y="1"/>
                      </a:moveTo>
                      <a:cubicBezTo>
                        <a:pt x="289" y="1"/>
                        <a:pt x="1" y="289"/>
                        <a:pt x="1" y="673"/>
                      </a:cubicBezTo>
                      <a:lnTo>
                        <a:pt x="1" y="865"/>
                      </a:lnTo>
                      <a:cubicBezTo>
                        <a:pt x="1" y="1250"/>
                        <a:pt x="289" y="1634"/>
                        <a:pt x="673" y="1634"/>
                      </a:cubicBezTo>
                      <a:lnTo>
                        <a:pt x="6340" y="1634"/>
                      </a:lnTo>
                      <a:cubicBezTo>
                        <a:pt x="6724" y="1634"/>
                        <a:pt x="7013" y="1250"/>
                        <a:pt x="7013" y="865"/>
                      </a:cubicBezTo>
                      <a:lnTo>
                        <a:pt x="7013" y="673"/>
                      </a:lnTo>
                      <a:cubicBezTo>
                        <a:pt x="7013" y="289"/>
                        <a:pt x="6724" y="1"/>
                        <a:pt x="6340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66" name="Google Shape;1766;p38"/>
                <p:cNvSpPr/>
                <p:nvPr/>
              </p:nvSpPr>
              <p:spPr>
                <a:xfrm>
                  <a:off x="2188328" y="2051582"/>
                  <a:ext cx="74858" cy="172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09" h="1634" extrusionOk="0">
                      <a:moveTo>
                        <a:pt x="769" y="1"/>
                      </a:moveTo>
                      <a:cubicBezTo>
                        <a:pt x="385" y="1"/>
                        <a:pt x="1" y="289"/>
                        <a:pt x="1" y="673"/>
                      </a:cubicBezTo>
                      <a:lnTo>
                        <a:pt x="1" y="865"/>
                      </a:lnTo>
                      <a:cubicBezTo>
                        <a:pt x="1" y="1250"/>
                        <a:pt x="385" y="1634"/>
                        <a:pt x="769" y="1634"/>
                      </a:cubicBezTo>
                      <a:lnTo>
                        <a:pt x="6340" y="1634"/>
                      </a:lnTo>
                      <a:cubicBezTo>
                        <a:pt x="6820" y="1634"/>
                        <a:pt x="7108" y="1250"/>
                        <a:pt x="7108" y="865"/>
                      </a:cubicBezTo>
                      <a:lnTo>
                        <a:pt x="7108" y="673"/>
                      </a:lnTo>
                      <a:cubicBezTo>
                        <a:pt x="7108" y="289"/>
                        <a:pt x="6820" y="1"/>
                        <a:pt x="6340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67" name="Google Shape;1767;p38"/>
                <p:cNvSpPr/>
                <p:nvPr/>
              </p:nvSpPr>
              <p:spPr>
                <a:xfrm>
                  <a:off x="2082133" y="2051582"/>
                  <a:ext cx="73836" cy="172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12" h="1634" extrusionOk="0">
                      <a:moveTo>
                        <a:pt x="673" y="1"/>
                      </a:moveTo>
                      <a:cubicBezTo>
                        <a:pt x="288" y="1"/>
                        <a:pt x="0" y="289"/>
                        <a:pt x="0" y="673"/>
                      </a:cubicBezTo>
                      <a:lnTo>
                        <a:pt x="0" y="865"/>
                      </a:lnTo>
                      <a:cubicBezTo>
                        <a:pt x="0" y="1250"/>
                        <a:pt x="288" y="1634"/>
                        <a:pt x="673" y="1634"/>
                      </a:cubicBezTo>
                      <a:lnTo>
                        <a:pt x="6340" y="1634"/>
                      </a:lnTo>
                      <a:cubicBezTo>
                        <a:pt x="6724" y="1634"/>
                        <a:pt x="7012" y="1250"/>
                        <a:pt x="7012" y="865"/>
                      </a:cubicBezTo>
                      <a:lnTo>
                        <a:pt x="7012" y="673"/>
                      </a:lnTo>
                      <a:cubicBezTo>
                        <a:pt x="7012" y="289"/>
                        <a:pt x="6724" y="1"/>
                        <a:pt x="6340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68" name="Google Shape;1768;p38"/>
                <p:cNvSpPr/>
                <p:nvPr/>
              </p:nvSpPr>
              <p:spPr>
                <a:xfrm>
                  <a:off x="2808323" y="1831105"/>
                  <a:ext cx="588648" cy="2751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902" h="26126" fill="none" extrusionOk="0">
                      <a:moveTo>
                        <a:pt x="55902" y="26126"/>
                      </a:moveTo>
                      <a:lnTo>
                        <a:pt x="55902" y="10854"/>
                      </a:lnTo>
                      <a:cubicBezTo>
                        <a:pt x="55902" y="9701"/>
                        <a:pt x="55422" y="8645"/>
                        <a:pt x="54653" y="7876"/>
                      </a:cubicBezTo>
                      <a:lnTo>
                        <a:pt x="48026" y="1249"/>
                      </a:lnTo>
                      <a:cubicBezTo>
                        <a:pt x="47257" y="480"/>
                        <a:pt x="46201" y="0"/>
                        <a:pt x="45048" y="0"/>
                      </a:cubicBezTo>
                      <a:lnTo>
                        <a:pt x="15849" y="0"/>
                      </a:lnTo>
                      <a:cubicBezTo>
                        <a:pt x="14792" y="0"/>
                        <a:pt x="13640" y="480"/>
                        <a:pt x="12871" y="1249"/>
                      </a:cubicBezTo>
                      <a:lnTo>
                        <a:pt x="9702" y="4418"/>
                      </a:lnTo>
                      <a:cubicBezTo>
                        <a:pt x="8933" y="5187"/>
                        <a:pt x="8453" y="6243"/>
                        <a:pt x="8453" y="7396"/>
                      </a:cubicBezTo>
                      <a:lnTo>
                        <a:pt x="8453" y="9701"/>
                      </a:lnTo>
                      <a:cubicBezTo>
                        <a:pt x="8549" y="10854"/>
                        <a:pt x="8069" y="11910"/>
                        <a:pt x="7300" y="12679"/>
                      </a:cubicBezTo>
                      <a:lnTo>
                        <a:pt x="1249" y="18826"/>
                      </a:lnTo>
                      <a:cubicBezTo>
                        <a:pt x="385" y="19594"/>
                        <a:pt x="0" y="20651"/>
                        <a:pt x="0" y="21803"/>
                      </a:cubicBezTo>
                      <a:lnTo>
                        <a:pt x="0" y="26126"/>
                      </a:lnTo>
                    </a:path>
                  </a:pathLst>
                </a:custGeom>
                <a:noFill/>
                <a:ln w="21600" cap="flat" cmpd="sng">
                  <a:solidFill>
                    <a:schemeClr val="accent1"/>
                  </a:solidFill>
                  <a:prstDash val="solid"/>
                  <a:miter lim="96050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69" name="Google Shape;1769;p38"/>
                <p:cNvSpPr/>
                <p:nvPr/>
              </p:nvSpPr>
              <p:spPr>
                <a:xfrm>
                  <a:off x="3261440" y="1550944"/>
                  <a:ext cx="165879" cy="586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753" h="5572" fill="none" extrusionOk="0">
                      <a:moveTo>
                        <a:pt x="15752" y="5571"/>
                      </a:moveTo>
                      <a:lnTo>
                        <a:pt x="2785" y="5571"/>
                      </a:lnTo>
                      <a:cubicBezTo>
                        <a:pt x="1249" y="5571"/>
                        <a:pt x="0" y="4323"/>
                        <a:pt x="0" y="2786"/>
                      </a:cubicBezTo>
                      <a:lnTo>
                        <a:pt x="0" y="2786"/>
                      </a:lnTo>
                      <a:cubicBezTo>
                        <a:pt x="0" y="1249"/>
                        <a:pt x="1249" y="0"/>
                        <a:pt x="2785" y="0"/>
                      </a:cubicBezTo>
                      <a:lnTo>
                        <a:pt x="15752" y="0"/>
                      </a:lnTo>
                    </a:path>
                  </a:pathLst>
                </a:custGeom>
                <a:noFill/>
                <a:ln w="21600" cap="flat" cmpd="sng">
                  <a:solidFill>
                    <a:schemeClr val="accent1"/>
                  </a:solidFill>
                  <a:prstDash val="solid"/>
                  <a:miter lim="96050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70" name="Google Shape;1770;p38"/>
                <p:cNvSpPr/>
                <p:nvPr/>
              </p:nvSpPr>
              <p:spPr>
                <a:xfrm>
                  <a:off x="3304929" y="1460923"/>
                  <a:ext cx="122390" cy="576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23" h="5476" fill="none" extrusionOk="0">
                      <a:moveTo>
                        <a:pt x="11622" y="5476"/>
                      </a:moveTo>
                      <a:lnTo>
                        <a:pt x="2690" y="5476"/>
                      </a:lnTo>
                      <a:cubicBezTo>
                        <a:pt x="1153" y="5476"/>
                        <a:pt x="0" y="4227"/>
                        <a:pt x="0" y="2690"/>
                      </a:cubicBezTo>
                      <a:lnTo>
                        <a:pt x="0" y="2690"/>
                      </a:lnTo>
                      <a:cubicBezTo>
                        <a:pt x="0" y="1249"/>
                        <a:pt x="1153" y="1"/>
                        <a:pt x="2690" y="1"/>
                      </a:cubicBezTo>
                      <a:lnTo>
                        <a:pt x="11622" y="1"/>
                      </a:lnTo>
                    </a:path>
                  </a:pathLst>
                </a:custGeom>
                <a:noFill/>
                <a:ln w="21600" cap="flat" cmpd="sng">
                  <a:solidFill>
                    <a:schemeClr val="accent1"/>
                  </a:solidFill>
                  <a:prstDash val="solid"/>
                  <a:miter lim="96050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1771" name="Google Shape;1771;p38"/>
            <p:cNvSpPr txBox="1"/>
            <p:nvPr/>
          </p:nvSpPr>
          <p:spPr>
            <a:xfrm>
              <a:off x="3337975" y="4124568"/>
              <a:ext cx="4506900" cy="401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lnSpc>
                  <a:spcPts val="1770"/>
                </a:lnSpc>
              </a:pPr>
              <a:r>
                <a:rPr lang="en-US" sz="1600" dirty="0">
                  <a:solidFill>
                    <a:srgbClr val="FFFFFF"/>
                  </a:solidFill>
                  <a:latin typeface="Roboto" panose="02000000000000000000" pitchFamily="2" charset="0"/>
                  <a:ea typeface="Roboto" panose="02000000000000000000" pitchFamily="2" charset="0"/>
                  <a:cs typeface="Arial" pitchFamily="34" charset="-120"/>
                </a:rPr>
                <a:t>In 2016, Europe surpassed North America: EU 37.7% vs NA 31.9%</a:t>
              </a:r>
              <a:endParaRPr lang="en-US" sz="1600" dirty="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772" name="Google Shape;1772;p38"/>
            <p:cNvSpPr/>
            <p:nvPr/>
          </p:nvSpPr>
          <p:spPr>
            <a:xfrm>
              <a:off x="1136525" y="4124568"/>
              <a:ext cx="2073300" cy="401400"/>
            </a:xfrm>
            <a:prstGeom prst="snip1Rect">
              <a:avLst>
                <a:gd name="adj" fmla="val 27304"/>
              </a:avLst>
            </a:prstGeom>
            <a:solidFill>
              <a:srgbClr val="B56D00"/>
            </a:solidFill>
            <a:ln>
              <a:noFill/>
            </a:ln>
          </p:spPr>
          <p:txBody>
            <a:bodyPr spcFirstLastPara="1" wrap="square" lIns="0" tIns="0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b="1" dirty="0">
                  <a:solidFill>
                    <a:srgbClr val="FFFFFF"/>
                  </a:solidFill>
                  <a:latin typeface="OSWALD LIGHT" panose="02000303000000000000" pitchFamily="2" charset="0"/>
                  <a:ea typeface="Fira Sans Extra Condensed Medium"/>
                  <a:cs typeface="Fira Sans Extra Condensed Medium"/>
                  <a:sym typeface="Fira Sans Extra Condensed Medium"/>
                </a:rPr>
                <a:t>KEY INSIGHT</a:t>
              </a:r>
              <a:endParaRPr b="1" dirty="0">
                <a:latin typeface="OSWALD LIGHT" panose="02000303000000000000" pitchFamily="2" charset="0"/>
              </a:endParaRPr>
            </a:p>
          </p:txBody>
        </p:sp>
      </p:grp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78477B00-5CA9-F981-7F88-419A77DAF7D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79776308"/>
              </p:ext>
            </p:extLst>
          </p:nvPr>
        </p:nvGraphicFramePr>
        <p:xfrm>
          <a:off x="101600" y="1960052"/>
          <a:ext cx="8957733" cy="28384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Oval 9">
            <a:extLst>
              <a:ext uri="{FF2B5EF4-FFF2-40B4-BE49-F238E27FC236}">
                <a16:creationId xmlns:a16="http://schemas.microsoft.com/office/drawing/2014/main" id="{351B4D35-328B-3971-DFE8-ADA55106B540}"/>
              </a:ext>
            </a:extLst>
          </p:cNvPr>
          <p:cNvSpPr/>
          <p:nvPr/>
        </p:nvSpPr>
        <p:spPr>
          <a:xfrm>
            <a:off x="8221641" y="2718989"/>
            <a:ext cx="197227" cy="197227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2" name="Curved Connector 11">
            <a:extLst>
              <a:ext uri="{FF2B5EF4-FFF2-40B4-BE49-F238E27FC236}">
                <a16:creationId xmlns:a16="http://schemas.microsoft.com/office/drawing/2014/main" id="{15654200-255F-76A3-EF4E-5E74115E8B75}"/>
              </a:ext>
            </a:extLst>
          </p:cNvPr>
          <p:cNvCxnSpPr>
            <a:cxnSpLocks/>
          </p:cNvCxnSpPr>
          <p:nvPr/>
        </p:nvCxnSpPr>
        <p:spPr>
          <a:xfrm rot="16200000" flipH="1">
            <a:off x="7506025" y="1890590"/>
            <a:ext cx="959421" cy="697376"/>
          </a:xfrm>
          <a:prstGeom prst="curvedConnector3">
            <a:avLst/>
          </a:prstGeom>
          <a:ln w="127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25"/>
          <p:cNvSpPr txBox="1">
            <a:spLocks noGrp="1"/>
          </p:cNvSpPr>
          <p:nvPr>
            <p:ph type="title"/>
          </p:nvPr>
        </p:nvSpPr>
        <p:spPr>
          <a:xfrm>
            <a:off x="1155623" y="313860"/>
            <a:ext cx="4611802" cy="40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latin typeface="Oswald" panose="02000503000000000000" pitchFamily="2" charset="0"/>
              </a:rPr>
              <a:t>Genre Preferences by Region</a:t>
            </a:r>
            <a:endParaRPr dirty="0">
              <a:latin typeface="Oswald" panose="02000503000000000000" pitchFamily="2" charset="0"/>
            </a:endParaRPr>
          </a:p>
        </p:txBody>
      </p:sp>
      <p:sp>
        <p:nvSpPr>
          <p:cNvPr id="586" name="Google Shape;586;p25"/>
          <p:cNvSpPr/>
          <p:nvPr/>
        </p:nvSpPr>
        <p:spPr>
          <a:xfrm flipH="1">
            <a:off x="6756301" y="219615"/>
            <a:ext cx="2163300" cy="99129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7772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87" name="Google Shape;587;p25"/>
          <p:cNvSpPr txBox="1"/>
          <p:nvPr/>
        </p:nvSpPr>
        <p:spPr>
          <a:xfrm>
            <a:off x="6943351" y="319260"/>
            <a:ext cx="1789200" cy="7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bg1"/>
                </a:solidFill>
                <a:latin typeface="Oswald" panose="02000503000000000000" pitchFamily="2" charset="0"/>
                <a:ea typeface="Roboto"/>
                <a:cs typeface="Roboto"/>
                <a:sym typeface="Roboto"/>
              </a:rPr>
              <a:t>Shooter Games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56% NA Share: 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Western-only focus</a:t>
            </a:r>
            <a:endParaRPr sz="1100" dirty="0">
              <a:solidFill>
                <a:schemeClr val="bg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Google Shape;586;p25">
            <a:extLst>
              <a:ext uri="{FF2B5EF4-FFF2-40B4-BE49-F238E27FC236}">
                <a16:creationId xmlns:a16="http://schemas.microsoft.com/office/drawing/2014/main" id="{B1E874EC-295A-6464-3589-B3B3BCBAC490}"/>
              </a:ext>
            </a:extLst>
          </p:cNvPr>
          <p:cNvSpPr/>
          <p:nvPr/>
        </p:nvSpPr>
        <p:spPr>
          <a:xfrm flipH="1">
            <a:off x="6775518" y="1452660"/>
            <a:ext cx="2163300" cy="991290"/>
          </a:xfrm>
          <a:prstGeom prst="roundRect">
            <a:avLst>
              <a:gd name="adj" fmla="val 50000"/>
            </a:avLst>
          </a:prstGeom>
          <a:solidFill>
            <a:srgbClr val="924CCF"/>
          </a:solidFill>
          <a:ln>
            <a:noFill/>
          </a:ln>
        </p:spPr>
        <p:txBody>
          <a:bodyPr spcFirstLastPara="1" wrap="square" lIns="91425" tIns="91425" rIns="7772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" name="Google Shape;587;p25">
            <a:extLst>
              <a:ext uri="{FF2B5EF4-FFF2-40B4-BE49-F238E27FC236}">
                <a16:creationId xmlns:a16="http://schemas.microsoft.com/office/drawing/2014/main" id="{C8595F85-1934-EBA1-1816-2D8C3D7E9F31}"/>
              </a:ext>
            </a:extLst>
          </p:cNvPr>
          <p:cNvSpPr txBox="1"/>
          <p:nvPr/>
        </p:nvSpPr>
        <p:spPr>
          <a:xfrm>
            <a:off x="6962568" y="1552305"/>
            <a:ext cx="1789200" cy="7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bg1"/>
                </a:solidFill>
                <a:latin typeface="Oswald" panose="02000503000000000000" pitchFamily="2" charset="0"/>
                <a:ea typeface="Roboto"/>
                <a:cs typeface="Roboto"/>
                <a:sym typeface="Roboto"/>
              </a:rPr>
              <a:t>Role-Playing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38% Japan share: Unique strength</a:t>
            </a:r>
            <a:endParaRPr sz="1100" dirty="0">
              <a:solidFill>
                <a:schemeClr val="bg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" name="Google Shape;586;p25">
            <a:extLst>
              <a:ext uri="{FF2B5EF4-FFF2-40B4-BE49-F238E27FC236}">
                <a16:creationId xmlns:a16="http://schemas.microsoft.com/office/drawing/2014/main" id="{FABFBD08-34CA-E68B-31A3-2173FD71BC41}"/>
              </a:ext>
            </a:extLst>
          </p:cNvPr>
          <p:cNvSpPr/>
          <p:nvPr/>
        </p:nvSpPr>
        <p:spPr>
          <a:xfrm flipH="1">
            <a:off x="6794735" y="2685705"/>
            <a:ext cx="2163300" cy="991290"/>
          </a:xfrm>
          <a:prstGeom prst="roundRect">
            <a:avLst>
              <a:gd name="adj" fmla="val 50000"/>
            </a:avLst>
          </a:prstGeom>
          <a:solidFill>
            <a:srgbClr val="3B9F00"/>
          </a:solidFill>
          <a:ln>
            <a:noFill/>
          </a:ln>
        </p:spPr>
        <p:txBody>
          <a:bodyPr spcFirstLastPara="1" wrap="square" lIns="91425" tIns="91425" rIns="7772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F6B34"/>
              </a:solidFill>
            </a:endParaRPr>
          </a:p>
        </p:txBody>
      </p:sp>
      <p:sp>
        <p:nvSpPr>
          <p:cNvPr id="5" name="Google Shape;587;p25">
            <a:extLst>
              <a:ext uri="{FF2B5EF4-FFF2-40B4-BE49-F238E27FC236}">
                <a16:creationId xmlns:a16="http://schemas.microsoft.com/office/drawing/2014/main" id="{F7DEA485-A7C9-6069-27CA-497E6FF9001D}"/>
              </a:ext>
            </a:extLst>
          </p:cNvPr>
          <p:cNvSpPr txBox="1"/>
          <p:nvPr/>
        </p:nvSpPr>
        <p:spPr>
          <a:xfrm>
            <a:off x="6981785" y="2785350"/>
            <a:ext cx="1789200" cy="7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bg1"/>
                </a:solidFill>
                <a:latin typeface="Oswald" panose="02000503000000000000" pitchFamily="2" charset="0"/>
                <a:ea typeface="Roboto"/>
                <a:cs typeface="Roboto"/>
                <a:sym typeface="Roboto"/>
              </a:rPr>
              <a:t>Sports Games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51% NA, 28% EU: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Limited Japan</a:t>
            </a:r>
            <a:endParaRPr sz="1100" dirty="0">
              <a:solidFill>
                <a:schemeClr val="bg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" name="Google Shape;586;p25">
            <a:extLst>
              <a:ext uri="{FF2B5EF4-FFF2-40B4-BE49-F238E27FC236}">
                <a16:creationId xmlns:a16="http://schemas.microsoft.com/office/drawing/2014/main" id="{976CF7CB-C3A3-CA8E-E7D2-1D1D614FA8A6}"/>
              </a:ext>
            </a:extLst>
          </p:cNvPr>
          <p:cNvSpPr/>
          <p:nvPr/>
        </p:nvSpPr>
        <p:spPr>
          <a:xfrm flipH="1">
            <a:off x="6813952" y="3918750"/>
            <a:ext cx="2163300" cy="991290"/>
          </a:xfrm>
          <a:prstGeom prst="roundRect">
            <a:avLst>
              <a:gd name="adj" fmla="val 50000"/>
            </a:avLst>
          </a:prstGeom>
          <a:solidFill>
            <a:srgbClr val="FF6B34"/>
          </a:solidFill>
          <a:ln>
            <a:noFill/>
          </a:ln>
        </p:spPr>
        <p:txBody>
          <a:bodyPr spcFirstLastPara="1" wrap="square" lIns="91425" tIns="91425" rIns="7772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" name="Google Shape;587;p25">
            <a:extLst>
              <a:ext uri="{FF2B5EF4-FFF2-40B4-BE49-F238E27FC236}">
                <a16:creationId xmlns:a16="http://schemas.microsoft.com/office/drawing/2014/main" id="{8D9EE5E7-8D07-B2D7-D754-EF48D1CBD4E8}"/>
              </a:ext>
            </a:extLst>
          </p:cNvPr>
          <p:cNvSpPr txBox="1"/>
          <p:nvPr/>
        </p:nvSpPr>
        <p:spPr>
          <a:xfrm>
            <a:off x="7001002" y="4018395"/>
            <a:ext cx="1789200" cy="7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bg1"/>
                </a:solidFill>
                <a:latin typeface="Oswald" panose="02000503000000000000" pitchFamily="2" charset="0"/>
                <a:ea typeface="Roboto"/>
                <a:cs typeface="Roboto"/>
                <a:sym typeface="Roboto"/>
              </a:rPr>
              <a:t>Platform Genres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54% NA: Mario leads globally</a:t>
            </a:r>
            <a:endParaRPr sz="1100" dirty="0">
              <a:solidFill>
                <a:schemeClr val="bg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CEC59800-DE77-2BD7-8C85-C09782D428F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6070012"/>
              </p:ext>
            </p:extLst>
          </p:nvPr>
        </p:nvGraphicFramePr>
        <p:xfrm>
          <a:off x="185965" y="715260"/>
          <a:ext cx="6589553" cy="42513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27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40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200" dirty="0">
                <a:latin typeface="Oswald" panose="02000503000000000000" pitchFamily="2" charset="0"/>
              </a:rPr>
              <a:t>Top 5 Competitors</a:t>
            </a:r>
            <a:endParaRPr sz="3200" dirty="0">
              <a:latin typeface="Oswald" panose="02000503000000000000" pitchFamily="2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6C7290D-0779-9AD5-253E-E827933228C5}"/>
              </a:ext>
            </a:extLst>
          </p:cNvPr>
          <p:cNvGrpSpPr/>
          <p:nvPr/>
        </p:nvGrpSpPr>
        <p:grpSpPr>
          <a:xfrm>
            <a:off x="150670" y="1387395"/>
            <a:ext cx="2752018" cy="3429100"/>
            <a:chOff x="185195" y="1297975"/>
            <a:chExt cx="2752018" cy="3429100"/>
          </a:xfrm>
        </p:grpSpPr>
        <p:sp>
          <p:nvSpPr>
            <p:cNvPr id="783" name="Google Shape;783;p27"/>
            <p:cNvSpPr/>
            <p:nvPr/>
          </p:nvSpPr>
          <p:spPr>
            <a:xfrm>
              <a:off x="1189713" y="1297975"/>
              <a:ext cx="1747500" cy="586800"/>
            </a:xfrm>
            <a:prstGeom prst="roundRect">
              <a:avLst>
                <a:gd name="adj" fmla="val 16667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dirty="0">
                  <a:solidFill>
                    <a:schemeClr val="bg1"/>
                  </a:solidFill>
                  <a:latin typeface="Oswald" panose="02000503000000000000" pitchFamily="2" charset="0"/>
                  <a:ea typeface="Roboto" panose="02000000000000000000" pitchFamily="2" charset="0"/>
                  <a:cs typeface="Fira Sans Extra Condensed Medium"/>
                  <a:sym typeface="Fira Sans Extra Condensed Medium"/>
                </a:rPr>
                <a:t>Nintendo</a:t>
              </a:r>
              <a:endParaRPr lang="en" sz="1800" dirty="0">
                <a:solidFill>
                  <a:schemeClr val="bg1"/>
                </a:solidFill>
                <a:latin typeface="Oswald" panose="02000503000000000000" pitchFamily="2" charset="0"/>
                <a:ea typeface="Roboto" panose="02000000000000000000" pitchFamily="2" charset="0"/>
                <a:cs typeface="Fira Sans Extra Condensed Medium"/>
                <a:sym typeface="Fira Sans Extra Condensed Medium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50" dirty="0">
                  <a:solidFill>
                    <a:schemeClr val="bg1">
                      <a:lumMod val="9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  <a:cs typeface="Fira Sans Extra Condensed Medium"/>
                  <a:sym typeface="Fira Sans Extra Condensed Medium"/>
                </a:rPr>
                <a:t>Platform, Sports, Racing</a:t>
              </a:r>
              <a:endParaRPr sz="1050" dirty="0">
                <a:solidFill>
                  <a:schemeClr val="bg1">
                    <a:lumMod val="9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784" name="Google Shape;784;p27"/>
            <p:cNvSpPr/>
            <p:nvPr/>
          </p:nvSpPr>
          <p:spPr>
            <a:xfrm>
              <a:off x="185195" y="1298000"/>
              <a:ext cx="857305" cy="586800"/>
            </a:xfrm>
            <a:prstGeom prst="roundRect">
              <a:avLst>
                <a:gd name="adj" fmla="val 16667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dirty="0">
                  <a:solidFill>
                    <a:schemeClr val="bg1"/>
                  </a:solidFill>
                  <a:latin typeface="Oswald" panose="02000503000000000000" pitchFamily="2" charset="0"/>
                  <a:ea typeface="Roboto" panose="02000000000000000000" pitchFamily="2" charset="0"/>
                  <a:cs typeface="Fira Sans Extra Condensed SemiBold"/>
                  <a:sym typeface="Fira Sans Extra Condensed SemiBold"/>
                </a:rPr>
                <a:t>1,787M</a:t>
              </a:r>
              <a:endParaRPr sz="1800" dirty="0">
                <a:solidFill>
                  <a:schemeClr val="bg1"/>
                </a:solidFill>
                <a:latin typeface="Oswald" panose="02000503000000000000" pitchFamily="2" charset="0"/>
                <a:ea typeface="Roboto" panose="02000000000000000000" pitchFamily="2" charset="0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789" name="Google Shape;789;p27"/>
            <p:cNvSpPr/>
            <p:nvPr/>
          </p:nvSpPr>
          <p:spPr>
            <a:xfrm>
              <a:off x="1189713" y="2008544"/>
              <a:ext cx="1747500" cy="586800"/>
            </a:xfrm>
            <a:prstGeom prst="roundRect">
              <a:avLst>
                <a:gd name="adj" fmla="val 16667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dirty="0">
                  <a:solidFill>
                    <a:schemeClr val="bg1"/>
                  </a:solidFill>
                  <a:latin typeface="Oswald" panose="02000503000000000000" pitchFamily="2" charset="0"/>
                  <a:ea typeface="Roboto" panose="02000000000000000000" pitchFamily="2" charset="0"/>
                  <a:cs typeface="Fira Sans Extra Condensed Medium"/>
                  <a:sym typeface="Fira Sans Extra Condensed Medium"/>
                </a:rPr>
                <a:t>Electronic Arts</a:t>
              </a: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dirty="0">
                  <a:solidFill>
                    <a:schemeClr val="bg1">
                      <a:lumMod val="9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  <a:cs typeface="Fira Sans Extra Condensed Medium"/>
                  <a:sym typeface="Fira Sans Extra Condensed Medium"/>
                </a:rPr>
                <a:t>Sports, Action, Racing</a:t>
              </a:r>
              <a:endParaRPr sz="1050" dirty="0">
                <a:solidFill>
                  <a:schemeClr val="bg1">
                    <a:lumMod val="9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790" name="Google Shape;790;p27"/>
            <p:cNvSpPr/>
            <p:nvPr/>
          </p:nvSpPr>
          <p:spPr>
            <a:xfrm>
              <a:off x="185195" y="2008544"/>
              <a:ext cx="857305" cy="586800"/>
            </a:xfrm>
            <a:prstGeom prst="roundRect">
              <a:avLst>
                <a:gd name="adj" fmla="val 16667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dirty="0">
                  <a:solidFill>
                    <a:schemeClr val="bg1"/>
                  </a:solidFill>
                  <a:latin typeface="Oswald" panose="02000503000000000000" pitchFamily="2" charset="0"/>
                  <a:ea typeface="Roboto" panose="02000000000000000000" pitchFamily="2" charset="0"/>
                  <a:cs typeface="Fira Sans Extra Condensed SemiBold"/>
                  <a:sym typeface="Fira Sans Extra Condensed SemiBold"/>
                </a:rPr>
                <a:t>1,110M</a:t>
              </a:r>
              <a:endParaRPr sz="1800" dirty="0">
                <a:solidFill>
                  <a:schemeClr val="bg1"/>
                </a:solidFill>
                <a:latin typeface="Oswald" panose="02000503000000000000" pitchFamily="2" charset="0"/>
                <a:ea typeface="Roboto" panose="02000000000000000000" pitchFamily="2" charset="0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795" name="Google Shape;795;p27"/>
            <p:cNvSpPr/>
            <p:nvPr/>
          </p:nvSpPr>
          <p:spPr>
            <a:xfrm>
              <a:off x="1189713" y="2719113"/>
              <a:ext cx="1747500" cy="586800"/>
            </a:xfrm>
            <a:prstGeom prst="roundRect">
              <a:avLst>
                <a:gd name="adj" fmla="val 16667"/>
              </a:avLst>
            </a:prstGeom>
            <a:solidFill>
              <a:schemeClr val="accent3">
                <a:lumMod val="5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dirty="0">
                  <a:solidFill>
                    <a:schemeClr val="bg1"/>
                  </a:solidFill>
                  <a:latin typeface="Oswald" panose="02000503000000000000" pitchFamily="2" charset="0"/>
                  <a:ea typeface="Roboto" panose="02000000000000000000" pitchFamily="2" charset="0"/>
                  <a:cs typeface="Fira Sans Extra Condensed Medium"/>
                  <a:sym typeface="Fira Sans Extra Condensed Medium"/>
                </a:rPr>
                <a:t>Activision</a:t>
              </a: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50" dirty="0">
                  <a:solidFill>
                    <a:schemeClr val="bg1">
                      <a:lumMod val="9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  <a:cs typeface="Fira Sans Extra Condensed Medium"/>
                  <a:sym typeface="Fira Sans Extra Condensed Medium"/>
                </a:rPr>
                <a:t>Shooter, Action</a:t>
              </a:r>
              <a:endParaRPr sz="1050" dirty="0">
                <a:solidFill>
                  <a:schemeClr val="bg1">
                    <a:lumMod val="9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796" name="Google Shape;796;p27"/>
            <p:cNvSpPr/>
            <p:nvPr/>
          </p:nvSpPr>
          <p:spPr>
            <a:xfrm>
              <a:off x="185195" y="2719138"/>
              <a:ext cx="857305" cy="586800"/>
            </a:xfrm>
            <a:prstGeom prst="roundRect">
              <a:avLst>
                <a:gd name="adj" fmla="val 16667"/>
              </a:avLst>
            </a:prstGeom>
            <a:solidFill>
              <a:schemeClr val="accent3">
                <a:lumMod val="5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dirty="0">
                  <a:solidFill>
                    <a:schemeClr val="bg1"/>
                  </a:solidFill>
                  <a:latin typeface="Oswald" panose="02000503000000000000" pitchFamily="2" charset="0"/>
                  <a:ea typeface="Roboto" panose="02000000000000000000" pitchFamily="2" charset="0"/>
                  <a:cs typeface="Fira Sans Extra Condensed SemiBold"/>
                  <a:sym typeface="Fira Sans Extra Condensed SemiBold"/>
                </a:rPr>
                <a:t>727M</a:t>
              </a:r>
              <a:endParaRPr sz="1800" dirty="0">
                <a:solidFill>
                  <a:schemeClr val="bg1"/>
                </a:solidFill>
                <a:latin typeface="Oswald" panose="02000503000000000000" pitchFamily="2" charset="0"/>
                <a:ea typeface="Roboto" panose="02000000000000000000" pitchFamily="2" charset="0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801" name="Google Shape;801;p27"/>
            <p:cNvSpPr/>
            <p:nvPr/>
          </p:nvSpPr>
          <p:spPr>
            <a:xfrm>
              <a:off x="1189713" y="3429681"/>
              <a:ext cx="1747500" cy="586800"/>
            </a:xfrm>
            <a:prstGeom prst="roundRect">
              <a:avLst>
                <a:gd name="adj" fmla="val 16667"/>
              </a:avLst>
            </a:pr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dirty="0">
                  <a:solidFill>
                    <a:schemeClr val="bg1"/>
                  </a:solidFill>
                  <a:latin typeface="Oswald" panose="02000503000000000000" pitchFamily="2" charset="0"/>
                  <a:ea typeface="Roboto" panose="02000000000000000000" pitchFamily="2" charset="0"/>
                  <a:cs typeface="Fira Sans Extra Condensed Medium"/>
                  <a:sym typeface="Fira Sans Extra Condensed Medium"/>
                </a:rPr>
                <a:t>Sony</a:t>
              </a: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50" dirty="0">
                  <a:solidFill>
                    <a:schemeClr val="bg1">
                      <a:lumMod val="9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  <a:cs typeface="Fira Sans Extra Condensed Medium"/>
                  <a:sym typeface="Fira Sans Extra Condensed Medium"/>
                </a:rPr>
                <a:t>Action, Sports, Racing</a:t>
              </a:r>
              <a:endParaRPr sz="1100" dirty="0">
                <a:solidFill>
                  <a:schemeClr val="bg1">
                    <a:lumMod val="9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802" name="Google Shape;802;p27"/>
            <p:cNvSpPr/>
            <p:nvPr/>
          </p:nvSpPr>
          <p:spPr>
            <a:xfrm>
              <a:off x="185195" y="3429706"/>
              <a:ext cx="857305" cy="586800"/>
            </a:xfrm>
            <a:prstGeom prst="roundRect">
              <a:avLst>
                <a:gd name="adj" fmla="val 16667"/>
              </a:avLst>
            </a:pr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dirty="0">
                  <a:solidFill>
                    <a:schemeClr val="bg1"/>
                  </a:solidFill>
                  <a:latin typeface="Oswald" panose="02000503000000000000" pitchFamily="2" charset="0"/>
                  <a:ea typeface="Roboto" panose="02000000000000000000" pitchFamily="2" charset="0"/>
                  <a:cs typeface="Fira Sans Extra Condensed SemiBold"/>
                  <a:sym typeface="Fira Sans Extra Condensed SemiBold"/>
                </a:rPr>
                <a:t>607M</a:t>
              </a:r>
              <a:endParaRPr sz="1800" dirty="0">
                <a:solidFill>
                  <a:schemeClr val="bg1"/>
                </a:solidFill>
                <a:latin typeface="Oswald" panose="02000503000000000000" pitchFamily="2" charset="0"/>
                <a:ea typeface="Roboto" panose="02000000000000000000" pitchFamily="2" charset="0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807" name="Google Shape;807;p27"/>
            <p:cNvSpPr/>
            <p:nvPr/>
          </p:nvSpPr>
          <p:spPr>
            <a:xfrm>
              <a:off x="1189713" y="4140250"/>
              <a:ext cx="1747500" cy="586800"/>
            </a:xfrm>
            <a:prstGeom prst="roundRect">
              <a:avLst>
                <a:gd name="adj" fmla="val 16667"/>
              </a:avLst>
            </a:prstGeom>
            <a:solidFill>
              <a:srgbClr val="FF6B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dirty="0">
                  <a:solidFill>
                    <a:schemeClr val="bg1"/>
                  </a:solidFill>
                  <a:latin typeface="Oswald" panose="02000503000000000000" pitchFamily="2" charset="0"/>
                  <a:ea typeface="Roboto" panose="02000000000000000000" pitchFamily="2" charset="0"/>
                  <a:cs typeface="Fira Sans Extra Condensed Medium"/>
                  <a:sym typeface="Fira Sans Extra Condensed Medium"/>
                </a:rPr>
                <a:t>Ubisoft</a:t>
              </a: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50" dirty="0">
                  <a:solidFill>
                    <a:schemeClr val="bg1">
                      <a:lumMod val="9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  <a:cs typeface="Fira Sans Extra Condensed Medium"/>
                  <a:sym typeface="Fira Sans Extra Condensed Medium"/>
                </a:rPr>
                <a:t>Action, Shooter, Adventure</a:t>
              </a:r>
              <a:endParaRPr sz="1100" dirty="0">
                <a:solidFill>
                  <a:schemeClr val="bg1">
                    <a:lumMod val="9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808" name="Google Shape;808;p27"/>
            <p:cNvSpPr/>
            <p:nvPr/>
          </p:nvSpPr>
          <p:spPr>
            <a:xfrm>
              <a:off x="185195" y="4140275"/>
              <a:ext cx="857305" cy="586800"/>
            </a:xfrm>
            <a:prstGeom prst="roundRect">
              <a:avLst>
                <a:gd name="adj" fmla="val 16667"/>
              </a:avLst>
            </a:prstGeom>
            <a:solidFill>
              <a:srgbClr val="FF6B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dirty="0">
                  <a:solidFill>
                    <a:schemeClr val="bg1"/>
                  </a:solidFill>
                  <a:latin typeface="Oswald" panose="02000503000000000000" pitchFamily="2" charset="0"/>
                  <a:ea typeface="Roboto" panose="02000000000000000000" pitchFamily="2" charset="0"/>
                  <a:cs typeface="Fira Sans Extra Condensed SemiBold"/>
                  <a:sym typeface="Fira Sans Extra Condensed SemiBold"/>
                </a:rPr>
                <a:t>475M</a:t>
              </a:r>
              <a:endParaRPr sz="1800" dirty="0">
                <a:solidFill>
                  <a:schemeClr val="bg1"/>
                </a:solidFill>
                <a:latin typeface="Oswald" panose="02000503000000000000" pitchFamily="2" charset="0"/>
                <a:ea typeface="Roboto" panose="02000000000000000000" pitchFamily="2" charset="0"/>
                <a:cs typeface="Fira Sans Extra Condensed SemiBold"/>
                <a:sym typeface="Fira Sans Extra Condensed SemiBold"/>
              </a:endParaRPr>
            </a:p>
          </p:txBody>
        </p:sp>
      </p:grp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F79B8137-D787-2D71-D661-ABFD302BE6F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45353748"/>
              </p:ext>
            </p:extLst>
          </p:nvPr>
        </p:nvGraphicFramePr>
        <p:xfrm>
          <a:off x="2902688" y="812875"/>
          <a:ext cx="5784112" cy="42304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875" name="Group 874">
            <a:extLst>
              <a:ext uri="{FF2B5EF4-FFF2-40B4-BE49-F238E27FC236}">
                <a16:creationId xmlns:a16="http://schemas.microsoft.com/office/drawing/2014/main" id="{21753D42-FC8C-A3E1-F58F-390BE9265113}"/>
              </a:ext>
            </a:extLst>
          </p:cNvPr>
          <p:cNvGrpSpPr/>
          <p:nvPr/>
        </p:nvGrpSpPr>
        <p:grpSpPr>
          <a:xfrm>
            <a:off x="7614569" y="2051847"/>
            <a:ext cx="1250079" cy="3091653"/>
            <a:chOff x="7704348" y="2104285"/>
            <a:chExt cx="1031342" cy="2550679"/>
          </a:xfrm>
        </p:grpSpPr>
        <p:sp>
          <p:nvSpPr>
            <p:cNvPr id="668" name="Google Shape;690;p27">
              <a:extLst>
                <a:ext uri="{FF2B5EF4-FFF2-40B4-BE49-F238E27FC236}">
                  <a16:creationId xmlns:a16="http://schemas.microsoft.com/office/drawing/2014/main" id="{66338DC1-6D44-11E7-D80D-2A8ED170BF66}"/>
                </a:ext>
              </a:extLst>
            </p:cNvPr>
            <p:cNvSpPr/>
            <p:nvPr/>
          </p:nvSpPr>
          <p:spPr>
            <a:xfrm>
              <a:off x="7753237" y="4452852"/>
              <a:ext cx="982453" cy="202112"/>
            </a:xfrm>
            <a:custGeom>
              <a:avLst/>
              <a:gdLst/>
              <a:ahLst/>
              <a:cxnLst/>
              <a:rect l="l" t="t" r="r" b="b"/>
              <a:pathLst>
                <a:path w="93194" h="19172" extrusionOk="0">
                  <a:moveTo>
                    <a:pt x="44133" y="0"/>
                  </a:moveTo>
                  <a:cubicBezTo>
                    <a:pt x="18541" y="0"/>
                    <a:pt x="1" y="11564"/>
                    <a:pt x="1" y="16530"/>
                  </a:cubicBezTo>
                  <a:cubicBezTo>
                    <a:pt x="1" y="18570"/>
                    <a:pt x="3127" y="19171"/>
                    <a:pt x="8585" y="19171"/>
                  </a:cubicBezTo>
                  <a:cubicBezTo>
                    <a:pt x="16417" y="19171"/>
                    <a:pt x="29050" y="17933"/>
                    <a:pt x="44133" y="17933"/>
                  </a:cubicBezTo>
                  <a:cubicBezTo>
                    <a:pt x="50128" y="17933"/>
                    <a:pt x="56003" y="17975"/>
                    <a:pt x="61486" y="17975"/>
                  </a:cubicBezTo>
                  <a:cubicBezTo>
                    <a:pt x="79442" y="17975"/>
                    <a:pt x="93193" y="17530"/>
                    <a:pt x="93193" y="13725"/>
                  </a:cubicBezTo>
                  <a:cubicBezTo>
                    <a:pt x="93193" y="8796"/>
                    <a:pt x="69762" y="0"/>
                    <a:pt x="44133" y="0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69" name="Google Shape;692;p27">
              <a:extLst>
                <a:ext uri="{FF2B5EF4-FFF2-40B4-BE49-F238E27FC236}">
                  <a16:creationId xmlns:a16="http://schemas.microsoft.com/office/drawing/2014/main" id="{4BC5CDE1-0584-9F8F-E37C-F35D5102F65A}"/>
                </a:ext>
              </a:extLst>
            </p:cNvPr>
            <p:cNvGrpSpPr/>
            <p:nvPr/>
          </p:nvGrpSpPr>
          <p:grpSpPr>
            <a:xfrm>
              <a:off x="7704348" y="2104285"/>
              <a:ext cx="982452" cy="2423185"/>
              <a:chOff x="6617180" y="411456"/>
              <a:chExt cx="1943695" cy="4286750"/>
            </a:xfrm>
          </p:grpSpPr>
          <p:sp>
            <p:nvSpPr>
              <p:cNvPr id="670" name="Google Shape;693;p27">
                <a:extLst>
                  <a:ext uri="{FF2B5EF4-FFF2-40B4-BE49-F238E27FC236}">
                    <a16:creationId xmlns:a16="http://schemas.microsoft.com/office/drawing/2014/main" id="{375B5599-84F7-FEB4-852B-2B1B9D75AEDF}"/>
                  </a:ext>
                </a:extLst>
              </p:cNvPr>
              <p:cNvSpPr/>
              <p:nvPr/>
            </p:nvSpPr>
            <p:spPr>
              <a:xfrm>
                <a:off x="6721055" y="1942557"/>
                <a:ext cx="87569" cy="75118"/>
              </a:xfrm>
              <a:custGeom>
                <a:avLst/>
                <a:gdLst/>
                <a:ahLst/>
                <a:cxnLst/>
                <a:rect l="l" t="t" r="r" b="b"/>
                <a:pathLst>
                  <a:path w="4248" h="3644" extrusionOk="0">
                    <a:moveTo>
                      <a:pt x="2427" y="0"/>
                    </a:moveTo>
                    <a:cubicBezTo>
                      <a:pt x="797" y="0"/>
                      <a:pt x="1" y="1972"/>
                      <a:pt x="1138" y="3109"/>
                    </a:cubicBezTo>
                    <a:cubicBezTo>
                      <a:pt x="1507" y="3478"/>
                      <a:pt x="1963" y="3643"/>
                      <a:pt x="2411" y="3643"/>
                    </a:cubicBezTo>
                    <a:cubicBezTo>
                      <a:pt x="3346" y="3643"/>
                      <a:pt x="4247" y="2922"/>
                      <a:pt x="4247" y="1820"/>
                    </a:cubicBezTo>
                    <a:cubicBezTo>
                      <a:pt x="4247" y="834"/>
                      <a:pt x="3451" y="0"/>
                      <a:pt x="2427" y="0"/>
                    </a:cubicBezTo>
                    <a:close/>
                  </a:path>
                </a:pathLst>
              </a:custGeom>
              <a:solidFill>
                <a:srgbClr val="C7DD2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" name="Google Shape;694;p27">
                <a:extLst>
                  <a:ext uri="{FF2B5EF4-FFF2-40B4-BE49-F238E27FC236}">
                    <a16:creationId xmlns:a16="http://schemas.microsoft.com/office/drawing/2014/main" id="{00B91FFA-014F-682F-1F6C-6C4E88FB0817}"/>
                  </a:ext>
                </a:extLst>
              </p:cNvPr>
              <p:cNvSpPr/>
              <p:nvPr/>
            </p:nvSpPr>
            <p:spPr>
              <a:xfrm>
                <a:off x="6672797" y="1354866"/>
                <a:ext cx="775920" cy="847657"/>
              </a:xfrm>
              <a:custGeom>
                <a:avLst/>
                <a:gdLst/>
                <a:ahLst/>
                <a:cxnLst/>
                <a:rect l="l" t="t" r="r" b="b"/>
                <a:pathLst>
                  <a:path w="37640" h="41120" extrusionOk="0">
                    <a:moveTo>
                      <a:pt x="27565" y="1"/>
                    </a:moveTo>
                    <a:cubicBezTo>
                      <a:pt x="26764" y="1"/>
                      <a:pt x="25981" y="344"/>
                      <a:pt x="25469" y="984"/>
                    </a:cubicBezTo>
                    <a:cubicBezTo>
                      <a:pt x="21109" y="5988"/>
                      <a:pt x="143" y="30140"/>
                      <a:pt x="143" y="31997"/>
                    </a:cubicBezTo>
                    <a:cubicBezTo>
                      <a:pt x="143" y="33980"/>
                      <a:pt x="0" y="41120"/>
                      <a:pt x="5434" y="41120"/>
                    </a:cubicBezTo>
                    <a:cubicBezTo>
                      <a:pt x="5610" y="41120"/>
                      <a:pt x="5793" y="41112"/>
                      <a:pt x="5981" y="41097"/>
                    </a:cubicBezTo>
                    <a:cubicBezTo>
                      <a:pt x="12010" y="40566"/>
                      <a:pt x="30360" y="19979"/>
                      <a:pt x="30360" y="19979"/>
                    </a:cubicBezTo>
                    <a:cubicBezTo>
                      <a:pt x="37640" y="18273"/>
                      <a:pt x="34682" y="1211"/>
                      <a:pt x="28009" y="36"/>
                    </a:cubicBezTo>
                    <a:cubicBezTo>
                      <a:pt x="27862" y="12"/>
                      <a:pt x="27713" y="1"/>
                      <a:pt x="27565" y="1"/>
                    </a:cubicBezTo>
                    <a:close/>
                  </a:path>
                </a:pathLst>
              </a:custGeom>
              <a:solidFill>
                <a:srgbClr val="5DD61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" name="Google Shape;695;p27">
                <a:extLst>
                  <a:ext uri="{FF2B5EF4-FFF2-40B4-BE49-F238E27FC236}">
                    <a16:creationId xmlns:a16="http://schemas.microsoft.com/office/drawing/2014/main" id="{E3F690E3-AB4C-6977-D2D4-68C385A0317A}"/>
                  </a:ext>
                </a:extLst>
              </p:cNvPr>
              <p:cNvSpPr/>
              <p:nvPr/>
            </p:nvSpPr>
            <p:spPr>
              <a:xfrm>
                <a:off x="7022745" y="1569749"/>
                <a:ext cx="209482" cy="339990"/>
              </a:xfrm>
              <a:custGeom>
                <a:avLst/>
                <a:gdLst/>
                <a:ahLst/>
                <a:cxnLst/>
                <a:rect l="l" t="t" r="r" b="b"/>
                <a:pathLst>
                  <a:path w="10162" h="16493" extrusionOk="0">
                    <a:moveTo>
                      <a:pt x="4398" y="0"/>
                    </a:moveTo>
                    <a:cubicBezTo>
                      <a:pt x="4398" y="0"/>
                      <a:pt x="1" y="1896"/>
                      <a:pt x="4967" y="8796"/>
                    </a:cubicBezTo>
                    <a:cubicBezTo>
                      <a:pt x="8246" y="13342"/>
                      <a:pt x="8970" y="15235"/>
                      <a:pt x="9079" y="16000"/>
                    </a:cubicBezTo>
                    <a:lnTo>
                      <a:pt x="9079" y="16000"/>
                    </a:lnTo>
                    <a:lnTo>
                      <a:pt x="10161" y="6332"/>
                    </a:lnTo>
                    <a:cubicBezTo>
                      <a:pt x="9782" y="5725"/>
                      <a:pt x="4399" y="1"/>
                      <a:pt x="4398" y="0"/>
                    </a:cubicBezTo>
                    <a:close/>
                    <a:moveTo>
                      <a:pt x="9079" y="16000"/>
                    </a:moveTo>
                    <a:lnTo>
                      <a:pt x="9024" y="16493"/>
                    </a:lnTo>
                    <a:cubicBezTo>
                      <a:pt x="9024" y="16493"/>
                      <a:pt x="9137" y="16403"/>
                      <a:pt x="9079" y="1600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" name="Google Shape;696;p27">
                <a:extLst>
                  <a:ext uri="{FF2B5EF4-FFF2-40B4-BE49-F238E27FC236}">
                    <a16:creationId xmlns:a16="http://schemas.microsoft.com/office/drawing/2014/main" id="{02151709-7B8B-65EE-3493-1C1CB5CAD0A6}"/>
                  </a:ext>
                </a:extLst>
              </p:cNvPr>
              <p:cNvSpPr/>
              <p:nvPr/>
            </p:nvSpPr>
            <p:spPr>
              <a:xfrm>
                <a:off x="7872298" y="1355278"/>
                <a:ext cx="615788" cy="869694"/>
              </a:xfrm>
              <a:custGeom>
                <a:avLst/>
                <a:gdLst/>
                <a:ahLst/>
                <a:cxnLst/>
                <a:rect l="l" t="t" r="r" b="b"/>
                <a:pathLst>
                  <a:path w="29872" h="42189" extrusionOk="0">
                    <a:moveTo>
                      <a:pt x="5271" y="1"/>
                    </a:moveTo>
                    <a:cubicBezTo>
                      <a:pt x="5255" y="1"/>
                      <a:pt x="5242" y="6"/>
                      <a:pt x="5233" y="16"/>
                    </a:cubicBezTo>
                    <a:lnTo>
                      <a:pt x="1" y="19655"/>
                    </a:lnTo>
                    <a:cubicBezTo>
                      <a:pt x="1" y="19655"/>
                      <a:pt x="17214" y="41228"/>
                      <a:pt x="23166" y="42100"/>
                    </a:cubicBezTo>
                    <a:cubicBezTo>
                      <a:pt x="23596" y="42160"/>
                      <a:pt x="23995" y="42189"/>
                      <a:pt x="24364" y="42189"/>
                    </a:cubicBezTo>
                    <a:cubicBezTo>
                      <a:pt x="29138" y="42189"/>
                      <a:pt x="29035" y="37439"/>
                      <a:pt x="29422" y="34518"/>
                    </a:cubicBezTo>
                    <a:cubicBezTo>
                      <a:pt x="29871" y="30437"/>
                      <a:pt x="6552" y="1"/>
                      <a:pt x="5271" y="1"/>
                    </a:cubicBezTo>
                    <a:close/>
                  </a:path>
                </a:pathLst>
              </a:custGeom>
              <a:solidFill>
                <a:srgbClr val="5DD61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" name="Google Shape;697;p27">
                <a:extLst>
                  <a:ext uri="{FF2B5EF4-FFF2-40B4-BE49-F238E27FC236}">
                    <a16:creationId xmlns:a16="http://schemas.microsoft.com/office/drawing/2014/main" id="{11E6E87B-B658-3D88-C2A2-553D8D1AE329}"/>
                  </a:ext>
                </a:extLst>
              </p:cNvPr>
              <p:cNvSpPr/>
              <p:nvPr/>
            </p:nvSpPr>
            <p:spPr>
              <a:xfrm>
                <a:off x="7866382" y="1548640"/>
                <a:ext cx="243537" cy="314223"/>
              </a:xfrm>
              <a:custGeom>
                <a:avLst/>
                <a:gdLst/>
                <a:ahLst/>
                <a:cxnLst/>
                <a:rect l="l" t="t" r="r" b="b"/>
                <a:pathLst>
                  <a:path w="11814" h="15243" extrusionOk="0">
                    <a:moveTo>
                      <a:pt x="7833" y="1"/>
                    </a:moveTo>
                    <a:cubicBezTo>
                      <a:pt x="7832" y="1"/>
                      <a:pt x="1425" y="4588"/>
                      <a:pt x="970" y="5081"/>
                    </a:cubicBezTo>
                    <a:lnTo>
                      <a:pt x="142" y="14727"/>
                    </a:lnTo>
                    <a:lnTo>
                      <a:pt x="142" y="14727"/>
                    </a:lnTo>
                    <a:cubicBezTo>
                      <a:pt x="406" y="13987"/>
                      <a:pt x="1493" y="12276"/>
                      <a:pt x="5558" y="8531"/>
                    </a:cubicBezTo>
                    <a:cubicBezTo>
                      <a:pt x="11813" y="2731"/>
                      <a:pt x="7833" y="1"/>
                      <a:pt x="7833" y="1"/>
                    </a:cubicBezTo>
                    <a:close/>
                    <a:moveTo>
                      <a:pt x="142" y="14727"/>
                    </a:moveTo>
                    <a:cubicBezTo>
                      <a:pt x="1" y="15126"/>
                      <a:pt x="98" y="15242"/>
                      <a:pt x="98" y="15242"/>
                    </a:cubicBezTo>
                    <a:lnTo>
                      <a:pt x="142" y="14727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5" name="Google Shape;698;p27">
                <a:extLst>
                  <a:ext uri="{FF2B5EF4-FFF2-40B4-BE49-F238E27FC236}">
                    <a16:creationId xmlns:a16="http://schemas.microsoft.com/office/drawing/2014/main" id="{7F15EDE4-11AA-6ACB-5742-38DD90E759E0}"/>
                  </a:ext>
                </a:extLst>
              </p:cNvPr>
              <p:cNvSpPr/>
              <p:nvPr/>
            </p:nvSpPr>
            <p:spPr>
              <a:xfrm>
                <a:off x="6900028" y="4272006"/>
                <a:ext cx="405667" cy="426199"/>
              </a:xfrm>
              <a:custGeom>
                <a:avLst/>
                <a:gdLst/>
                <a:ahLst/>
                <a:cxnLst/>
                <a:rect l="l" t="t" r="r" b="b"/>
                <a:pathLst>
                  <a:path w="19679" h="20675" extrusionOk="0">
                    <a:moveTo>
                      <a:pt x="15618" y="1"/>
                    </a:moveTo>
                    <a:cubicBezTo>
                      <a:pt x="14332" y="1"/>
                      <a:pt x="12881" y="750"/>
                      <a:pt x="11527" y="2105"/>
                    </a:cubicBezTo>
                    <a:cubicBezTo>
                      <a:pt x="9252" y="5934"/>
                      <a:pt x="6901" y="9460"/>
                      <a:pt x="4172" y="11166"/>
                    </a:cubicBezTo>
                    <a:cubicBezTo>
                      <a:pt x="4172" y="11166"/>
                      <a:pt x="153" y="14199"/>
                      <a:pt x="77" y="15830"/>
                    </a:cubicBezTo>
                    <a:cubicBezTo>
                      <a:pt x="1" y="16702"/>
                      <a:pt x="77" y="17612"/>
                      <a:pt x="304" y="18484"/>
                    </a:cubicBezTo>
                    <a:cubicBezTo>
                      <a:pt x="683" y="19621"/>
                      <a:pt x="1631" y="20569"/>
                      <a:pt x="3754" y="20645"/>
                    </a:cubicBezTo>
                    <a:cubicBezTo>
                      <a:pt x="4041" y="20665"/>
                      <a:pt x="4328" y="20675"/>
                      <a:pt x="4614" y="20675"/>
                    </a:cubicBezTo>
                    <a:cubicBezTo>
                      <a:pt x="7539" y="20675"/>
                      <a:pt x="10381" y="19625"/>
                      <a:pt x="12626" y="17725"/>
                    </a:cubicBezTo>
                    <a:cubicBezTo>
                      <a:pt x="14863" y="15868"/>
                      <a:pt x="19223" y="9915"/>
                      <a:pt x="19223" y="9915"/>
                    </a:cubicBezTo>
                    <a:cubicBezTo>
                      <a:pt x="19337" y="9346"/>
                      <a:pt x="19451" y="8778"/>
                      <a:pt x="19489" y="8209"/>
                    </a:cubicBezTo>
                    <a:cubicBezTo>
                      <a:pt x="19678" y="6200"/>
                      <a:pt x="19413" y="4190"/>
                      <a:pt x="18693" y="2332"/>
                    </a:cubicBezTo>
                    <a:cubicBezTo>
                      <a:pt x="17996" y="731"/>
                      <a:pt x="16887" y="1"/>
                      <a:pt x="1561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6" name="Google Shape;699;p27">
                <a:extLst>
                  <a:ext uri="{FF2B5EF4-FFF2-40B4-BE49-F238E27FC236}">
                    <a16:creationId xmlns:a16="http://schemas.microsoft.com/office/drawing/2014/main" id="{FDF8E7B5-7445-0157-610E-86D23C0B2055}"/>
                  </a:ext>
                </a:extLst>
              </p:cNvPr>
              <p:cNvSpPr/>
              <p:nvPr/>
            </p:nvSpPr>
            <p:spPr>
              <a:xfrm>
                <a:off x="6906295" y="4441208"/>
                <a:ext cx="395484" cy="256998"/>
              </a:xfrm>
              <a:custGeom>
                <a:avLst/>
                <a:gdLst/>
                <a:ahLst/>
                <a:cxnLst/>
                <a:rect l="l" t="t" r="r" b="b"/>
                <a:pathLst>
                  <a:path w="19185" h="12467" extrusionOk="0">
                    <a:moveTo>
                      <a:pt x="19185" y="1"/>
                    </a:moveTo>
                    <a:cubicBezTo>
                      <a:pt x="17934" y="1631"/>
                      <a:pt x="14370" y="6257"/>
                      <a:pt x="12019" y="8380"/>
                    </a:cubicBezTo>
                    <a:cubicBezTo>
                      <a:pt x="9724" y="10376"/>
                      <a:pt x="6816" y="11438"/>
                      <a:pt x="3807" y="11438"/>
                    </a:cubicBezTo>
                    <a:cubicBezTo>
                      <a:pt x="3386" y="11438"/>
                      <a:pt x="2964" y="11417"/>
                      <a:pt x="2541" y="11375"/>
                    </a:cubicBezTo>
                    <a:cubicBezTo>
                      <a:pt x="1631" y="11261"/>
                      <a:pt x="721" y="10882"/>
                      <a:pt x="0" y="10276"/>
                    </a:cubicBezTo>
                    <a:lnTo>
                      <a:pt x="0" y="10276"/>
                    </a:lnTo>
                    <a:cubicBezTo>
                      <a:pt x="379" y="11413"/>
                      <a:pt x="1327" y="12361"/>
                      <a:pt x="3450" y="12437"/>
                    </a:cubicBezTo>
                    <a:cubicBezTo>
                      <a:pt x="3737" y="12457"/>
                      <a:pt x="4024" y="12467"/>
                      <a:pt x="4310" y="12467"/>
                    </a:cubicBezTo>
                    <a:cubicBezTo>
                      <a:pt x="7235" y="12467"/>
                      <a:pt x="10077" y="11417"/>
                      <a:pt x="12322" y="9517"/>
                    </a:cubicBezTo>
                    <a:cubicBezTo>
                      <a:pt x="14559" y="7660"/>
                      <a:pt x="18919" y="1707"/>
                      <a:pt x="18919" y="1707"/>
                    </a:cubicBezTo>
                    <a:cubicBezTo>
                      <a:pt x="19033" y="1138"/>
                      <a:pt x="19147" y="570"/>
                      <a:pt x="1918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7" name="Google Shape;700;p27">
                <a:extLst>
                  <a:ext uri="{FF2B5EF4-FFF2-40B4-BE49-F238E27FC236}">
                    <a16:creationId xmlns:a16="http://schemas.microsoft.com/office/drawing/2014/main" id="{5B3DB8E5-B2B1-F1DD-4A90-47D0E6A2A2FE}"/>
                  </a:ext>
                </a:extLst>
              </p:cNvPr>
              <p:cNvSpPr/>
              <p:nvPr/>
            </p:nvSpPr>
            <p:spPr>
              <a:xfrm>
                <a:off x="6997739" y="4419418"/>
                <a:ext cx="203215" cy="114821"/>
              </a:xfrm>
              <a:custGeom>
                <a:avLst/>
                <a:gdLst/>
                <a:ahLst/>
                <a:cxnLst/>
                <a:rect l="l" t="t" r="r" b="b"/>
                <a:pathLst>
                  <a:path w="9858" h="5570" extrusionOk="0">
                    <a:moveTo>
                      <a:pt x="4832" y="0"/>
                    </a:moveTo>
                    <a:cubicBezTo>
                      <a:pt x="4361" y="0"/>
                      <a:pt x="3873" y="56"/>
                      <a:pt x="3375" y="186"/>
                    </a:cubicBezTo>
                    <a:cubicBezTo>
                      <a:pt x="2351" y="1399"/>
                      <a:pt x="1213" y="2537"/>
                      <a:pt x="0" y="3598"/>
                    </a:cubicBezTo>
                    <a:cubicBezTo>
                      <a:pt x="0" y="3598"/>
                      <a:pt x="161" y="3588"/>
                      <a:pt x="438" y="3588"/>
                    </a:cubicBezTo>
                    <a:cubicBezTo>
                      <a:pt x="1607" y="3588"/>
                      <a:pt x="4855" y="3762"/>
                      <a:pt x="6938" y="5570"/>
                    </a:cubicBezTo>
                    <a:lnTo>
                      <a:pt x="9858" y="2006"/>
                    </a:lnTo>
                    <a:cubicBezTo>
                      <a:pt x="9858" y="2006"/>
                      <a:pt x="7657" y="0"/>
                      <a:pt x="483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8" name="Google Shape;701;p27">
                <a:extLst>
                  <a:ext uri="{FF2B5EF4-FFF2-40B4-BE49-F238E27FC236}">
                    <a16:creationId xmlns:a16="http://schemas.microsoft.com/office/drawing/2014/main" id="{BBAF5F12-3B82-EE10-7C7C-A844D363BCB8}"/>
                  </a:ext>
                </a:extLst>
              </p:cNvPr>
              <p:cNvSpPr/>
              <p:nvPr/>
            </p:nvSpPr>
            <p:spPr>
              <a:xfrm>
                <a:off x="7096214" y="4302618"/>
                <a:ext cx="205957" cy="93444"/>
              </a:xfrm>
              <a:custGeom>
                <a:avLst/>
                <a:gdLst/>
                <a:ahLst/>
                <a:cxnLst/>
                <a:rect l="l" t="t" r="r" b="b"/>
                <a:pathLst>
                  <a:path w="9991" h="4533" extrusionOk="0">
                    <a:moveTo>
                      <a:pt x="5987" y="1"/>
                    </a:moveTo>
                    <a:cubicBezTo>
                      <a:pt x="4306" y="1"/>
                      <a:pt x="2579" y="468"/>
                      <a:pt x="2579" y="468"/>
                    </a:cubicBezTo>
                    <a:cubicBezTo>
                      <a:pt x="2579" y="468"/>
                      <a:pt x="0" y="3312"/>
                      <a:pt x="2920" y="4335"/>
                    </a:cubicBezTo>
                    <a:cubicBezTo>
                      <a:pt x="3328" y="4471"/>
                      <a:pt x="3761" y="4532"/>
                      <a:pt x="4202" y="4532"/>
                    </a:cubicBezTo>
                    <a:cubicBezTo>
                      <a:pt x="6958" y="4532"/>
                      <a:pt x="9990" y="2150"/>
                      <a:pt x="8683" y="809"/>
                    </a:cubicBezTo>
                    <a:cubicBezTo>
                      <a:pt x="8108" y="190"/>
                      <a:pt x="7057" y="1"/>
                      <a:pt x="598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9" name="Google Shape;702;p27">
                <a:extLst>
                  <a:ext uri="{FF2B5EF4-FFF2-40B4-BE49-F238E27FC236}">
                    <a16:creationId xmlns:a16="http://schemas.microsoft.com/office/drawing/2014/main" id="{C33B0ED5-D42E-8F57-32A6-5343B5A2C621}"/>
                  </a:ext>
                </a:extLst>
              </p:cNvPr>
              <p:cNvSpPr/>
              <p:nvPr/>
            </p:nvSpPr>
            <p:spPr>
              <a:xfrm>
                <a:off x="7134618" y="4211442"/>
                <a:ext cx="162481" cy="170562"/>
              </a:xfrm>
              <a:custGeom>
                <a:avLst/>
                <a:gdLst/>
                <a:ahLst/>
                <a:cxnLst/>
                <a:rect l="l" t="t" r="r" b="b"/>
                <a:pathLst>
                  <a:path w="7882" h="8274" extrusionOk="0">
                    <a:moveTo>
                      <a:pt x="602" y="0"/>
                    </a:moveTo>
                    <a:lnTo>
                      <a:pt x="71" y="6370"/>
                    </a:lnTo>
                    <a:cubicBezTo>
                      <a:pt x="71" y="6370"/>
                      <a:pt x="0" y="8274"/>
                      <a:pt x="2307" y="8274"/>
                    </a:cubicBezTo>
                    <a:cubicBezTo>
                      <a:pt x="2393" y="8274"/>
                      <a:pt x="2481" y="8271"/>
                      <a:pt x="2573" y="8266"/>
                    </a:cubicBezTo>
                    <a:cubicBezTo>
                      <a:pt x="4166" y="8152"/>
                      <a:pt x="5644" y="7431"/>
                      <a:pt x="6706" y="6256"/>
                    </a:cubicBezTo>
                    <a:lnTo>
                      <a:pt x="7881" y="834"/>
                    </a:lnTo>
                    <a:lnTo>
                      <a:pt x="602" y="0"/>
                    </a:lnTo>
                    <a:close/>
                  </a:path>
                </a:pathLst>
              </a:custGeom>
              <a:solidFill>
                <a:srgbClr val="F9C8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0" name="Google Shape;703;p27">
                <a:extLst>
                  <a:ext uri="{FF2B5EF4-FFF2-40B4-BE49-F238E27FC236}">
                    <a16:creationId xmlns:a16="http://schemas.microsoft.com/office/drawing/2014/main" id="{F9BCED70-CFD0-C16A-5368-8458052A23AB}"/>
                  </a:ext>
                </a:extLst>
              </p:cNvPr>
              <p:cNvSpPr/>
              <p:nvPr/>
            </p:nvSpPr>
            <p:spPr>
              <a:xfrm>
                <a:off x="7124352" y="4269264"/>
                <a:ext cx="168748" cy="57864"/>
              </a:xfrm>
              <a:custGeom>
                <a:avLst/>
                <a:gdLst/>
                <a:ahLst/>
                <a:cxnLst/>
                <a:rect l="l" t="t" r="r" b="b"/>
                <a:pathLst>
                  <a:path w="8186" h="2807" extrusionOk="0">
                    <a:moveTo>
                      <a:pt x="834" y="1"/>
                    </a:moveTo>
                    <a:lnTo>
                      <a:pt x="834" y="1"/>
                    </a:lnTo>
                    <a:cubicBezTo>
                      <a:pt x="834" y="1"/>
                      <a:pt x="0" y="2769"/>
                      <a:pt x="4095" y="2807"/>
                    </a:cubicBezTo>
                    <a:cubicBezTo>
                      <a:pt x="4124" y="2807"/>
                      <a:pt x="4152" y="2807"/>
                      <a:pt x="4180" y="2807"/>
                    </a:cubicBezTo>
                    <a:cubicBezTo>
                      <a:pt x="8186" y="2807"/>
                      <a:pt x="7924" y="153"/>
                      <a:pt x="7924" y="153"/>
                    </a:cubicBezTo>
                    <a:lnTo>
                      <a:pt x="834" y="1"/>
                    </a:lnTo>
                    <a:close/>
                  </a:path>
                </a:pathLst>
              </a:custGeom>
              <a:solidFill>
                <a:srgbClr val="E5AB7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1" name="Google Shape;704;p27">
                <a:extLst>
                  <a:ext uri="{FF2B5EF4-FFF2-40B4-BE49-F238E27FC236}">
                    <a16:creationId xmlns:a16="http://schemas.microsoft.com/office/drawing/2014/main" id="{3F8A36AC-3D77-C020-4576-7D07CD36F74F}"/>
                  </a:ext>
                </a:extLst>
              </p:cNvPr>
              <p:cNvSpPr/>
              <p:nvPr/>
            </p:nvSpPr>
            <p:spPr>
              <a:xfrm>
                <a:off x="8145066" y="4277345"/>
                <a:ext cx="415810" cy="416222"/>
              </a:xfrm>
              <a:custGeom>
                <a:avLst/>
                <a:gdLst/>
                <a:ahLst/>
                <a:cxnLst/>
                <a:rect l="l" t="t" r="r" b="b"/>
                <a:pathLst>
                  <a:path w="20171" h="20191" extrusionOk="0">
                    <a:moveTo>
                      <a:pt x="3947" y="0"/>
                    </a:moveTo>
                    <a:cubicBezTo>
                      <a:pt x="2614" y="0"/>
                      <a:pt x="1479" y="775"/>
                      <a:pt x="835" y="2452"/>
                    </a:cubicBezTo>
                    <a:cubicBezTo>
                      <a:pt x="190" y="4348"/>
                      <a:pt x="1" y="6395"/>
                      <a:pt x="304" y="8405"/>
                    </a:cubicBezTo>
                    <a:cubicBezTo>
                      <a:pt x="380" y="8936"/>
                      <a:pt x="494" y="9504"/>
                      <a:pt x="645" y="10073"/>
                    </a:cubicBezTo>
                    <a:cubicBezTo>
                      <a:pt x="645" y="10073"/>
                      <a:pt x="5271" y="15836"/>
                      <a:pt x="7584" y="17580"/>
                    </a:cubicBezTo>
                    <a:cubicBezTo>
                      <a:pt x="9806" y="19280"/>
                      <a:pt x="12508" y="20191"/>
                      <a:pt x="15276" y="20191"/>
                    </a:cubicBezTo>
                    <a:cubicBezTo>
                      <a:pt x="15719" y="20191"/>
                      <a:pt x="16163" y="20167"/>
                      <a:pt x="16607" y="20120"/>
                    </a:cubicBezTo>
                    <a:cubicBezTo>
                      <a:pt x="18730" y="19931"/>
                      <a:pt x="19602" y="18945"/>
                      <a:pt x="19905" y="17808"/>
                    </a:cubicBezTo>
                    <a:cubicBezTo>
                      <a:pt x="20133" y="16898"/>
                      <a:pt x="20171" y="16026"/>
                      <a:pt x="20019" y="15116"/>
                    </a:cubicBezTo>
                    <a:cubicBezTo>
                      <a:pt x="19905" y="13523"/>
                      <a:pt x="15735" y="10642"/>
                      <a:pt x="15735" y="10642"/>
                    </a:cubicBezTo>
                    <a:cubicBezTo>
                      <a:pt x="12967" y="9087"/>
                      <a:pt x="10427" y="5675"/>
                      <a:pt x="8001" y="1960"/>
                    </a:cubicBezTo>
                    <a:cubicBezTo>
                      <a:pt x="6639" y="690"/>
                      <a:pt x="5205" y="0"/>
                      <a:pt x="394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2" name="Google Shape;705;p27">
                <a:extLst>
                  <a:ext uri="{FF2B5EF4-FFF2-40B4-BE49-F238E27FC236}">
                    <a16:creationId xmlns:a16="http://schemas.microsoft.com/office/drawing/2014/main" id="{29C07BE2-DDF6-E884-6A17-50966929F71F}"/>
                  </a:ext>
                </a:extLst>
              </p:cNvPr>
              <p:cNvSpPr/>
              <p:nvPr/>
            </p:nvSpPr>
            <p:spPr>
              <a:xfrm>
                <a:off x="8151332" y="4450587"/>
                <a:ext cx="404080" cy="242980"/>
              </a:xfrm>
              <a:custGeom>
                <a:avLst/>
                <a:gdLst/>
                <a:ahLst/>
                <a:cxnLst/>
                <a:rect l="l" t="t" r="r" b="b"/>
                <a:pathLst>
                  <a:path w="19602" h="11787" extrusionOk="0">
                    <a:moveTo>
                      <a:pt x="0" y="1"/>
                    </a:moveTo>
                    <a:cubicBezTo>
                      <a:pt x="76" y="532"/>
                      <a:pt x="190" y="1100"/>
                      <a:pt x="341" y="1669"/>
                    </a:cubicBezTo>
                    <a:cubicBezTo>
                      <a:pt x="341" y="1669"/>
                      <a:pt x="4967" y="7432"/>
                      <a:pt x="7280" y="9176"/>
                    </a:cubicBezTo>
                    <a:cubicBezTo>
                      <a:pt x="9502" y="10876"/>
                      <a:pt x="12204" y="11787"/>
                      <a:pt x="14972" y="11787"/>
                    </a:cubicBezTo>
                    <a:cubicBezTo>
                      <a:pt x="15415" y="11787"/>
                      <a:pt x="15859" y="11763"/>
                      <a:pt x="16303" y="11716"/>
                    </a:cubicBezTo>
                    <a:cubicBezTo>
                      <a:pt x="18426" y="11527"/>
                      <a:pt x="19298" y="10541"/>
                      <a:pt x="19601" y="9404"/>
                    </a:cubicBezTo>
                    <a:lnTo>
                      <a:pt x="19601" y="9404"/>
                    </a:lnTo>
                    <a:cubicBezTo>
                      <a:pt x="18919" y="10048"/>
                      <a:pt x="18047" y="10465"/>
                      <a:pt x="17137" y="10579"/>
                    </a:cubicBezTo>
                    <a:cubicBezTo>
                      <a:pt x="16506" y="10676"/>
                      <a:pt x="15875" y="10724"/>
                      <a:pt x="15248" y="10724"/>
                    </a:cubicBezTo>
                    <a:cubicBezTo>
                      <a:pt x="12449" y="10724"/>
                      <a:pt x="9737" y="9773"/>
                      <a:pt x="7507" y="8039"/>
                    </a:cubicBezTo>
                    <a:cubicBezTo>
                      <a:pt x="5081" y="5991"/>
                      <a:pt x="1327" y="1555"/>
                      <a:pt x="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3" name="Google Shape;706;p27">
                <a:extLst>
                  <a:ext uri="{FF2B5EF4-FFF2-40B4-BE49-F238E27FC236}">
                    <a16:creationId xmlns:a16="http://schemas.microsoft.com/office/drawing/2014/main" id="{CCB75632-5841-F249-228A-7E82E097DC8C}"/>
                  </a:ext>
                </a:extLst>
              </p:cNvPr>
              <p:cNvSpPr/>
              <p:nvPr/>
            </p:nvSpPr>
            <p:spPr>
              <a:xfrm>
                <a:off x="8253703" y="4419027"/>
                <a:ext cx="204019" cy="116780"/>
              </a:xfrm>
              <a:custGeom>
                <a:avLst/>
                <a:gdLst/>
                <a:ahLst/>
                <a:cxnLst/>
                <a:rect l="l" t="t" r="r" b="b"/>
                <a:pathLst>
                  <a:path w="9897" h="5665" extrusionOk="0">
                    <a:moveTo>
                      <a:pt x="5158" y="1"/>
                    </a:moveTo>
                    <a:cubicBezTo>
                      <a:pt x="2215" y="1"/>
                      <a:pt x="1" y="2214"/>
                      <a:pt x="1" y="2214"/>
                    </a:cubicBezTo>
                    <a:lnTo>
                      <a:pt x="3072" y="5665"/>
                    </a:lnTo>
                    <a:cubicBezTo>
                      <a:pt x="5351" y="3456"/>
                      <a:pt x="9370" y="3389"/>
                      <a:pt x="9849" y="3389"/>
                    </a:cubicBezTo>
                    <a:cubicBezTo>
                      <a:pt x="9880" y="3389"/>
                      <a:pt x="9896" y="3390"/>
                      <a:pt x="9896" y="3390"/>
                    </a:cubicBezTo>
                    <a:cubicBezTo>
                      <a:pt x="8645" y="2404"/>
                      <a:pt x="7470" y="1304"/>
                      <a:pt x="6370" y="129"/>
                    </a:cubicBezTo>
                    <a:cubicBezTo>
                      <a:pt x="5955" y="40"/>
                      <a:pt x="5550" y="1"/>
                      <a:pt x="515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4" name="Google Shape;707;p27">
                <a:extLst>
                  <a:ext uri="{FF2B5EF4-FFF2-40B4-BE49-F238E27FC236}">
                    <a16:creationId xmlns:a16="http://schemas.microsoft.com/office/drawing/2014/main" id="{99B760A6-235D-484A-B9F4-836AE8AF6FF3}"/>
                  </a:ext>
                </a:extLst>
              </p:cNvPr>
              <p:cNvSpPr/>
              <p:nvPr/>
            </p:nvSpPr>
            <p:spPr>
              <a:xfrm>
                <a:off x="8148220" y="4307731"/>
                <a:ext cx="205544" cy="92104"/>
              </a:xfrm>
              <a:custGeom>
                <a:avLst/>
                <a:gdLst/>
                <a:ahLst/>
                <a:cxnLst/>
                <a:rect l="l" t="t" r="r" b="b"/>
                <a:pathLst>
                  <a:path w="9971" h="4468" extrusionOk="0">
                    <a:moveTo>
                      <a:pt x="4276" y="1"/>
                    </a:moveTo>
                    <a:cubicBezTo>
                      <a:pt x="3066" y="1"/>
                      <a:pt x="1809" y="207"/>
                      <a:pt x="1175" y="941"/>
                    </a:cubicBezTo>
                    <a:cubicBezTo>
                      <a:pt x="0" y="2306"/>
                      <a:pt x="2892" y="4468"/>
                      <a:pt x="5578" y="4468"/>
                    </a:cubicBezTo>
                    <a:cubicBezTo>
                      <a:pt x="6100" y="4468"/>
                      <a:pt x="6614" y="4386"/>
                      <a:pt x="7089" y="4201"/>
                    </a:cubicBezTo>
                    <a:cubicBezTo>
                      <a:pt x="9971" y="3064"/>
                      <a:pt x="7279" y="334"/>
                      <a:pt x="7279" y="334"/>
                    </a:cubicBezTo>
                    <a:cubicBezTo>
                      <a:pt x="7279" y="334"/>
                      <a:pt x="5816" y="1"/>
                      <a:pt x="427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" name="Google Shape;708;p27">
                <a:extLst>
                  <a:ext uri="{FF2B5EF4-FFF2-40B4-BE49-F238E27FC236}">
                    <a16:creationId xmlns:a16="http://schemas.microsoft.com/office/drawing/2014/main" id="{C9C4FCAF-4FBB-AB8B-863F-DC3A7CAECAF8}"/>
                  </a:ext>
                </a:extLst>
              </p:cNvPr>
              <p:cNvSpPr/>
              <p:nvPr/>
            </p:nvSpPr>
            <p:spPr>
              <a:xfrm>
                <a:off x="8146632" y="4213792"/>
                <a:ext cx="169614" cy="172727"/>
              </a:xfrm>
              <a:custGeom>
                <a:avLst/>
                <a:gdLst/>
                <a:ahLst/>
                <a:cxnLst/>
                <a:rect l="l" t="t" r="r" b="b"/>
                <a:pathLst>
                  <a:path w="8228" h="8379" extrusionOk="0">
                    <a:moveTo>
                      <a:pt x="7242" y="0"/>
                    </a:moveTo>
                    <a:lnTo>
                      <a:pt x="1" y="1137"/>
                    </a:lnTo>
                    <a:lnTo>
                      <a:pt x="1441" y="6521"/>
                    </a:lnTo>
                    <a:cubicBezTo>
                      <a:pt x="2541" y="7659"/>
                      <a:pt x="4057" y="8341"/>
                      <a:pt x="5650" y="8379"/>
                    </a:cubicBezTo>
                    <a:cubicBezTo>
                      <a:pt x="8228" y="8379"/>
                      <a:pt x="8038" y="6332"/>
                      <a:pt x="8038" y="6332"/>
                    </a:cubicBezTo>
                    <a:lnTo>
                      <a:pt x="7242" y="0"/>
                    </a:lnTo>
                    <a:close/>
                  </a:path>
                </a:pathLst>
              </a:custGeom>
              <a:solidFill>
                <a:srgbClr val="F9C8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" name="Google Shape;709;p27">
                <a:extLst>
                  <a:ext uri="{FF2B5EF4-FFF2-40B4-BE49-F238E27FC236}">
                    <a16:creationId xmlns:a16="http://schemas.microsoft.com/office/drawing/2014/main" id="{8AD64B4E-BB3C-93E0-3541-85EAB5FA7F2E}"/>
                  </a:ext>
                </a:extLst>
              </p:cNvPr>
              <p:cNvSpPr/>
              <p:nvPr/>
            </p:nvSpPr>
            <p:spPr>
              <a:xfrm>
                <a:off x="8154693" y="4247393"/>
                <a:ext cx="168583" cy="84704"/>
              </a:xfrm>
              <a:custGeom>
                <a:avLst/>
                <a:gdLst/>
                <a:ahLst/>
                <a:cxnLst/>
                <a:rect l="l" t="t" r="r" b="b"/>
                <a:pathLst>
                  <a:path w="8178" h="4109" extrusionOk="0">
                    <a:moveTo>
                      <a:pt x="7079" y="0"/>
                    </a:moveTo>
                    <a:lnTo>
                      <a:pt x="140" y="1631"/>
                    </a:lnTo>
                    <a:cubicBezTo>
                      <a:pt x="140" y="1631"/>
                      <a:pt x="1" y="4109"/>
                      <a:pt x="3606" y="4109"/>
                    </a:cubicBezTo>
                    <a:cubicBezTo>
                      <a:pt x="3758" y="4109"/>
                      <a:pt x="3917" y="4104"/>
                      <a:pt x="4083" y="4095"/>
                    </a:cubicBezTo>
                    <a:cubicBezTo>
                      <a:pt x="8178" y="3868"/>
                      <a:pt x="7079" y="0"/>
                      <a:pt x="7079" y="0"/>
                    </a:cubicBezTo>
                    <a:close/>
                  </a:path>
                </a:pathLst>
              </a:custGeom>
              <a:solidFill>
                <a:srgbClr val="E5AB7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" name="Google Shape;710;p27">
                <a:extLst>
                  <a:ext uri="{FF2B5EF4-FFF2-40B4-BE49-F238E27FC236}">
                    <a16:creationId xmlns:a16="http://schemas.microsoft.com/office/drawing/2014/main" id="{E765A126-1F2C-F175-032F-CE886F85C7F3}"/>
                  </a:ext>
                </a:extLst>
              </p:cNvPr>
              <p:cNvSpPr/>
              <p:nvPr/>
            </p:nvSpPr>
            <p:spPr>
              <a:xfrm>
                <a:off x="7122002" y="2474796"/>
                <a:ext cx="1206159" cy="1832420"/>
              </a:xfrm>
              <a:custGeom>
                <a:avLst/>
                <a:gdLst/>
                <a:ahLst/>
                <a:cxnLst/>
                <a:rect l="l" t="t" r="r" b="b"/>
                <a:pathLst>
                  <a:path w="58511" h="88891" extrusionOk="0">
                    <a:moveTo>
                      <a:pt x="41251" y="1"/>
                    </a:moveTo>
                    <a:lnTo>
                      <a:pt x="4664" y="1593"/>
                    </a:lnTo>
                    <a:cubicBezTo>
                      <a:pt x="2503" y="15128"/>
                      <a:pt x="2048" y="28891"/>
                      <a:pt x="3299" y="42578"/>
                    </a:cubicBezTo>
                    <a:cubicBezTo>
                      <a:pt x="1517" y="48379"/>
                      <a:pt x="531" y="54407"/>
                      <a:pt x="342" y="60473"/>
                    </a:cubicBezTo>
                    <a:cubicBezTo>
                      <a:pt x="190" y="69914"/>
                      <a:pt x="228" y="86065"/>
                      <a:pt x="228" y="86065"/>
                    </a:cubicBezTo>
                    <a:cubicBezTo>
                      <a:pt x="1" y="87771"/>
                      <a:pt x="3240" y="88890"/>
                      <a:pt x="5950" y="88890"/>
                    </a:cubicBezTo>
                    <a:cubicBezTo>
                      <a:pt x="7756" y="88890"/>
                      <a:pt x="9327" y="88393"/>
                      <a:pt x="9479" y="87240"/>
                    </a:cubicBezTo>
                    <a:cubicBezTo>
                      <a:pt x="9479" y="87240"/>
                      <a:pt x="12853" y="65819"/>
                      <a:pt x="14484" y="59450"/>
                    </a:cubicBezTo>
                    <a:cubicBezTo>
                      <a:pt x="16076" y="53080"/>
                      <a:pt x="16455" y="42464"/>
                      <a:pt x="16455" y="42464"/>
                    </a:cubicBezTo>
                    <a:lnTo>
                      <a:pt x="22711" y="20777"/>
                    </a:lnTo>
                    <a:lnTo>
                      <a:pt x="35298" y="43867"/>
                    </a:lnTo>
                    <a:cubicBezTo>
                      <a:pt x="35298" y="43867"/>
                      <a:pt x="37270" y="54293"/>
                      <a:pt x="39772" y="60360"/>
                    </a:cubicBezTo>
                    <a:cubicBezTo>
                      <a:pt x="42312" y="66388"/>
                      <a:pt x="48871" y="87127"/>
                      <a:pt x="48871" y="87127"/>
                    </a:cubicBezTo>
                    <a:cubicBezTo>
                      <a:pt x="49216" y="88301"/>
                      <a:pt x="50459" y="88792"/>
                      <a:pt x="51919" y="88792"/>
                    </a:cubicBezTo>
                    <a:cubicBezTo>
                      <a:pt x="54795" y="88792"/>
                      <a:pt x="58511" y="86887"/>
                      <a:pt x="57857" y="84549"/>
                    </a:cubicBezTo>
                    <a:cubicBezTo>
                      <a:pt x="57857" y="84511"/>
                      <a:pt x="55468" y="68549"/>
                      <a:pt x="53914" y="59260"/>
                    </a:cubicBezTo>
                    <a:cubicBezTo>
                      <a:pt x="52814" y="53270"/>
                      <a:pt x="50957" y="47469"/>
                      <a:pt x="48341" y="41971"/>
                    </a:cubicBezTo>
                    <a:cubicBezTo>
                      <a:pt x="47772" y="26085"/>
                      <a:pt x="45990" y="11451"/>
                      <a:pt x="41251" y="1"/>
                    </a:cubicBezTo>
                    <a:close/>
                  </a:path>
                </a:pathLst>
              </a:custGeom>
              <a:solidFill>
                <a:srgbClr val="66666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8" name="Google Shape;711;p27">
                <a:extLst>
                  <a:ext uri="{FF2B5EF4-FFF2-40B4-BE49-F238E27FC236}">
                    <a16:creationId xmlns:a16="http://schemas.microsoft.com/office/drawing/2014/main" id="{05A0D0B5-A476-1F25-574C-1FDE8BDB0322}"/>
                  </a:ext>
                </a:extLst>
              </p:cNvPr>
              <p:cNvSpPr/>
              <p:nvPr/>
            </p:nvSpPr>
            <p:spPr>
              <a:xfrm>
                <a:off x="7946551" y="2481042"/>
                <a:ext cx="367366" cy="1731204"/>
              </a:xfrm>
              <a:custGeom>
                <a:avLst/>
                <a:gdLst/>
                <a:ahLst/>
                <a:cxnLst/>
                <a:rect l="l" t="t" r="r" b="b"/>
                <a:pathLst>
                  <a:path w="17821" h="83981" extrusionOk="0">
                    <a:moveTo>
                      <a:pt x="494" y="1"/>
                    </a:moveTo>
                    <a:lnTo>
                      <a:pt x="1" y="115"/>
                    </a:lnTo>
                    <a:cubicBezTo>
                      <a:pt x="39" y="266"/>
                      <a:pt x="4285" y="13953"/>
                      <a:pt x="5157" y="21839"/>
                    </a:cubicBezTo>
                    <a:cubicBezTo>
                      <a:pt x="5650" y="26275"/>
                      <a:pt x="6029" y="31507"/>
                      <a:pt x="6370" y="35716"/>
                    </a:cubicBezTo>
                    <a:cubicBezTo>
                      <a:pt x="6598" y="39090"/>
                      <a:pt x="6787" y="41782"/>
                      <a:pt x="6977" y="42730"/>
                    </a:cubicBezTo>
                    <a:cubicBezTo>
                      <a:pt x="7242" y="43867"/>
                      <a:pt x="7659" y="44967"/>
                      <a:pt x="8152" y="46066"/>
                    </a:cubicBezTo>
                    <a:cubicBezTo>
                      <a:pt x="10086" y="50426"/>
                      <a:pt x="11526" y="55014"/>
                      <a:pt x="12474" y="59715"/>
                    </a:cubicBezTo>
                    <a:cubicBezTo>
                      <a:pt x="14390" y="69144"/>
                      <a:pt x="17758" y="83710"/>
                      <a:pt x="17819" y="83976"/>
                    </a:cubicBezTo>
                    <a:lnTo>
                      <a:pt x="17819" y="83976"/>
                    </a:lnTo>
                    <a:cubicBezTo>
                      <a:pt x="17751" y="83670"/>
                      <a:pt x="14890" y="69067"/>
                      <a:pt x="12967" y="59602"/>
                    </a:cubicBezTo>
                    <a:cubicBezTo>
                      <a:pt x="12019" y="54862"/>
                      <a:pt x="10541" y="50275"/>
                      <a:pt x="8607" y="45877"/>
                    </a:cubicBezTo>
                    <a:cubicBezTo>
                      <a:pt x="8114" y="44815"/>
                      <a:pt x="7735" y="43754"/>
                      <a:pt x="7432" y="42654"/>
                    </a:cubicBezTo>
                    <a:cubicBezTo>
                      <a:pt x="7280" y="41706"/>
                      <a:pt x="7091" y="39014"/>
                      <a:pt x="6863" y="35640"/>
                    </a:cubicBezTo>
                    <a:cubicBezTo>
                      <a:pt x="6522" y="31469"/>
                      <a:pt x="6143" y="26237"/>
                      <a:pt x="5650" y="21801"/>
                    </a:cubicBezTo>
                    <a:cubicBezTo>
                      <a:pt x="4778" y="13840"/>
                      <a:pt x="531" y="115"/>
                      <a:pt x="494" y="1"/>
                    </a:cubicBezTo>
                    <a:close/>
                    <a:moveTo>
                      <a:pt x="17819" y="83976"/>
                    </a:moveTo>
                    <a:lnTo>
                      <a:pt x="17819" y="83976"/>
                    </a:lnTo>
                    <a:cubicBezTo>
                      <a:pt x="17820" y="83978"/>
                      <a:pt x="17820" y="83979"/>
                      <a:pt x="17820" y="83980"/>
                    </a:cubicBezTo>
                    <a:cubicBezTo>
                      <a:pt x="17820" y="83980"/>
                      <a:pt x="17820" y="83979"/>
                      <a:pt x="17819" y="83976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9" name="Google Shape;712;p27">
                <a:extLst>
                  <a:ext uri="{FF2B5EF4-FFF2-40B4-BE49-F238E27FC236}">
                    <a16:creationId xmlns:a16="http://schemas.microsoft.com/office/drawing/2014/main" id="{0BC780B8-2C50-0356-0818-82219EEE4CE0}"/>
                  </a:ext>
                </a:extLst>
              </p:cNvPr>
              <p:cNvSpPr/>
              <p:nvPr/>
            </p:nvSpPr>
            <p:spPr>
              <a:xfrm>
                <a:off x="7208747" y="2496688"/>
                <a:ext cx="764396" cy="158400"/>
              </a:xfrm>
              <a:custGeom>
                <a:avLst/>
                <a:gdLst/>
                <a:ahLst/>
                <a:cxnLst/>
                <a:rect l="l" t="t" r="r" b="b"/>
                <a:pathLst>
                  <a:path w="37081" h="7684" extrusionOk="0">
                    <a:moveTo>
                      <a:pt x="37081" y="0"/>
                    </a:moveTo>
                    <a:lnTo>
                      <a:pt x="1" y="1972"/>
                    </a:lnTo>
                    <a:cubicBezTo>
                      <a:pt x="1" y="1972"/>
                      <a:pt x="3513" y="7683"/>
                      <a:pt x="13837" y="7683"/>
                    </a:cubicBezTo>
                    <a:cubicBezTo>
                      <a:pt x="14608" y="7683"/>
                      <a:pt x="15417" y="7652"/>
                      <a:pt x="16266" y="7583"/>
                    </a:cubicBezTo>
                    <a:cubicBezTo>
                      <a:pt x="23735" y="6901"/>
                      <a:pt x="30901" y="4284"/>
                      <a:pt x="37081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" name="Google Shape;713;p27">
                <a:extLst>
                  <a:ext uri="{FF2B5EF4-FFF2-40B4-BE49-F238E27FC236}">
                    <a16:creationId xmlns:a16="http://schemas.microsoft.com/office/drawing/2014/main" id="{C5BD4BD3-FDEA-0192-4B39-571D97F10082}"/>
                  </a:ext>
                </a:extLst>
              </p:cNvPr>
              <p:cNvSpPr/>
              <p:nvPr/>
            </p:nvSpPr>
            <p:spPr>
              <a:xfrm>
                <a:off x="7182958" y="2324745"/>
                <a:ext cx="806594" cy="295113"/>
              </a:xfrm>
              <a:custGeom>
                <a:avLst/>
                <a:gdLst/>
                <a:ahLst/>
                <a:cxnLst/>
                <a:rect l="l" t="t" r="r" b="b"/>
                <a:pathLst>
                  <a:path w="39128" h="14316" extrusionOk="0">
                    <a:moveTo>
                      <a:pt x="37232" y="0"/>
                    </a:moveTo>
                    <a:cubicBezTo>
                      <a:pt x="37232" y="0"/>
                      <a:pt x="25201" y="4273"/>
                      <a:pt x="13291" y="4273"/>
                    </a:cubicBezTo>
                    <a:cubicBezTo>
                      <a:pt x="9099" y="4273"/>
                      <a:pt x="4922" y="3744"/>
                      <a:pt x="1290" y="2313"/>
                    </a:cubicBezTo>
                    <a:lnTo>
                      <a:pt x="1" y="9479"/>
                    </a:lnTo>
                    <a:cubicBezTo>
                      <a:pt x="1" y="9479"/>
                      <a:pt x="4342" y="14316"/>
                      <a:pt x="14707" y="14316"/>
                    </a:cubicBezTo>
                    <a:cubicBezTo>
                      <a:pt x="15803" y="14316"/>
                      <a:pt x="16966" y="14262"/>
                      <a:pt x="18199" y="14142"/>
                    </a:cubicBezTo>
                    <a:cubicBezTo>
                      <a:pt x="31090" y="12853"/>
                      <a:pt x="39128" y="8455"/>
                      <a:pt x="39128" y="8455"/>
                    </a:cubicBezTo>
                    <a:lnTo>
                      <a:pt x="37232" y="0"/>
                    </a:lnTo>
                    <a:close/>
                  </a:path>
                </a:pathLst>
              </a:custGeom>
              <a:solidFill>
                <a:srgbClr val="5DD61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" name="Google Shape;714;p27">
                <a:extLst>
                  <a:ext uri="{FF2B5EF4-FFF2-40B4-BE49-F238E27FC236}">
                    <a16:creationId xmlns:a16="http://schemas.microsoft.com/office/drawing/2014/main" id="{1CD9651B-C8EE-A61B-3A5D-4B322374B191}"/>
                  </a:ext>
                </a:extLst>
              </p:cNvPr>
              <p:cNvSpPr/>
              <p:nvPr/>
            </p:nvSpPr>
            <p:spPr>
              <a:xfrm>
                <a:off x="7470589" y="1014834"/>
                <a:ext cx="221974" cy="356090"/>
              </a:xfrm>
              <a:custGeom>
                <a:avLst/>
                <a:gdLst/>
                <a:ahLst/>
                <a:cxnLst/>
                <a:rect l="l" t="t" r="r" b="b"/>
                <a:pathLst>
                  <a:path w="10768" h="17274" extrusionOk="0">
                    <a:moveTo>
                      <a:pt x="9896" y="1"/>
                    </a:moveTo>
                    <a:lnTo>
                      <a:pt x="1213" y="3489"/>
                    </a:lnTo>
                    <a:lnTo>
                      <a:pt x="569" y="13574"/>
                    </a:lnTo>
                    <a:cubicBezTo>
                      <a:pt x="569" y="13574"/>
                      <a:pt x="0" y="16796"/>
                      <a:pt x="3337" y="17213"/>
                    </a:cubicBezTo>
                    <a:cubicBezTo>
                      <a:pt x="3637" y="17254"/>
                      <a:pt x="3934" y="17274"/>
                      <a:pt x="4227" y="17274"/>
                    </a:cubicBezTo>
                    <a:cubicBezTo>
                      <a:pt x="7192" y="17274"/>
                      <a:pt x="9716" y="15285"/>
                      <a:pt x="10199" y="13422"/>
                    </a:cubicBezTo>
                    <a:cubicBezTo>
                      <a:pt x="10768" y="11413"/>
                      <a:pt x="9896" y="1"/>
                      <a:pt x="9896" y="1"/>
                    </a:cubicBezTo>
                    <a:close/>
                  </a:path>
                </a:pathLst>
              </a:custGeom>
              <a:solidFill>
                <a:srgbClr val="E5AB7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" name="Google Shape;715;p27">
                <a:extLst>
                  <a:ext uri="{FF2B5EF4-FFF2-40B4-BE49-F238E27FC236}">
                    <a16:creationId xmlns:a16="http://schemas.microsoft.com/office/drawing/2014/main" id="{D414D0BE-49D9-969C-3D3C-B5226A092BE5}"/>
                  </a:ext>
                </a:extLst>
              </p:cNvPr>
              <p:cNvSpPr/>
              <p:nvPr/>
            </p:nvSpPr>
            <p:spPr>
              <a:xfrm>
                <a:off x="7488564" y="1005455"/>
                <a:ext cx="192784" cy="181735"/>
              </a:xfrm>
              <a:custGeom>
                <a:avLst/>
                <a:gdLst/>
                <a:ahLst/>
                <a:cxnLst/>
                <a:rect l="l" t="t" r="r" b="b"/>
                <a:pathLst>
                  <a:path w="9352" h="8816" extrusionOk="0">
                    <a:moveTo>
                      <a:pt x="9024" y="1"/>
                    </a:moveTo>
                    <a:lnTo>
                      <a:pt x="341" y="3451"/>
                    </a:lnTo>
                    <a:lnTo>
                      <a:pt x="0" y="8721"/>
                    </a:lnTo>
                    <a:cubicBezTo>
                      <a:pt x="190" y="8759"/>
                      <a:pt x="379" y="8797"/>
                      <a:pt x="569" y="8797"/>
                    </a:cubicBezTo>
                    <a:cubicBezTo>
                      <a:pt x="752" y="8809"/>
                      <a:pt x="935" y="8816"/>
                      <a:pt x="1115" y="8816"/>
                    </a:cubicBezTo>
                    <a:cubicBezTo>
                      <a:pt x="5714" y="8816"/>
                      <a:pt x="9352" y="4708"/>
                      <a:pt x="9024" y="38"/>
                    </a:cubicBezTo>
                    <a:lnTo>
                      <a:pt x="9024" y="1"/>
                    </a:lnTo>
                    <a:close/>
                  </a:path>
                </a:pathLst>
              </a:custGeom>
              <a:solidFill>
                <a:srgbClr val="E5AB7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" name="Google Shape;716;p27">
                <a:extLst>
                  <a:ext uri="{FF2B5EF4-FFF2-40B4-BE49-F238E27FC236}">
                    <a16:creationId xmlns:a16="http://schemas.microsoft.com/office/drawing/2014/main" id="{83113BD6-6950-DC8C-DD8F-62D77CD1A309}"/>
                  </a:ext>
                </a:extLst>
              </p:cNvPr>
              <p:cNvSpPr/>
              <p:nvPr/>
            </p:nvSpPr>
            <p:spPr>
              <a:xfrm>
                <a:off x="7179062" y="659300"/>
                <a:ext cx="46918" cy="223479"/>
              </a:xfrm>
              <a:custGeom>
                <a:avLst/>
                <a:gdLst/>
                <a:ahLst/>
                <a:cxnLst/>
                <a:rect l="l" t="t" r="r" b="b"/>
                <a:pathLst>
                  <a:path w="2276" h="10841" extrusionOk="0">
                    <a:moveTo>
                      <a:pt x="1544" y="0"/>
                    </a:moveTo>
                    <a:cubicBezTo>
                      <a:pt x="1350" y="0"/>
                      <a:pt x="1123" y="343"/>
                      <a:pt x="872" y="1324"/>
                    </a:cubicBezTo>
                    <a:cubicBezTo>
                      <a:pt x="0" y="4622"/>
                      <a:pt x="759" y="10802"/>
                      <a:pt x="759" y="10802"/>
                    </a:cubicBezTo>
                    <a:lnTo>
                      <a:pt x="2275" y="10840"/>
                    </a:lnTo>
                    <a:cubicBezTo>
                      <a:pt x="1744" y="7883"/>
                      <a:pt x="1744" y="4812"/>
                      <a:pt x="2275" y="1854"/>
                    </a:cubicBezTo>
                    <a:cubicBezTo>
                      <a:pt x="2275" y="1854"/>
                      <a:pt x="1997" y="0"/>
                      <a:pt x="1544" y="0"/>
                    </a:cubicBezTo>
                    <a:close/>
                  </a:path>
                </a:pathLst>
              </a:custGeom>
              <a:solidFill>
                <a:srgbClr val="270B4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" name="Google Shape;717;p27">
                <a:extLst>
                  <a:ext uri="{FF2B5EF4-FFF2-40B4-BE49-F238E27FC236}">
                    <a16:creationId xmlns:a16="http://schemas.microsoft.com/office/drawing/2014/main" id="{3D40A080-9F94-1017-C91F-68B3BE65AFFC}"/>
                  </a:ext>
                </a:extLst>
              </p:cNvPr>
              <p:cNvSpPr/>
              <p:nvPr/>
            </p:nvSpPr>
            <p:spPr>
              <a:xfrm>
                <a:off x="7190771" y="836624"/>
                <a:ext cx="87569" cy="144629"/>
              </a:xfrm>
              <a:custGeom>
                <a:avLst/>
                <a:gdLst/>
                <a:ahLst/>
                <a:cxnLst/>
                <a:rect l="l" t="t" r="r" b="b"/>
                <a:pathLst>
                  <a:path w="4248" h="7016" extrusionOk="0">
                    <a:moveTo>
                      <a:pt x="2571" y="0"/>
                    </a:moveTo>
                    <a:cubicBezTo>
                      <a:pt x="2561" y="0"/>
                      <a:pt x="2551" y="1"/>
                      <a:pt x="2541" y="1"/>
                    </a:cubicBezTo>
                    <a:lnTo>
                      <a:pt x="1480" y="1"/>
                    </a:lnTo>
                    <a:cubicBezTo>
                      <a:pt x="645" y="39"/>
                      <a:pt x="1" y="1631"/>
                      <a:pt x="77" y="3565"/>
                    </a:cubicBezTo>
                    <a:cubicBezTo>
                      <a:pt x="153" y="5499"/>
                      <a:pt x="873" y="7015"/>
                      <a:pt x="1707" y="7015"/>
                    </a:cubicBezTo>
                    <a:lnTo>
                      <a:pt x="2807" y="7015"/>
                    </a:lnTo>
                    <a:cubicBezTo>
                      <a:pt x="3641" y="6977"/>
                      <a:pt x="4247" y="5385"/>
                      <a:pt x="4171" y="3451"/>
                    </a:cubicBezTo>
                    <a:cubicBezTo>
                      <a:pt x="4134" y="1541"/>
                      <a:pt x="3393" y="0"/>
                      <a:pt x="257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" name="Google Shape;718;p27">
                <a:extLst>
                  <a:ext uri="{FF2B5EF4-FFF2-40B4-BE49-F238E27FC236}">
                    <a16:creationId xmlns:a16="http://schemas.microsoft.com/office/drawing/2014/main" id="{D8EABD7B-1867-5997-C586-3668A01748D3}"/>
                  </a:ext>
                </a:extLst>
              </p:cNvPr>
              <p:cNvSpPr/>
              <p:nvPr/>
            </p:nvSpPr>
            <p:spPr>
              <a:xfrm>
                <a:off x="7213447" y="836624"/>
                <a:ext cx="64894" cy="144629"/>
              </a:xfrm>
              <a:custGeom>
                <a:avLst/>
                <a:gdLst/>
                <a:ahLst/>
                <a:cxnLst/>
                <a:rect l="l" t="t" r="r" b="b"/>
                <a:pathLst>
                  <a:path w="3148" h="7016" extrusionOk="0">
                    <a:moveTo>
                      <a:pt x="1471" y="0"/>
                    </a:moveTo>
                    <a:cubicBezTo>
                      <a:pt x="1461" y="0"/>
                      <a:pt x="1451" y="1"/>
                      <a:pt x="1441" y="1"/>
                    </a:cubicBezTo>
                    <a:cubicBezTo>
                      <a:pt x="607" y="39"/>
                      <a:pt x="0" y="1631"/>
                      <a:pt x="76" y="3565"/>
                    </a:cubicBezTo>
                    <a:cubicBezTo>
                      <a:pt x="152" y="5499"/>
                      <a:pt x="872" y="7015"/>
                      <a:pt x="1707" y="7015"/>
                    </a:cubicBezTo>
                    <a:cubicBezTo>
                      <a:pt x="2541" y="6977"/>
                      <a:pt x="3147" y="5385"/>
                      <a:pt x="3071" y="3451"/>
                    </a:cubicBezTo>
                    <a:cubicBezTo>
                      <a:pt x="3034" y="1541"/>
                      <a:pt x="2293" y="0"/>
                      <a:pt x="1471" y="0"/>
                    </a:cubicBezTo>
                    <a:close/>
                  </a:path>
                </a:pathLst>
              </a:custGeom>
              <a:solidFill>
                <a:srgbClr val="3FA8B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5" name="Google Shape;719;p27">
                <a:extLst>
                  <a:ext uri="{FF2B5EF4-FFF2-40B4-BE49-F238E27FC236}">
                    <a16:creationId xmlns:a16="http://schemas.microsoft.com/office/drawing/2014/main" id="{101ABF3D-C62D-07B9-B817-44213B61C1CD}"/>
                  </a:ext>
                </a:extLst>
              </p:cNvPr>
              <p:cNvSpPr/>
              <p:nvPr/>
            </p:nvSpPr>
            <p:spPr>
              <a:xfrm>
                <a:off x="7210313" y="782677"/>
                <a:ext cx="151659" cy="249391"/>
              </a:xfrm>
              <a:custGeom>
                <a:avLst/>
                <a:gdLst/>
                <a:ahLst/>
                <a:cxnLst/>
                <a:rect l="l" t="t" r="r" b="b"/>
                <a:pathLst>
                  <a:path w="7357" h="12098" extrusionOk="0">
                    <a:moveTo>
                      <a:pt x="4458" y="1"/>
                    </a:moveTo>
                    <a:cubicBezTo>
                      <a:pt x="4438" y="1"/>
                      <a:pt x="4419" y="1"/>
                      <a:pt x="4399" y="2"/>
                    </a:cubicBezTo>
                    <a:lnTo>
                      <a:pt x="2503" y="2"/>
                    </a:lnTo>
                    <a:cubicBezTo>
                      <a:pt x="1062" y="40"/>
                      <a:pt x="1" y="2808"/>
                      <a:pt x="115" y="6144"/>
                    </a:cubicBezTo>
                    <a:cubicBezTo>
                      <a:pt x="265" y="9494"/>
                      <a:pt x="1499" y="12097"/>
                      <a:pt x="2927" y="12097"/>
                    </a:cubicBezTo>
                    <a:cubicBezTo>
                      <a:pt x="2937" y="12097"/>
                      <a:pt x="2948" y="12097"/>
                      <a:pt x="2958" y="12097"/>
                    </a:cubicBezTo>
                    <a:lnTo>
                      <a:pt x="4854" y="12097"/>
                    </a:lnTo>
                    <a:cubicBezTo>
                      <a:pt x="6294" y="12021"/>
                      <a:pt x="7356" y="9291"/>
                      <a:pt x="7242" y="5955"/>
                    </a:cubicBezTo>
                    <a:cubicBezTo>
                      <a:pt x="7130" y="2664"/>
                      <a:pt x="5875" y="1"/>
                      <a:pt x="445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" name="Google Shape;720;p27">
                <a:extLst>
                  <a:ext uri="{FF2B5EF4-FFF2-40B4-BE49-F238E27FC236}">
                    <a16:creationId xmlns:a16="http://schemas.microsoft.com/office/drawing/2014/main" id="{F370690C-8963-D90C-C398-8A071D3DB5CC}"/>
                  </a:ext>
                </a:extLst>
              </p:cNvPr>
              <p:cNvSpPr/>
              <p:nvPr/>
            </p:nvSpPr>
            <p:spPr>
              <a:xfrm>
                <a:off x="7249398" y="781914"/>
                <a:ext cx="112574" cy="249391"/>
              </a:xfrm>
              <a:custGeom>
                <a:avLst/>
                <a:gdLst/>
                <a:ahLst/>
                <a:cxnLst/>
                <a:rect l="l" t="t" r="r" b="b"/>
                <a:pathLst>
                  <a:path w="5461" h="12098" extrusionOk="0">
                    <a:moveTo>
                      <a:pt x="2533" y="1"/>
                    </a:moveTo>
                    <a:cubicBezTo>
                      <a:pt x="2523" y="1"/>
                      <a:pt x="2513" y="1"/>
                      <a:pt x="2503" y="1"/>
                    </a:cubicBezTo>
                    <a:cubicBezTo>
                      <a:pt x="1062" y="77"/>
                      <a:pt x="0" y="2807"/>
                      <a:pt x="114" y="6143"/>
                    </a:cubicBezTo>
                    <a:cubicBezTo>
                      <a:pt x="264" y="9470"/>
                      <a:pt x="1482" y="12097"/>
                      <a:pt x="2898" y="12097"/>
                    </a:cubicBezTo>
                    <a:cubicBezTo>
                      <a:pt x="2918" y="12097"/>
                      <a:pt x="2938" y="12097"/>
                      <a:pt x="2958" y="12096"/>
                    </a:cubicBezTo>
                    <a:cubicBezTo>
                      <a:pt x="4398" y="12058"/>
                      <a:pt x="5460" y="9290"/>
                      <a:pt x="5346" y="5954"/>
                    </a:cubicBezTo>
                    <a:cubicBezTo>
                      <a:pt x="5233" y="2641"/>
                      <a:pt x="3962" y="1"/>
                      <a:pt x="253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" name="Google Shape;721;p27">
                <a:extLst>
                  <a:ext uri="{FF2B5EF4-FFF2-40B4-BE49-F238E27FC236}">
                    <a16:creationId xmlns:a16="http://schemas.microsoft.com/office/drawing/2014/main" id="{B57717B2-13F7-CDF1-0FCA-8B058C3BC7C4}"/>
                  </a:ext>
                </a:extLst>
              </p:cNvPr>
              <p:cNvSpPr/>
              <p:nvPr/>
            </p:nvSpPr>
            <p:spPr>
              <a:xfrm>
                <a:off x="7166549" y="663918"/>
                <a:ext cx="40672" cy="254029"/>
              </a:xfrm>
              <a:custGeom>
                <a:avLst/>
                <a:gdLst/>
                <a:ahLst/>
                <a:cxnLst/>
                <a:rect l="l" t="t" r="r" b="b"/>
                <a:pathLst>
                  <a:path w="1973" h="12323" extrusionOk="0">
                    <a:moveTo>
                      <a:pt x="1366" y="0"/>
                    </a:moveTo>
                    <a:cubicBezTo>
                      <a:pt x="1366" y="0"/>
                      <a:pt x="1" y="6521"/>
                      <a:pt x="1328" y="12322"/>
                    </a:cubicBezTo>
                    <a:lnTo>
                      <a:pt x="1858" y="12322"/>
                    </a:lnTo>
                    <a:cubicBezTo>
                      <a:pt x="1858" y="12322"/>
                      <a:pt x="531" y="6028"/>
                      <a:pt x="1972" y="417"/>
                    </a:cubicBezTo>
                    <a:lnTo>
                      <a:pt x="136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8" name="Google Shape;722;p27">
                <a:extLst>
                  <a:ext uri="{FF2B5EF4-FFF2-40B4-BE49-F238E27FC236}">
                    <a16:creationId xmlns:a16="http://schemas.microsoft.com/office/drawing/2014/main" id="{42000CF9-B2B2-6230-2938-C874ED0E7F7A}"/>
                  </a:ext>
                </a:extLst>
              </p:cNvPr>
              <p:cNvSpPr/>
              <p:nvPr/>
            </p:nvSpPr>
            <p:spPr>
              <a:xfrm>
                <a:off x="7223610" y="680286"/>
                <a:ext cx="133271" cy="156050"/>
              </a:xfrm>
              <a:custGeom>
                <a:avLst/>
                <a:gdLst/>
                <a:ahLst/>
                <a:cxnLst/>
                <a:rect l="l" t="t" r="r" b="b"/>
                <a:pathLst>
                  <a:path w="6465" h="7570" extrusionOk="0">
                    <a:moveTo>
                      <a:pt x="4584" y="1"/>
                    </a:moveTo>
                    <a:cubicBezTo>
                      <a:pt x="4573" y="1"/>
                      <a:pt x="4562" y="1"/>
                      <a:pt x="4550" y="2"/>
                    </a:cubicBezTo>
                    <a:cubicBezTo>
                      <a:pt x="3602" y="40"/>
                      <a:pt x="2730" y="419"/>
                      <a:pt x="2010" y="1026"/>
                    </a:cubicBezTo>
                    <a:cubicBezTo>
                      <a:pt x="2010" y="1026"/>
                      <a:pt x="0" y="4021"/>
                      <a:pt x="3337" y="7016"/>
                    </a:cubicBezTo>
                    <a:cubicBezTo>
                      <a:pt x="3761" y="7402"/>
                      <a:pt x="4122" y="7569"/>
                      <a:pt x="4425" y="7569"/>
                    </a:cubicBezTo>
                    <a:cubicBezTo>
                      <a:pt x="6464" y="7569"/>
                      <a:pt x="5914" y="1"/>
                      <a:pt x="4584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9" name="Google Shape;723;p27">
                <a:extLst>
                  <a:ext uri="{FF2B5EF4-FFF2-40B4-BE49-F238E27FC236}">
                    <a16:creationId xmlns:a16="http://schemas.microsoft.com/office/drawing/2014/main" id="{520BD13E-6516-79FF-8637-1B72DB075517}"/>
                  </a:ext>
                </a:extLst>
              </p:cNvPr>
              <p:cNvSpPr/>
              <p:nvPr/>
            </p:nvSpPr>
            <p:spPr>
              <a:xfrm>
                <a:off x="7280670" y="572350"/>
                <a:ext cx="423622" cy="581775"/>
              </a:xfrm>
              <a:custGeom>
                <a:avLst/>
                <a:gdLst/>
                <a:ahLst/>
                <a:cxnLst/>
                <a:rect l="l" t="t" r="r" b="b"/>
                <a:pathLst>
                  <a:path w="20550" h="28222" extrusionOk="0">
                    <a:moveTo>
                      <a:pt x="10008" y="1"/>
                    </a:moveTo>
                    <a:cubicBezTo>
                      <a:pt x="9896" y="1"/>
                      <a:pt x="9783" y="2"/>
                      <a:pt x="9668" y="6"/>
                    </a:cubicBezTo>
                    <a:cubicBezTo>
                      <a:pt x="4663" y="196"/>
                      <a:pt x="2161" y="3911"/>
                      <a:pt x="986" y="7779"/>
                    </a:cubicBezTo>
                    <a:cubicBezTo>
                      <a:pt x="152" y="10736"/>
                      <a:pt x="0" y="14262"/>
                      <a:pt x="152" y="17560"/>
                    </a:cubicBezTo>
                    <a:cubicBezTo>
                      <a:pt x="410" y="24901"/>
                      <a:pt x="4795" y="28222"/>
                      <a:pt x="10165" y="28222"/>
                    </a:cubicBezTo>
                    <a:cubicBezTo>
                      <a:pt x="10315" y="28222"/>
                      <a:pt x="10465" y="28219"/>
                      <a:pt x="10616" y="28214"/>
                    </a:cubicBezTo>
                    <a:cubicBezTo>
                      <a:pt x="16151" y="27987"/>
                      <a:pt x="20549" y="24347"/>
                      <a:pt x="20284" y="16802"/>
                    </a:cubicBezTo>
                    <a:cubicBezTo>
                      <a:pt x="20208" y="14224"/>
                      <a:pt x="19867" y="11646"/>
                      <a:pt x="19260" y="9144"/>
                    </a:cubicBezTo>
                    <a:cubicBezTo>
                      <a:pt x="18034" y="4499"/>
                      <a:pt x="15497" y="1"/>
                      <a:pt x="10008" y="1"/>
                    </a:cubicBezTo>
                    <a:close/>
                  </a:path>
                </a:pathLst>
              </a:custGeom>
              <a:solidFill>
                <a:srgbClr val="F9C8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0" name="Google Shape;724;p27">
                <a:extLst>
                  <a:ext uri="{FF2B5EF4-FFF2-40B4-BE49-F238E27FC236}">
                    <a16:creationId xmlns:a16="http://schemas.microsoft.com/office/drawing/2014/main" id="{A20999F4-3D5A-3882-77C9-05C51B96D080}"/>
                  </a:ext>
                </a:extLst>
              </p:cNvPr>
              <p:cNvSpPr/>
              <p:nvPr/>
            </p:nvSpPr>
            <p:spPr>
              <a:xfrm>
                <a:off x="7636265" y="769422"/>
                <a:ext cx="117955" cy="219438"/>
              </a:xfrm>
              <a:custGeom>
                <a:avLst/>
                <a:gdLst/>
                <a:ahLst/>
                <a:cxnLst/>
                <a:rect l="l" t="t" r="r" b="b"/>
                <a:pathLst>
                  <a:path w="5722" h="10645" extrusionOk="0">
                    <a:moveTo>
                      <a:pt x="1315" y="0"/>
                    </a:moveTo>
                    <a:cubicBezTo>
                      <a:pt x="1306" y="0"/>
                      <a:pt x="1298" y="0"/>
                      <a:pt x="1290" y="1"/>
                    </a:cubicBezTo>
                    <a:cubicBezTo>
                      <a:pt x="1290" y="1"/>
                      <a:pt x="1" y="1593"/>
                      <a:pt x="115" y="5346"/>
                    </a:cubicBezTo>
                    <a:cubicBezTo>
                      <a:pt x="217" y="8767"/>
                      <a:pt x="1400" y="10645"/>
                      <a:pt x="2744" y="10645"/>
                    </a:cubicBezTo>
                    <a:cubicBezTo>
                      <a:pt x="2890" y="10645"/>
                      <a:pt x="3037" y="10623"/>
                      <a:pt x="3186" y="10579"/>
                    </a:cubicBezTo>
                    <a:cubicBezTo>
                      <a:pt x="4699" y="10087"/>
                      <a:pt x="5722" y="0"/>
                      <a:pt x="1315" y="0"/>
                    </a:cubicBezTo>
                    <a:close/>
                  </a:path>
                </a:pathLst>
              </a:custGeom>
              <a:solidFill>
                <a:srgbClr val="E5AB7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1" name="Google Shape;725;p27">
                <a:extLst>
                  <a:ext uri="{FF2B5EF4-FFF2-40B4-BE49-F238E27FC236}">
                    <a16:creationId xmlns:a16="http://schemas.microsoft.com/office/drawing/2014/main" id="{CA6F0088-F3AB-F56E-738F-8C49DF69BDD5}"/>
                  </a:ext>
                </a:extLst>
              </p:cNvPr>
              <p:cNvSpPr/>
              <p:nvPr/>
            </p:nvSpPr>
            <p:spPr>
              <a:xfrm>
                <a:off x="7300975" y="572350"/>
                <a:ext cx="390021" cy="298700"/>
              </a:xfrm>
              <a:custGeom>
                <a:avLst/>
                <a:gdLst/>
                <a:ahLst/>
                <a:cxnLst/>
                <a:rect l="l" t="t" r="r" b="b"/>
                <a:pathLst>
                  <a:path w="18920" h="14490" extrusionOk="0">
                    <a:moveTo>
                      <a:pt x="9023" y="1"/>
                    </a:moveTo>
                    <a:cubicBezTo>
                      <a:pt x="8911" y="1"/>
                      <a:pt x="8798" y="2"/>
                      <a:pt x="8683" y="6"/>
                    </a:cubicBezTo>
                    <a:cubicBezTo>
                      <a:pt x="3678" y="196"/>
                      <a:pt x="1138" y="3911"/>
                      <a:pt x="1" y="7779"/>
                    </a:cubicBezTo>
                    <a:cubicBezTo>
                      <a:pt x="19" y="7780"/>
                      <a:pt x="39" y="7780"/>
                      <a:pt x="58" y="7780"/>
                    </a:cubicBezTo>
                    <a:cubicBezTo>
                      <a:pt x="707" y="7780"/>
                      <a:pt x="1756" y="7155"/>
                      <a:pt x="3413" y="5314"/>
                    </a:cubicBezTo>
                    <a:cubicBezTo>
                      <a:pt x="3413" y="5314"/>
                      <a:pt x="4087" y="6348"/>
                      <a:pt x="5668" y="6348"/>
                    </a:cubicBezTo>
                    <a:cubicBezTo>
                      <a:pt x="6991" y="6348"/>
                      <a:pt x="8949" y="5624"/>
                      <a:pt x="11678" y="2964"/>
                    </a:cubicBezTo>
                    <a:lnTo>
                      <a:pt x="11678" y="2964"/>
                    </a:lnTo>
                    <a:cubicBezTo>
                      <a:pt x="11678" y="2964"/>
                      <a:pt x="10958" y="6338"/>
                      <a:pt x="16114" y="7324"/>
                    </a:cubicBezTo>
                    <a:lnTo>
                      <a:pt x="18920" y="14489"/>
                    </a:lnTo>
                    <a:lnTo>
                      <a:pt x="18275" y="9144"/>
                    </a:lnTo>
                    <a:cubicBezTo>
                      <a:pt x="17049" y="4499"/>
                      <a:pt x="14512" y="1"/>
                      <a:pt x="9023" y="1"/>
                    </a:cubicBezTo>
                    <a:close/>
                  </a:path>
                </a:pathLst>
              </a:custGeom>
              <a:solidFill>
                <a:srgbClr val="E5AB7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2" name="Google Shape;726;p27">
                <a:extLst>
                  <a:ext uri="{FF2B5EF4-FFF2-40B4-BE49-F238E27FC236}">
                    <a16:creationId xmlns:a16="http://schemas.microsoft.com/office/drawing/2014/main" id="{C8A9F9A0-59AD-1864-161F-0CFA0D2AEE55}"/>
                  </a:ext>
                </a:extLst>
              </p:cNvPr>
              <p:cNvSpPr/>
              <p:nvPr/>
            </p:nvSpPr>
            <p:spPr>
              <a:xfrm>
                <a:off x="7149357" y="411456"/>
                <a:ext cx="640896" cy="451781"/>
              </a:xfrm>
              <a:custGeom>
                <a:avLst/>
                <a:gdLst/>
                <a:ahLst/>
                <a:cxnLst/>
                <a:rect l="l" t="t" r="r" b="b"/>
                <a:pathLst>
                  <a:path w="31090" h="21916" extrusionOk="0">
                    <a:moveTo>
                      <a:pt x="12245" y="1"/>
                    </a:moveTo>
                    <a:cubicBezTo>
                      <a:pt x="10950" y="1"/>
                      <a:pt x="9808" y="288"/>
                      <a:pt x="8986" y="873"/>
                    </a:cubicBezTo>
                    <a:cubicBezTo>
                      <a:pt x="6218" y="2807"/>
                      <a:pt x="7090" y="4702"/>
                      <a:pt x="7090" y="4702"/>
                    </a:cubicBezTo>
                    <a:cubicBezTo>
                      <a:pt x="7090" y="4702"/>
                      <a:pt x="1782" y="5878"/>
                      <a:pt x="759" y="9176"/>
                    </a:cubicBezTo>
                    <a:cubicBezTo>
                      <a:pt x="1" y="11565"/>
                      <a:pt x="645" y="13726"/>
                      <a:pt x="2237" y="14749"/>
                    </a:cubicBezTo>
                    <a:cubicBezTo>
                      <a:pt x="2906" y="15172"/>
                      <a:pt x="3705" y="15398"/>
                      <a:pt x="4514" y="15398"/>
                    </a:cubicBezTo>
                    <a:cubicBezTo>
                      <a:pt x="4577" y="15398"/>
                      <a:pt x="4639" y="15397"/>
                      <a:pt x="4702" y="15394"/>
                    </a:cubicBezTo>
                    <a:cubicBezTo>
                      <a:pt x="8038" y="15280"/>
                      <a:pt x="11526" y="10541"/>
                      <a:pt x="11526" y="10541"/>
                    </a:cubicBezTo>
                    <a:cubicBezTo>
                      <a:pt x="11716" y="11641"/>
                      <a:pt x="12626" y="12437"/>
                      <a:pt x="13763" y="12475"/>
                    </a:cubicBezTo>
                    <a:cubicBezTo>
                      <a:pt x="13821" y="12481"/>
                      <a:pt x="13880" y="12485"/>
                      <a:pt x="13942" y="12485"/>
                    </a:cubicBezTo>
                    <a:cubicBezTo>
                      <a:pt x="15987" y="12485"/>
                      <a:pt x="20132" y="8911"/>
                      <a:pt x="20133" y="8911"/>
                    </a:cubicBezTo>
                    <a:lnTo>
                      <a:pt x="20133" y="8911"/>
                    </a:lnTo>
                    <a:cubicBezTo>
                      <a:pt x="19147" y="12247"/>
                      <a:pt x="24152" y="14939"/>
                      <a:pt x="24152" y="14939"/>
                    </a:cubicBezTo>
                    <a:lnTo>
                      <a:pt x="25554" y="21915"/>
                    </a:lnTo>
                    <a:lnTo>
                      <a:pt x="28777" y="21877"/>
                    </a:lnTo>
                    <a:cubicBezTo>
                      <a:pt x="28777" y="21877"/>
                      <a:pt x="31090" y="15053"/>
                      <a:pt x="28170" y="8911"/>
                    </a:cubicBezTo>
                    <a:cubicBezTo>
                      <a:pt x="27602" y="7735"/>
                      <a:pt x="26881" y="6636"/>
                      <a:pt x="25971" y="5650"/>
                    </a:cubicBezTo>
                    <a:cubicBezTo>
                      <a:pt x="24225" y="3729"/>
                      <a:pt x="22495" y="3400"/>
                      <a:pt x="21516" y="3400"/>
                    </a:cubicBezTo>
                    <a:cubicBezTo>
                      <a:pt x="21007" y="3400"/>
                      <a:pt x="20701" y="3489"/>
                      <a:pt x="20701" y="3489"/>
                    </a:cubicBezTo>
                    <a:cubicBezTo>
                      <a:pt x="18181" y="1198"/>
                      <a:pt x="14892" y="1"/>
                      <a:pt x="12245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3" name="Google Shape;727;p27">
                <a:extLst>
                  <a:ext uri="{FF2B5EF4-FFF2-40B4-BE49-F238E27FC236}">
                    <a16:creationId xmlns:a16="http://schemas.microsoft.com/office/drawing/2014/main" id="{B10E81DA-6A97-D9F8-13A4-5FF4C98E2835}"/>
                  </a:ext>
                </a:extLst>
              </p:cNvPr>
              <p:cNvSpPr/>
              <p:nvPr/>
            </p:nvSpPr>
            <p:spPr>
              <a:xfrm>
                <a:off x="7457416" y="716093"/>
                <a:ext cx="139806" cy="51000"/>
              </a:xfrm>
              <a:custGeom>
                <a:avLst/>
                <a:gdLst/>
                <a:ahLst/>
                <a:cxnLst/>
                <a:rect l="l" t="t" r="r" b="b"/>
                <a:pathLst>
                  <a:path w="6782" h="2474" extrusionOk="0">
                    <a:moveTo>
                      <a:pt x="3517" y="1"/>
                    </a:moveTo>
                    <a:cubicBezTo>
                      <a:pt x="2078" y="1"/>
                      <a:pt x="186" y="645"/>
                      <a:pt x="32" y="768"/>
                    </a:cubicBezTo>
                    <a:cubicBezTo>
                      <a:pt x="32" y="768"/>
                      <a:pt x="1" y="1901"/>
                      <a:pt x="541" y="1901"/>
                    </a:cubicBezTo>
                    <a:cubicBezTo>
                      <a:pt x="593" y="1901"/>
                      <a:pt x="651" y="1891"/>
                      <a:pt x="715" y="1867"/>
                    </a:cubicBezTo>
                    <a:cubicBezTo>
                      <a:pt x="1701" y="1564"/>
                      <a:pt x="2686" y="1412"/>
                      <a:pt x="3710" y="1412"/>
                    </a:cubicBezTo>
                    <a:cubicBezTo>
                      <a:pt x="4317" y="1412"/>
                      <a:pt x="5340" y="2398"/>
                      <a:pt x="5795" y="2474"/>
                    </a:cubicBezTo>
                    <a:cubicBezTo>
                      <a:pt x="6137" y="2474"/>
                      <a:pt x="6516" y="2360"/>
                      <a:pt x="6781" y="2171"/>
                    </a:cubicBezTo>
                    <a:cubicBezTo>
                      <a:pt x="6781" y="2171"/>
                      <a:pt x="5795" y="578"/>
                      <a:pt x="4430" y="123"/>
                    </a:cubicBezTo>
                    <a:cubicBezTo>
                      <a:pt x="4170" y="36"/>
                      <a:pt x="3856" y="1"/>
                      <a:pt x="3517" y="1"/>
                    </a:cubicBezTo>
                    <a:close/>
                  </a:path>
                </a:pathLst>
              </a:custGeom>
              <a:solidFill>
                <a:srgbClr val="783F0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4" name="Google Shape;728;p27">
                <a:extLst>
                  <a:ext uri="{FF2B5EF4-FFF2-40B4-BE49-F238E27FC236}">
                    <a16:creationId xmlns:a16="http://schemas.microsoft.com/office/drawing/2014/main" id="{83FAD1F6-97A8-E91D-A9DC-4EA1C1DF45FD}"/>
                  </a:ext>
                </a:extLst>
              </p:cNvPr>
              <p:cNvSpPr/>
              <p:nvPr/>
            </p:nvSpPr>
            <p:spPr>
              <a:xfrm>
                <a:off x="7280670" y="744705"/>
                <a:ext cx="114471" cy="64069"/>
              </a:xfrm>
              <a:custGeom>
                <a:avLst/>
                <a:gdLst/>
                <a:ahLst/>
                <a:cxnLst/>
                <a:rect l="l" t="t" r="r" b="b"/>
                <a:pathLst>
                  <a:path w="5553" h="3108" extrusionOk="0">
                    <a:moveTo>
                      <a:pt x="3761" y="0"/>
                    </a:moveTo>
                    <a:cubicBezTo>
                      <a:pt x="3074" y="0"/>
                      <a:pt x="2281" y="108"/>
                      <a:pt x="1706" y="479"/>
                    </a:cubicBezTo>
                    <a:cubicBezTo>
                      <a:pt x="531" y="1237"/>
                      <a:pt x="0" y="2982"/>
                      <a:pt x="0" y="2982"/>
                    </a:cubicBezTo>
                    <a:cubicBezTo>
                      <a:pt x="178" y="3070"/>
                      <a:pt x="381" y="3107"/>
                      <a:pt x="581" y="3107"/>
                    </a:cubicBezTo>
                    <a:cubicBezTo>
                      <a:pt x="722" y="3107"/>
                      <a:pt x="860" y="3089"/>
                      <a:pt x="986" y="3057"/>
                    </a:cubicBezTo>
                    <a:cubicBezTo>
                      <a:pt x="1403" y="2868"/>
                      <a:pt x="2123" y="1692"/>
                      <a:pt x="2692" y="1541"/>
                    </a:cubicBezTo>
                    <a:cubicBezTo>
                      <a:pt x="3118" y="1422"/>
                      <a:pt x="3575" y="1363"/>
                      <a:pt x="4033" y="1363"/>
                    </a:cubicBezTo>
                    <a:cubicBezTo>
                      <a:pt x="4307" y="1363"/>
                      <a:pt x="4583" y="1384"/>
                      <a:pt x="4853" y="1427"/>
                    </a:cubicBezTo>
                    <a:cubicBezTo>
                      <a:pt x="4873" y="1429"/>
                      <a:pt x="4892" y="1430"/>
                      <a:pt x="4911" y="1430"/>
                    </a:cubicBezTo>
                    <a:cubicBezTo>
                      <a:pt x="5553" y="1430"/>
                      <a:pt x="5194" y="176"/>
                      <a:pt x="5194" y="176"/>
                    </a:cubicBezTo>
                    <a:cubicBezTo>
                      <a:pt x="5078" y="118"/>
                      <a:pt x="4477" y="0"/>
                      <a:pt x="3761" y="0"/>
                    </a:cubicBezTo>
                    <a:close/>
                  </a:path>
                </a:pathLst>
              </a:custGeom>
              <a:solidFill>
                <a:srgbClr val="783F0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5" name="Google Shape;729;p27">
                <a:extLst>
                  <a:ext uri="{FF2B5EF4-FFF2-40B4-BE49-F238E27FC236}">
                    <a16:creationId xmlns:a16="http://schemas.microsoft.com/office/drawing/2014/main" id="{428E254C-93C6-D2FD-FDD5-D09104CEA219}"/>
                  </a:ext>
                </a:extLst>
              </p:cNvPr>
              <p:cNvSpPr/>
              <p:nvPr/>
            </p:nvSpPr>
            <p:spPr>
              <a:xfrm>
                <a:off x="7508086" y="789747"/>
                <a:ext cx="33642" cy="46135"/>
              </a:xfrm>
              <a:custGeom>
                <a:avLst/>
                <a:gdLst/>
                <a:ahLst/>
                <a:cxnLst/>
                <a:rect l="l" t="t" r="r" b="b"/>
                <a:pathLst>
                  <a:path w="1632" h="2238" extrusionOk="0">
                    <a:moveTo>
                      <a:pt x="797" y="0"/>
                    </a:moveTo>
                    <a:cubicBezTo>
                      <a:pt x="342" y="0"/>
                      <a:pt x="1" y="493"/>
                      <a:pt x="1" y="1100"/>
                    </a:cubicBezTo>
                    <a:cubicBezTo>
                      <a:pt x="1" y="1744"/>
                      <a:pt x="342" y="2237"/>
                      <a:pt x="797" y="2237"/>
                    </a:cubicBezTo>
                    <a:cubicBezTo>
                      <a:pt x="1252" y="2237"/>
                      <a:pt x="1631" y="1706"/>
                      <a:pt x="1631" y="1100"/>
                    </a:cubicBezTo>
                    <a:cubicBezTo>
                      <a:pt x="1631" y="493"/>
                      <a:pt x="1252" y="0"/>
                      <a:pt x="797" y="0"/>
                    </a:cubicBezTo>
                    <a:close/>
                  </a:path>
                </a:pathLst>
              </a:custGeom>
              <a:solidFill>
                <a:srgbClr val="783F0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6" name="Google Shape;730;p27">
                <a:extLst>
                  <a:ext uri="{FF2B5EF4-FFF2-40B4-BE49-F238E27FC236}">
                    <a16:creationId xmlns:a16="http://schemas.microsoft.com/office/drawing/2014/main" id="{6392E1C6-714E-ED34-6B48-996F84D05D5E}"/>
                  </a:ext>
                </a:extLst>
              </p:cNvPr>
              <p:cNvSpPr/>
              <p:nvPr/>
            </p:nvSpPr>
            <p:spPr>
              <a:xfrm>
                <a:off x="7336143" y="817102"/>
                <a:ext cx="33642" cy="46135"/>
              </a:xfrm>
              <a:custGeom>
                <a:avLst/>
                <a:gdLst/>
                <a:ahLst/>
                <a:cxnLst/>
                <a:rect l="l" t="t" r="r" b="b"/>
                <a:pathLst>
                  <a:path w="1632" h="2238" extrusionOk="0">
                    <a:moveTo>
                      <a:pt x="797" y="0"/>
                    </a:moveTo>
                    <a:cubicBezTo>
                      <a:pt x="342" y="0"/>
                      <a:pt x="1" y="493"/>
                      <a:pt x="1" y="1100"/>
                    </a:cubicBezTo>
                    <a:cubicBezTo>
                      <a:pt x="1" y="1706"/>
                      <a:pt x="342" y="2237"/>
                      <a:pt x="797" y="2237"/>
                    </a:cubicBezTo>
                    <a:cubicBezTo>
                      <a:pt x="1252" y="2237"/>
                      <a:pt x="1631" y="1706"/>
                      <a:pt x="1631" y="1100"/>
                    </a:cubicBezTo>
                    <a:cubicBezTo>
                      <a:pt x="1631" y="493"/>
                      <a:pt x="1252" y="0"/>
                      <a:pt x="797" y="0"/>
                    </a:cubicBezTo>
                    <a:close/>
                  </a:path>
                </a:pathLst>
              </a:custGeom>
              <a:solidFill>
                <a:srgbClr val="783F0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7" name="Google Shape;731;p27">
                <a:extLst>
                  <a:ext uri="{FF2B5EF4-FFF2-40B4-BE49-F238E27FC236}">
                    <a16:creationId xmlns:a16="http://schemas.microsoft.com/office/drawing/2014/main" id="{F9C40ED9-22C5-4907-D709-27213D95B168}"/>
                  </a:ext>
                </a:extLst>
              </p:cNvPr>
              <p:cNvSpPr/>
              <p:nvPr/>
            </p:nvSpPr>
            <p:spPr>
              <a:xfrm>
                <a:off x="7366631" y="778801"/>
                <a:ext cx="103195" cy="171181"/>
              </a:xfrm>
              <a:custGeom>
                <a:avLst/>
                <a:gdLst/>
                <a:ahLst/>
                <a:cxnLst/>
                <a:rect l="l" t="t" r="r" b="b"/>
                <a:pathLst>
                  <a:path w="5006" h="8304" extrusionOk="0">
                    <a:moveTo>
                      <a:pt x="1290" y="1"/>
                    </a:moveTo>
                    <a:lnTo>
                      <a:pt x="1214" y="76"/>
                    </a:lnTo>
                    <a:cubicBezTo>
                      <a:pt x="1479" y="493"/>
                      <a:pt x="1745" y="986"/>
                      <a:pt x="1934" y="1479"/>
                    </a:cubicBezTo>
                    <a:cubicBezTo>
                      <a:pt x="2010" y="1555"/>
                      <a:pt x="2010" y="1707"/>
                      <a:pt x="1934" y="1782"/>
                    </a:cubicBezTo>
                    <a:cubicBezTo>
                      <a:pt x="1896" y="1934"/>
                      <a:pt x="1858" y="2048"/>
                      <a:pt x="1820" y="2162"/>
                    </a:cubicBezTo>
                    <a:lnTo>
                      <a:pt x="1479" y="2882"/>
                    </a:lnTo>
                    <a:cubicBezTo>
                      <a:pt x="1100" y="3868"/>
                      <a:pt x="683" y="4853"/>
                      <a:pt x="304" y="5839"/>
                    </a:cubicBezTo>
                    <a:cubicBezTo>
                      <a:pt x="190" y="6105"/>
                      <a:pt x="114" y="6370"/>
                      <a:pt x="38" y="6635"/>
                    </a:cubicBezTo>
                    <a:cubicBezTo>
                      <a:pt x="1" y="6825"/>
                      <a:pt x="38" y="7015"/>
                      <a:pt x="114" y="7166"/>
                    </a:cubicBezTo>
                    <a:cubicBezTo>
                      <a:pt x="190" y="7280"/>
                      <a:pt x="304" y="7432"/>
                      <a:pt x="418" y="7507"/>
                    </a:cubicBezTo>
                    <a:cubicBezTo>
                      <a:pt x="835" y="7925"/>
                      <a:pt x="1365" y="8152"/>
                      <a:pt x="1934" y="8266"/>
                    </a:cubicBezTo>
                    <a:cubicBezTo>
                      <a:pt x="2124" y="8291"/>
                      <a:pt x="2309" y="8304"/>
                      <a:pt x="2493" y="8304"/>
                    </a:cubicBezTo>
                    <a:cubicBezTo>
                      <a:pt x="2861" y="8304"/>
                      <a:pt x="3223" y="8253"/>
                      <a:pt x="3602" y="8152"/>
                    </a:cubicBezTo>
                    <a:cubicBezTo>
                      <a:pt x="4133" y="8038"/>
                      <a:pt x="4626" y="7735"/>
                      <a:pt x="5005" y="7356"/>
                    </a:cubicBezTo>
                    <a:lnTo>
                      <a:pt x="4967" y="7318"/>
                    </a:lnTo>
                    <a:cubicBezTo>
                      <a:pt x="4550" y="7583"/>
                      <a:pt x="4057" y="7773"/>
                      <a:pt x="3527" y="7811"/>
                    </a:cubicBezTo>
                    <a:cubicBezTo>
                      <a:pt x="3305" y="7845"/>
                      <a:pt x="3076" y="7864"/>
                      <a:pt x="2846" y="7864"/>
                    </a:cubicBezTo>
                    <a:cubicBezTo>
                      <a:pt x="2564" y="7864"/>
                      <a:pt x="2281" y="7835"/>
                      <a:pt x="2010" y="7773"/>
                    </a:cubicBezTo>
                    <a:cubicBezTo>
                      <a:pt x="1555" y="7697"/>
                      <a:pt x="1100" y="7470"/>
                      <a:pt x="721" y="7166"/>
                    </a:cubicBezTo>
                    <a:cubicBezTo>
                      <a:pt x="569" y="7015"/>
                      <a:pt x="418" y="6825"/>
                      <a:pt x="456" y="6673"/>
                    </a:cubicBezTo>
                    <a:cubicBezTo>
                      <a:pt x="493" y="6446"/>
                      <a:pt x="569" y="6180"/>
                      <a:pt x="645" y="5953"/>
                    </a:cubicBezTo>
                    <a:cubicBezTo>
                      <a:pt x="986" y="4929"/>
                      <a:pt x="1365" y="3944"/>
                      <a:pt x="1707" y="2958"/>
                    </a:cubicBezTo>
                    <a:lnTo>
                      <a:pt x="1972" y="2200"/>
                    </a:lnTo>
                    <a:cubicBezTo>
                      <a:pt x="2010" y="2086"/>
                      <a:pt x="2048" y="1934"/>
                      <a:pt x="2086" y="1820"/>
                    </a:cubicBezTo>
                    <a:cubicBezTo>
                      <a:pt x="2124" y="1745"/>
                      <a:pt x="2124" y="1669"/>
                      <a:pt x="2162" y="1593"/>
                    </a:cubicBezTo>
                    <a:cubicBezTo>
                      <a:pt x="2162" y="1517"/>
                      <a:pt x="2124" y="1441"/>
                      <a:pt x="2086" y="1403"/>
                    </a:cubicBezTo>
                    <a:cubicBezTo>
                      <a:pt x="1858" y="910"/>
                      <a:pt x="1593" y="455"/>
                      <a:pt x="1290" y="1"/>
                    </a:cubicBezTo>
                    <a:close/>
                  </a:path>
                </a:pathLst>
              </a:custGeom>
              <a:solidFill>
                <a:srgbClr val="783F0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8" name="Google Shape;732;p27">
                <a:extLst>
                  <a:ext uri="{FF2B5EF4-FFF2-40B4-BE49-F238E27FC236}">
                    <a16:creationId xmlns:a16="http://schemas.microsoft.com/office/drawing/2014/main" id="{15275434-4C57-E093-DFAC-874D6EBCBF73}"/>
                  </a:ext>
                </a:extLst>
              </p:cNvPr>
              <p:cNvSpPr/>
              <p:nvPr/>
            </p:nvSpPr>
            <p:spPr>
              <a:xfrm>
                <a:off x="7367414" y="929635"/>
                <a:ext cx="221211" cy="71098"/>
              </a:xfrm>
              <a:custGeom>
                <a:avLst/>
                <a:gdLst/>
                <a:ahLst/>
                <a:cxnLst/>
                <a:rect l="l" t="t" r="r" b="b"/>
                <a:pathLst>
                  <a:path w="10731" h="3449" extrusionOk="0">
                    <a:moveTo>
                      <a:pt x="10730" y="1"/>
                    </a:moveTo>
                    <a:lnTo>
                      <a:pt x="10730" y="1"/>
                    </a:lnTo>
                    <a:cubicBezTo>
                      <a:pt x="10351" y="304"/>
                      <a:pt x="9972" y="570"/>
                      <a:pt x="9517" y="759"/>
                    </a:cubicBezTo>
                    <a:cubicBezTo>
                      <a:pt x="9100" y="987"/>
                      <a:pt x="8683" y="1176"/>
                      <a:pt x="8228" y="1366"/>
                    </a:cubicBezTo>
                    <a:cubicBezTo>
                      <a:pt x="7356" y="1745"/>
                      <a:pt x="6484" y="2086"/>
                      <a:pt x="5574" y="2389"/>
                    </a:cubicBezTo>
                    <a:cubicBezTo>
                      <a:pt x="4702" y="2693"/>
                      <a:pt x="3792" y="2882"/>
                      <a:pt x="2844" y="3034"/>
                    </a:cubicBezTo>
                    <a:cubicBezTo>
                      <a:pt x="2059" y="3160"/>
                      <a:pt x="1274" y="3233"/>
                      <a:pt x="488" y="3233"/>
                    </a:cubicBezTo>
                    <a:cubicBezTo>
                      <a:pt x="326" y="3233"/>
                      <a:pt x="163" y="3230"/>
                      <a:pt x="0" y="3224"/>
                    </a:cubicBezTo>
                    <a:lnTo>
                      <a:pt x="0" y="3224"/>
                    </a:lnTo>
                    <a:cubicBezTo>
                      <a:pt x="661" y="3382"/>
                      <a:pt x="1341" y="3449"/>
                      <a:pt x="2013" y="3449"/>
                    </a:cubicBezTo>
                    <a:cubicBezTo>
                      <a:pt x="2304" y="3449"/>
                      <a:pt x="2595" y="3436"/>
                      <a:pt x="2882" y="3413"/>
                    </a:cubicBezTo>
                    <a:cubicBezTo>
                      <a:pt x="3868" y="3337"/>
                      <a:pt x="4816" y="3148"/>
                      <a:pt x="5725" y="2807"/>
                    </a:cubicBezTo>
                    <a:cubicBezTo>
                      <a:pt x="6635" y="2503"/>
                      <a:pt x="7545" y="2124"/>
                      <a:pt x="8379" y="1707"/>
                    </a:cubicBezTo>
                    <a:cubicBezTo>
                      <a:pt x="8796" y="1480"/>
                      <a:pt x="9214" y="1214"/>
                      <a:pt x="9631" y="949"/>
                    </a:cubicBezTo>
                    <a:cubicBezTo>
                      <a:pt x="10048" y="721"/>
                      <a:pt x="10427" y="380"/>
                      <a:pt x="10730" y="1"/>
                    </a:cubicBezTo>
                    <a:close/>
                  </a:path>
                </a:pathLst>
              </a:custGeom>
              <a:solidFill>
                <a:srgbClr val="783F0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9" name="Google Shape;733;p27">
                <a:extLst>
                  <a:ext uri="{FF2B5EF4-FFF2-40B4-BE49-F238E27FC236}">
                    <a16:creationId xmlns:a16="http://schemas.microsoft.com/office/drawing/2014/main" id="{707C96F3-3D47-E40D-B5FA-3C76B0DA1A43}"/>
                  </a:ext>
                </a:extLst>
              </p:cNvPr>
              <p:cNvSpPr/>
              <p:nvPr/>
            </p:nvSpPr>
            <p:spPr>
              <a:xfrm>
                <a:off x="7400232" y="993725"/>
                <a:ext cx="149309" cy="50175"/>
              </a:xfrm>
              <a:custGeom>
                <a:avLst/>
                <a:gdLst/>
                <a:ahLst/>
                <a:cxnLst/>
                <a:rect l="l" t="t" r="r" b="b"/>
                <a:pathLst>
                  <a:path w="7243" h="2434" extrusionOk="0">
                    <a:moveTo>
                      <a:pt x="7242" y="1"/>
                    </a:moveTo>
                    <a:lnTo>
                      <a:pt x="7242" y="1"/>
                    </a:lnTo>
                    <a:cubicBezTo>
                      <a:pt x="6598" y="342"/>
                      <a:pt x="5991" y="607"/>
                      <a:pt x="5385" y="911"/>
                    </a:cubicBezTo>
                    <a:cubicBezTo>
                      <a:pt x="4778" y="1214"/>
                      <a:pt x="4171" y="1479"/>
                      <a:pt x="3527" y="1669"/>
                    </a:cubicBezTo>
                    <a:cubicBezTo>
                      <a:pt x="2920" y="1934"/>
                      <a:pt x="2276" y="2048"/>
                      <a:pt x="1631" y="2048"/>
                    </a:cubicBezTo>
                    <a:cubicBezTo>
                      <a:pt x="949" y="2010"/>
                      <a:pt x="342" y="1669"/>
                      <a:pt x="1" y="1100"/>
                    </a:cubicBezTo>
                    <a:lnTo>
                      <a:pt x="1" y="1100"/>
                    </a:lnTo>
                    <a:cubicBezTo>
                      <a:pt x="115" y="1442"/>
                      <a:pt x="304" y="1745"/>
                      <a:pt x="570" y="1972"/>
                    </a:cubicBezTo>
                    <a:cubicBezTo>
                      <a:pt x="835" y="2200"/>
                      <a:pt x="1176" y="2352"/>
                      <a:pt x="1555" y="2389"/>
                    </a:cubicBezTo>
                    <a:cubicBezTo>
                      <a:pt x="1744" y="2419"/>
                      <a:pt x="1932" y="2433"/>
                      <a:pt x="2120" y="2433"/>
                    </a:cubicBezTo>
                    <a:cubicBezTo>
                      <a:pt x="2650" y="2433"/>
                      <a:pt x="3174" y="2320"/>
                      <a:pt x="3678" y="2124"/>
                    </a:cubicBezTo>
                    <a:cubicBezTo>
                      <a:pt x="4323" y="1897"/>
                      <a:pt x="4968" y="1593"/>
                      <a:pt x="5574" y="1252"/>
                    </a:cubicBezTo>
                    <a:cubicBezTo>
                      <a:pt x="6143" y="873"/>
                      <a:pt x="6712" y="494"/>
                      <a:pt x="7242" y="1"/>
                    </a:cubicBezTo>
                    <a:close/>
                  </a:path>
                </a:pathLst>
              </a:custGeom>
              <a:solidFill>
                <a:srgbClr val="783F0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0" name="Google Shape;734;p27">
                <a:extLst>
                  <a:ext uri="{FF2B5EF4-FFF2-40B4-BE49-F238E27FC236}">
                    <a16:creationId xmlns:a16="http://schemas.microsoft.com/office/drawing/2014/main" id="{A3E21700-A329-9424-A22B-4FB99A5E6B64}"/>
                  </a:ext>
                </a:extLst>
              </p:cNvPr>
              <p:cNvSpPr/>
              <p:nvPr/>
            </p:nvSpPr>
            <p:spPr>
              <a:xfrm>
                <a:off x="7648778" y="743633"/>
                <a:ext cx="151638" cy="250133"/>
              </a:xfrm>
              <a:custGeom>
                <a:avLst/>
                <a:gdLst/>
                <a:ahLst/>
                <a:cxnLst/>
                <a:rect l="l" t="t" r="r" b="b"/>
                <a:pathLst>
                  <a:path w="7356" h="12134" extrusionOk="0">
                    <a:moveTo>
                      <a:pt x="4429" y="0"/>
                    </a:moveTo>
                    <a:cubicBezTo>
                      <a:pt x="4419" y="0"/>
                      <a:pt x="4408" y="0"/>
                      <a:pt x="4398" y="0"/>
                    </a:cubicBezTo>
                    <a:lnTo>
                      <a:pt x="2503" y="0"/>
                    </a:lnTo>
                    <a:cubicBezTo>
                      <a:pt x="1100" y="38"/>
                      <a:pt x="0" y="2806"/>
                      <a:pt x="152" y="6180"/>
                    </a:cubicBezTo>
                    <a:cubicBezTo>
                      <a:pt x="265" y="9493"/>
                      <a:pt x="1499" y="12133"/>
                      <a:pt x="2964" y="12133"/>
                    </a:cubicBezTo>
                    <a:cubicBezTo>
                      <a:pt x="2975" y="12133"/>
                      <a:pt x="2985" y="12133"/>
                      <a:pt x="2996" y="12133"/>
                    </a:cubicBezTo>
                    <a:lnTo>
                      <a:pt x="4891" y="12133"/>
                    </a:lnTo>
                    <a:cubicBezTo>
                      <a:pt x="6294" y="12057"/>
                      <a:pt x="7356" y="9289"/>
                      <a:pt x="7242" y="5953"/>
                    </a:cubicBezTo>
                    <a:cubicBezTo>
                      <a:pt x="7129" y="2677"/>
                      <a:pt x="5857" y="0"/>
                      <a:pt x="442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1" name="Google Shape;735;p27">
                <a:extLst>
                  <a:ext uri="{FF2B5EF4-FFF2-40B4-BE49-F238E27FC236}">
                    <a16:creationId xmlns:a16="http://schemas.microsoft.com/office/drawing/2014/main" id="{2F4EBD30-20FA-CEDA-E2BC-EE7DC40C863A}"/>
                  </a:ext>
                </a:extLst>
              </p:cNvPr>
              <p:cNvSpPr/>
              <p:nvPr/>
            </p:nvSpPr>
            <p:spPr>
              <a:xfrm>
                <a:off x="7687863" y="743592"/>
                <a:ext cx="112554" cy="250195"/>
              </a:xfrm>
              <a:custGeom>
                <a:avLst/>
                <a:gdLst/>
                <a:ahLst/>
                <a:cxnLst/>
                <a:rect l="l" t="t" r="r" b="b"/>
                <a:pathLst>
                  <a:path w="5460" h="12137" extrusionOk="0">
                    <a:moveTo>
                      <a:pt x="2562" y="1"/>
                    </a:moveTo>
                    <a:cubicBezTo>
                      <a:pt x="2542" y="1"/>
                      <a:pt x="2522" y="1"/>
                      <a:pt x="2502" y="2"/>
                    </a:cubicBezTo>
                    <a:cubicBezTo>
                      <a:pt x="1100" y="78"/>
                      <a:pt x="0" y="2846"/>
                      <a:pt x="152" y="6182"/>
                    </a:cubicBezTo>
                    <a:cubicBezTo>
                      <a:pt x="264" y="9436"/>
                      <a:pt x="1520" y="12136"/>
                      <a:pt x="2937" y="12136"/>
                    </a:cubicBezTo>
                    <a:cubicBezTo>
                      <a:pt x="2956" y="12136"/>
                      <a:pt x="2976" y="12136"/>
                      <a:pt x="2995" y="12135"/>
                    </a:cubicBezTo>
                    <a:cubicBezTo>
                      <a:pt x="4398" y="12059"/>
                      <a:pt x="5460" y="9291"/>
                      <a:pt x="5346" y="5955"/>
                    </a:cubicBezTo>
                    <a:cubicBezTo>
                      <a:pt x="5234" y="2664"/>
                      <a:pt x="3978" y="1"/>
                      <a:pt x="25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2" name="Google Shape;736;p27">
                <a:extLst>
                  <a:ext uri="{FF2B5EF4-FFF2-40B4-BE49-F238E27FC236}">
                    <a16:creationId xmlns:a16="http://schemas.microsoft.com/office/drawing/2014/main" id="{D9036087-C2E9-FACE-1CC9-0635A104A014}"/>
                  </a:ext>
                </a:extLst>
              </p:cNvPr>
              <p:cNvSpPr/>
              <p:nvPr/>
            </p:nvSpPr>
            <p:spPr>
              <a:xfrm>
                <a:off x="7718331" y="789747"/>
                <a:ext cx="87569" cy="144609"/>
              </a:xfrm>
              <a:custGeom>
                <a:avLst/>
                <a:gdLst/>
                <a:ahLst/>
                <a:cxnLst/>
                <a:rect l="l" t="t" r="r" b="b"/>
                <a:pathLst>
                  <a:path w="4248" h="7015" extrusionOk="0">
                    <a:moveTo>
                      <a:pt x="1442" y="0"/>
                    </a:moveTo>
                    <a:cubicBezTo>
                      <a:pt x="607" y="38"/>
                      <a:pt x="1" y="1631"/>
                      <a:pt x="77" y="3564"/>
                    </a:cubicBezTo>
                    <a:cubicBezTo>
                      <a:pt x="152" y="5498"/>
                      <a:pt x="873" y="7014"/>
                      <a:pt x="1707" y="7014"/>
                    </a:cubicBezTo>
                    <a:lnTo>
                      <a:pt x="2806" y="7014"/>
                    </a:lnTo>
                    <a:cubicBezTo>
                      <a:pt x="3641" y="6939"/>
                      <a:pt x="4247" y="5346"/>
                      <a:pt x="4171" y="3450"/>
                    </a:cubicBezTo>
                    <a:cubicBezTo>
                      <a:pt x="4095" y="1517"/>
                      <a:pt x="3375" y="0"/>
                      <a:pt x="254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3" name="Google Shape;737;p27">
                <a:extLst>
                  <a:ext uri="{FF2B5EF4-FFF2-40B4-BE49-F238E27FC236}">
                    <a16:creationId xmlns:a16="http://schemas.microsoft.com/office/drawing/2014/main" id="{E6F894EA-F2DF-8711-7EB1-82570B9B8A67}"/>
                  </a:ext>
                </a:extLst>
              </p:cNvPr>
              <p:cNvSpPr/>
              <p:nvPr/>
            </p:nvSpPr>
            <p:spPr>
              <a:xfrm>
                <a:off x="7741006" y="789747"/>
                <a:ext cx="64894" cy="144609"/>
              </a:xfrm>
              <a:custGeom>
                <a:avLst/>
                <a:gdLst/>
                <a:ahLst/>
                <a:cxnLst/>
                <a:rect l="l" t="t" r="r" b="b"/>
                <a:pathLst>
                  <a:path w="3148" h="7015" extrusionOk="0">
                    <a:moveTo>
                      <a:pt x="1441" y="0"/>
                    </a:moveTo>
                    <a:cubicBezTo>
                      <a:pt x="607" y="38"/>
                      <a:pt x="0" y="1631"/>
                      <a:pt x="76" y="3564"/>
                    </a:cubicBezTo>
                    <a:cubicBezTo>
                      <a:pt x="114" y="5498"/>
                      <a:pt x="872" y="7014"/>
                      <a:pt x="1706" y="7014"/>
                    </a:cubicBezTo>
                    <a:cubicBezTo>
                      <a:pt x="2541" y="6976"/>
                      <a:pt x="3147" y="5384"/>
                      <a:pt x="3071" y="3450"/>
                    </a:cubicBezTo>
                    <a:cubicBezTo>
                      <a:pt x="2995" y="1517"/>
                      <a:pt x="2275" y="0"/>
                      <a:pt x="144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4" name="Google Shape;738;p27">
                <a:extLst>
                  <a:ext uri="{FF2B5EF4-FFF2-40B4-BE49-F238E27FC236}">
                    <a16:creationId xmlns:a16="http://schemas.microsoft.com/office/drawing/2014/main" id="{7AD9928F-BFF9-F0E0-0B6F-2A4D9C79B0B7}"/>
                  </a:ext>
                </a:extLst>
              </p:cNvPr>
              <p:cNvSpPr/>
              <p:nvPr/>
            </p:nvSpPr>
            <p:spPr>
              <a:xfrm>
                <a:off x="7532328" y="447386"/>
                <a:ext cx="281384" cy="415851"/>
              </a:xfrm>
              <a:custGeom>
                <a:avLst/>
                <a:gdLst/>
                <a:ahLst/>
                <a:cxnLst/>
                <a:rect l="l" t="t" r="r" b="b"/>
                <a:pathLst>
                  <a:path w="13650" h="20173" extrusionOk="0">
                    <a:moveTo>
                      <a:pt x="2544" y="0"/>
                    </a:moveTo>
                    <a:cubicBezTo>
                      <a:pt x="1730" y="0"/>
                      <a:pt x="883" y="77"/>
                      <a:pt x="0" y="192"/>
                    </a:cubicBezTo>
                    <a:cubicBezTo>
                      <a:pt x="3678" y="305"/>
                      <a:pt x="7052" y="2315"/>
                      <a:pt x="8948" y="5537"/>
                    </a:cubicBezTo>
                    <a:cubicBezTo>
                      <a:pt x="12284" y="11073"/>
                      <a:pt x="11071" y="20021"/>
                      <a:pt x="11071" y="20021"/>
                    </a:cubicBezTo>
                    <a:lnTo>
                      <a:pt x="12550" y="20172"/>
                    </a:lnTo>
                    <a:cubicBezTo>
                      <a:pt x="12550" y="20172"/>
                      <a:pt x="13649" y="12665"/>
                      <a:pt x="11374" y="7282"/>
                    </a:cubicBezTo>
                    <a:cubicBezTo>
                      <a:pt x="8915" y="1410"/>
                      <a:pt x="6032" y="0"/>
                      <a:pt x="254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5" name="Google Shape;739;p27">
                <a:extLst>
                  <a:ext uri="{FF2B5EF4-FFF2-40B4-BE49-F238E27FC236}">
                    <a16:creationId xmlns:a16="http://schemas.microsoft.com/office/drawing/2014/main" id="{67D0A6D1-8740-D820-47C6-B0F5A528F9B4}"/>
                  </a:ext>
                </a:extLst>
              </p:cNvPr>
              <p:cNvSpPr/>
              <p:nvPr/>
            </p:nvSpPr>
            <p:spPr>
              <a:xfrm>
                <a:off x="7532328" y="451282"/>
                <a:ext cx="258709" cy="407255"/>
              </a:xfrm>
              <a:custGeom>
                <a:avLst/>
                <a:gdLst/>
                <a:ahLst/>
                <a:cxnLst/>
                <a:rect l="l" t="t" r="r" b="b"/>
                <a:pathLst>
                  <a:path w="12550" h="19756" extrusionOk="0">
                    <a:moveTo>
                      <a:pt x="732" y="0"/>
                    </a:moveTo>
                    <a:cubicBezTo>
                      <a:pt x="272" y="0"/>
                      <a:pt x="0" y="41"/>
                      <a:pt x="0" y="41"/>
                    </a:cubicBezTo>
                    <a:lnTo>
                      <a:pt x="796" y="571"/>
                    </a:lnTo>
                    <a:cubicBezTo>
                      <a:pt x="12550" y="1292"/>
                      <a:pt x="10844" y="19642"/>
                      <a:pt x="10844" y="19642"/>
                    </a:cubicBezTo>
                    <a:lnTo>
                      <a:pt x="11374" y="19756"/>
                    </a:lnTo>
                    <a:cubicBezTo>
                      <a:pt x="12409" y="1352"/>
                      <a:pt x="3401" y="0"/>
                      <a:pt x="73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6" name="Google Shape;740;p27">
                <a:extLst>
                  <a:ext uri="{FF2B5EF4-FFF2-40B4-BE49-F238E27FC236}">
                    <a16:creationId xmlns:a16="http://schemas.microsoft.com/office/drawing/2014/main" id="{A497B71B-4DA7-DDD5-0E74-D864A5EB2BA5}"/>
                  </a:ext>
                </a:extLst>
              </p:cNvPr>
              <p:cNvSpPr/>
              <p:nvPr/>
            </p:nvSpPr>
            <p:spPr>
              <a:xfrm>
                <a:off x="7750386" y="811598"/>
                <a:ext cx="59390" cy="97773"/>
              </a:xfrm>
              <a:custGeom>
                <a:avLst/>
                <a:gdLst/>
                <a:ahLst/>
                <a:cxnLst/>
                <a:rect l="l" t="t" r="r" b="b"/>
                <a:pathLst>
                  <a:path w="2881" h="4743" extrusionOk="0">
                    <a:moveTo>
                      <a:pt x="1736" y="1"/>
                    </a:moveTo>
                    <a:cubicBezTo>
                      <a:pt x="1726" y="1"/>
                      <a:pt x="1716" y="1"/>
                      <a:pt x="1706" y="2"/>
                    </a:cubicBezTo>
                    <a:lnTo>
                      <a:pt x="986" y="2"/>
                    </a:lnTo>
                    <a:cubicBezTo>
                      <a:pt x="417" y="2"/>
                      <a:pt x="0" y="1101"/>
                      <a:pt x="38" y="2428"/>
                    </a:cubicBezTo>
                    <a:cubicBezTo>
                      <a:pt x="38" y="3695"/>
                      <a:pt x="551" y="4742"/>
                      <a:pt x="1108" y="4742"/>
                    </a:cubicBezTo>
                    <a:cubicBezTo>
                      <a:pt x="1118" y="4742"/>
                      <a:pt x="1128" y="4742"/>
                      <a:pt x="1138" y="4741"/>
                    </a:cubicBezTo>
                    <a:lnTo>
                      <a:pt x="1858" y="4741"/>
                    </a:lnTo>
                    <a:cubicBezTo>
                      <a:pt x="1868" y="4742"/>
                      <a:pt x="1878" y="4742"/>
                      <a:pt x="1888" y="4742"/>
                    </a:cubicBezTo>
                    <a:cubicBezTo>
                      <a:pt x="2479" y="4742"/>
                      <a:pt x="2880" y="3657"/>
                      <a:pt x="2806" y="2353"/>
                    </a:cubicBezTo>
                    <a:cubicBezTo>
                      <a:pt x="2769" y="1049"/>
                      <a:pt x="2292" y="1"/>
                      <a:pt x="173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7" name="Google Shape;741;p27">
                <a:extLst>
                  <a:ext uri="{FF2B5EF4-FFF2-40B4-BE49-F238E27FC236}">
                    <a16:creationId xmlns:a16="http://schemas.microsoft.com/office/drawing/2014/main" id="{6140CE20-D084-AE42-124B-D1A33B79BA89}"/>
                  </a:ext>
                </a:extLst>
              </p:cNvPr>
              <p:cNvSpPr/>
              <p:nvPr/>
            </p:nvSpPr>
            <p:spPr>
              <a:xfrm>
                <a:off x="7765228" y="811598"/>
                <a:ext cx="44568" cy="98536"/>
              </a:xfrm>
              <a:custGeom>
                <a:avLst/>
                <a:gdLst/>
                <a:ahLst/>
                <a:cxnLst/>
                <a:rect l="l" t="t" r="r" b="b"/>
                <a:pathLst>
                  <a:path w="2162" h="4780" extrusionOk="0">
                    <a:moveTo>
                      <a:pt x="1016" y="1"/>
                    </a:moveTo>
                    <a:cubicBezTo>
                      <a:pt x="1006" y="1"/>
                      <a:pt x="996" y="1"/>
                      <a:pt x="986" y="2"/>
                    </a:cubicBezTo>
                    <a:cubicBezTo>
                      <a:pt x="418" y="40"/>
                      <a:pt x="1" y="1101"/>
                      <a:pt x="39" y="2428"/>
                    </a:cubicBezTo>
                    <a:cubicBezTo>
                      <a:pt x="76" y="3755"/>
                      <a:pt x="569" y="4779"/>
                      <a:pt x="1138" y="4779"/>
                    </a:cubicBezTo>
                    <a:cubicBezTo>
                      <a:pt x="1745" y="4741"/>
                      <a:pt x="2162" y="3680"/>
                      <a:pt x="2086" y="2353"/>
                    </a:cubicBezTo>
                    <a:cubicBezTo>
                      <a:pt x="2049" y="1049"/>
                      <a:pt x="1572" y="1"/>
                      <a:pt x="101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8" name="Google Shape;742;p27">
                <a:extLst>
                  <a:ext uri="{FF2B5EF4-FFF2-40B4-BE49-F238E27FC236}">
                    <a16:creationId xmlns:a16="http://schemas.microsoft.com/office/drawing/2014/main" id="{471AF6B1-AD16-90C8-E32F-2393737074B9}"/>
                  </a:ext>
                </a:extLst>
              </p:cNvPr>
              <p:cNvSpPr/>
              <p:nvPr/>
            </p:nvSpPr>
            <p:spPr>
              <a:xfrm>
                <a:off x="7156387" y="1218049"/>
                <a:ext cx="874600" cy="1284638"/>
              </a:xfrm>
              <a:custGeom>
                <a:avLst/>
                <a:gdLst/>
                <a:ahLst/>
                <a:cxnLst/>
                <a:rect l="l" t="t" r="r" b="b"/>
                <a:pathLst>
                  <a:path w="42427" h="62318" extrusionOk="0">
                    <a:moveTo>
                      <a:pt x="25668" y="0"/>
                    </a:moveTo>
                    <a:cubicBezTo>
                      <a:pt x="24341" y="3337"/>
                      <a:pt x="18579" y="7393"/>
                      <a:pt x="18579" y="7393"/>
                    </a:cubicBezTo>
                    <a:cubicBezTo>
                      <a:pt x="16910" y="5460"/>
                      <a:pt x="15849" y="3033"/>
                      <a:pt x="15925" y="1138"/>
                    </a:cubicBezTo>
                    <a:lnTo>
                      <a:pt x="15925" y="1138"/>
                    </a:lnTo>
                    <a:cubicBezTo>
                      <a:pt x="15924" y="1138"/>
                      <a:pt x="14294" y="1555"/>
                      <a:pt x="12399" y="2161"/>
                    </a:cubicBezTo>
                    <a:cubicBezTo>
                      <a:pt x="10010" y="2882"/>
                      <a:pt x="3982" y="5915"/>
                      <a:pt x="3148" y="6521"/>
                    </a:cubicBezTo>
                    <a:cubicBezTo>
                      <a:pt x="1669" y="7583"/>
                      <a:pt x="1138" y="10085"/>
                      <a:pt x="1138" y="10085"/>
                    </a:cubicBezTo>
                    <a:cubicBezTo>
                      <a:pt x="1138" y="10085"/>
                      <a:pt x="1214" y="28549"/>
                      <a:pt x="1593" y="34615"/>
                    </a:cubicBezTo>
                    <a:cubicBezTo>
                      <a:pt x="1821" y="38483"/>
                      <a:pt x="2010" y="42388"/>
                      <a:pt x="1896" y="43639"/>
                    </a:cubicBezTo>
                    <a:cubicBezTo>
                      <a:pt x="1631" y="46293"/>
                      <a:pt x="1" y="52966"/>
                      <a:pt x="1214" y="56833"/>
                    </a:cubicBezTo>
                    <a:cubicBezTo>
                      <a:pt x="2351" y="60458"/>
                      <a:pt x="11917" y="62318"/>
                      <a:pt x="17483" y="62318"/>
                    </a:cubicBezTo>
                    <a:cubicBezTo>
                      <a:pt x="17854" y="62318"/>
                      <a:pt x="18208" y="62309"/>
                      <a:pt x="18541" y="62293"/>
                    </a:cubicBezTo>
                    <a:cubicBezTo>
                      <a:pt x="23886" y="62027"/>
                      <a:pt x="35791" y="60549"/>
                      <a:pt x="39090" y="57364"/>
                    </a:cubicBezTo>
                    <a:cubicBezTo>
                      <a:pt x="42426" y="54179"/>
                      <a:pt x="38711" y="48682"/>
                      <a:pt x="37232" y="44549"/>
                    </a:cubicBezTo>
                    <a:cubicBezTo>
                      <a:pt x="35753" y="40416"/>
                      <a:pt x="35640" y="33099"/>
                      <a:pt x="35640" y="33099"/>
                    </a:cubicBezTo>
                    <a:lnTo>
                      <a:pt x="41554" y="8114"/>
                    </a:lnTo>
                    <a:cubicBezTo>
                      <a:pt x="41554" y="8114"/>
                      <a:pt x="40341" y="6142"/>
                      <a:pt x="36815" y="4512"/>
                    </a:cubicBezTo>
                    <a:cubicBezTo>
                      <a:pt x="34313" y="3374"/>
                      <a:pt x="30408" y="2275"/>
                      <a:pt x="28360" y="1327"/>
                    </a:cubicBezTo>
                    <a:cubicBezTo>
                      <a:pt x="26768" y="607"/>
                      <a:pt x="25668" y="0"/>
                      <a:pt x="2566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" name="Google Shape;743;p27">
                <a:extLst>
                  <a:ext uri="{FF2B5EF4-FFF2-40B4-BE49-F238E27FC236}">
                    <a16:creationId xmlns:a16="http://schemas.microsoft.com/office/drawing/2014/main" id="{6A68E9C0-4328-5B8F-BF5B-88049E312E79}"/>
                  </a:ext>
                </a:extLst>
              </p:cNvPr>
              <p:cNvSpPr/>
              <p:nvPr/>
            </p:nvSpPr>
            <p:spPr>
              <a:xfrm>
                <a:off x="7291595" y="1595104"/>
                <a:ext cx="510388" cy="276004"/>
              </a:xfrm>
              <a:custGeom>
                <a:avLst/>
                <a:gdLst/>
                <a:ahLst/>
                <a:cxnLst/>
                <a:rect l="l" t="t" r="r" b="b"/>
                <a:pathLst>
                  <a:path w="24759" h="13389" extrusionOk="0">
                    <a:moveTo>
                      <a:pt x="15441" y="0"/>
                    </a:moveTo>
                    <a:cubicBezTo>
                      <a:pt x="14047" y="0"/>
                      <a:pt x="12558" y="154"/>
                      <a:pt x="11034" y="476"/>
                    </a:cubicBezTo>
                    <a:cubicBezTo>
                      <a:pt x="4626" y="1841"/>
                      <a:pt x="1" y="5747"/>
                      <a:pt x="721" y="9159"/>
                    </a:cubicBezTo>
                    <a:cubicBezTo>
                      <a:pt x="1271" y="11793"/>
                      <a:pt x="4804" y="13388"/>
                      <a:pt x="9297" y="13388"/>
                    </a:cubicBezTo>
                    <a:cubicBezTo>
                      <a:pt x="10688" y="13388"/>
                      <a:pt x="12172" y="13235"/>
                      <a:pt x="13688" y="12912"/>
                    </a:cubicBezTo>
                    <a:cubicBezTo>
                      <a:pt x="20133" y="11547"/>
                      <a:pt x="24759" y="7642"/>
                      <a:pt x="24038" y="4230"/>
                    </a:cubicBezTo>
                    <a:cubicBezTo>
                      <a:pt x="23459" y="1596"/>
                      <a:pt x="19941" y="0"/>
                      <a:pt x="1544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" name="Google Shape;744;p27">
                <a:extLst>
                  <a:ext uri="{FF2B5EF4-FFF2-40B4-BE49-F238E27FC236}">
                    <a16:creationId xmlns:a16="http://schemas.microsoft.com/office/drawing/2014/main" id="{219A1EAB-D013-A8C1-65C0-E14546A39A9A}"/>
                  </a:ext>
                </a:extLst>
              </p:cNvPr>
              <p:cNvSpPr/>
              <p:nvPr/>
            </p:nvSpPr>
            <p:spPr>
              <a:xfrm>
                <a:off x="7412745" y="1218049"/>
                <a:ext cx="328282" cy="260275"/>
              </a:xfrm>
              <a:custGeom>
                <a:avLst/>
                <a:gdLst/>
                <a:ahLst/>
                <a:cxnLst/>
                <a:rect l="l" t="t" r="r" b="b"/>
                <a:pathLst>
                  <a:path w="15925" h="12626" extrusionOk="0">
                    <a:moveTo>
                      <a:pt x="13270" y="0"/>
                    </a:moveTo>
                    <a:lnTo>
                      <a:pt x="13270" y="0"/>
                    </a:lnTo>
                    <a:cubicBezTo>
                      <a:pt x="13269" y="0"/>
                      <a:pt x="13269" y="1"/>
                      <a:pt x="13270" y="2"/>
                    </a:cubicBezTo>
                    <a:lnTo>
                      <a:pt x="13270" y="2"/>
                    </a:lnTo>
                    <a:cubicBezTo>
                      <a:pt x="13270" y="1"/>
                      <a:pt x="13270" y="1"/>
                      <a:pt x="13270" y="0"/>
                    </a:cubicBezTo>
                    <a:close/>
                    <a:moveTo>
                      <a:pt x="13270" y="2"/>
                    </a:moveTo>
                    <a:cubicBezTo>
                      <a:pt x="11942" y="3338"/>
                      <a:pt x="6180" y="7355"/>
                      <a:pt x="6180" y="7355"/>
                    </a:cubicBezTo>
                    <a:cubicBezTo>
                      <a:pt x="4512" y="5460"/>
                      <a:pt x="3451" y="3033"/>
                      <a:pt x="3526" y="1138"/>
                    </a:cubicBezTo>
                    <a:lnTo>
                      <a:pt x="3526" y="1138"/>
                    </a:lnTo>
                    <a:cubicBezTo>
                      <a:pt x="3526" y="1138"/>
                      <a:pt x="1896" y="1555"/>
                      <a:pt x="0" y="2161"/>
                    </a:cubicBezTo>
                    <a:cubicBezTo>
                      <a:pt x="1214" y="6028"/>
                      <a:pt x="3261" y="9592"/>
                      <a:pt x="5953" y="12625"/>
                    </a:cubicBezTo>
                    <a:cubicBezTo>
                      <a:pt x="5953" y="12625"/>
                      <a:pt x="13763" y="6180"/>
                      <a:pt x="15924" y="1327"/>
                    </a:cubicBezTo>
                    <a:cubicBezTo>
                      <a:pt x="14376" y="627"/>
                      <a:pt x="13294" y="34"/>
                      <a:pt x="13270" y="2"/>
                    </a:cubicBezTo>
                    <a:close/>
                  </a:path>
                </a:pathLst>
              </a:custGeom>
              <a:solidFill>
                <a:srgbClr val="5DD61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" name="Google Shape;745;p27">
                <a:extLst>
                  <a:ext uri="{FF2B5EF4-FFF2-40B4-BE49-F238E27FC236}">
                    <a16:creationId xmlns:a16="http://schemas.microsoft.com/office/drawing/2014/main" id="{CBE55577-3A23-ABDE-954F-A64B8E0A1734}"/>
                  </a:ext>
                </a:extLst>
              </p:cNvPr>
              <p:cNvSpPr/>
              <p:nvPr/>
            </p:nvSpPr>
            <p:spPr>
              <a:xfrm>
                <a:off x="7472135" y="1906606"/>
                <a:ext cx="193073" cy="61760"/>
              </a:xfrm>
              <a:custGeom>
                <a:avLst/>
                <a:gdLst/>
                <a:ahLst/>
                <a:cxnLst/>
                <a:rect l="l" t="t" r="r" b="b"/>
                <a:pathLst>
                  <a:path w="9366" h="2996" extrusionOk="0">
                    <a:moveTo>
                      <a:pt x="4626" y="0"/>
                    </a:moveTo>
                    <a:cubicBezTo>
                      <a:pt x="2693" y="0"/>
                      <a:pt x="759" y="455"/>
                      <a:pt x="494" y="721"/>
                    </a:cubicBezTo>
                    <a:cubicBezTo>
                      <a:pt x="1" y="1213"/>
                      <a:pt x="494" y="2995"/>
                      <a:pt x="494" y="2995"/>
                    </a:cubicBezTo>
                    <a:lnTo>
                      <a:pt x="8987" y="2995"/>
                    </a:lnTo>
                    <a:cubicBezTo>
                      <a:pt x="8987" y="2995"/>
                      <a:pt x="9366" y="1251"/>
                      <a:pt x="8987" y="721"/>
                    </a:cubicBezTo>
                    <a:cubicBezTo>
                      <a:pt x="8797" y="417"/>
                      <a:pt x="6712" y="0"/>
                      <a:pt x="4626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" name="Google Shape;746;p27">
                <a:extLst>
                  <a:ext uri="{FF2B5EF4-FFF2-40B4-BE49-F238E27FC236}">
                    <a16:creationId xmlns:a16="http://schemas.microsoft.com/office/drawing/2014/main" id="{4CAF3A60-73C5-9D8C-95F2-827059FBABE4}"/>
                  </a:ext>
                </a:extLst>
              </p:cNvPr>
              <p:cNvSpPr/>
              <p:nvPr/>
            </p:nvSpPr>
            <p:spPr>
              <a:xfrm>
                <a:off x="7375227" y="1885662"/>
                <a:ext cx="107091" cy="60029"/>
              </a:xfrm>
              <a:custGeom>
                <a:avLst/>
                <a:gdLst/>
                <a:ahLst/>
                <a:cxnLst/>
                <a:rect l="l" t="t" r="r" b="b"/>
                <a:pathLst>
                  <a:path w="5195" h="2912" extrusionOk="0">
                    <a:moveTo>
                      <a:pt x="3695" y="1"/>
                    </a:moveTo>
                    <a:cubicBezTo>
                      <a:pt x="3326" y="1"/>
                      <a:pt x="2907" y="35"/>
                      <a:pt x="2465" y="106"/>
                    </a:cubicBezTo>
                    <a:cubicBezTo>
                      <a:pt x="1062" y="334"/>
                      <a:pt x="1" y="865"/>
                      <a:pt x="39" y="1282"/>
                    </a:cubicBezTo>
                    <a:cubicBezTo>
                      <a:pt x="98" y="1607"/>
                      <a:pt x="641" y="1725"/>
                      <a:pt x="1400" y="1725"/>
                    </a:cubicBezTo>
                    <a:cubicBezTo>
                      <a:pt x="1614" y="1725"/>
                      <a:pt x="1844" y="1715"/>
                      <a:pt x="2086" y="1699"/>
                    </a:cubicBezTo>
                    <a:lnTo>
                      <a:pt x="2275" y="2912"/>
                    </a:lnTo>
                    <a:lnTo>
                      <a:pt x="3451" y="2684"/>
                    </a:lnTo>
                    <a:lnTo>
                      <a:pt x="3223" y="1509"/>
                    </a:lnTo>
                    <a:cubicBezTo>
                      <a:pt x="4361" y="1244"/>
                      <a:pt x="5195" y="789"/>
                      <a:pt x="5119" y="448"/>
                    </a:cubicBezTo>
                    <a:cubicBezTo>
                      <a:pt x="5067" y="162"/>
                      <a:pt x="4499" y="1"/>
                      <a:pt x="3695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" name="Google Shape;747;p27">
                <a:extLst>
                  <a:ext uri="{FF2B5EF4-FFF2-40B4-BE49-F238E27FC236}">
                    <a16:creationId xmlns:a16="http://schemas.microsoft.com/office/drawing/2014/main" id="{88AA31B4-578F-60EA-B626-12732D62C9F7}"/>
                  </a:ext>
                </a:extLst>
              </p:cNvPr>
              <p:cNvSpPr/>
              <p:nvPr/>
            </p:nvSpPr>
            <p:spPr>
              <a:xfrm>
                <a:off x="7664404" y="1885662"/>
                <a:ext cx="107874" cy="60029"/>
              </a:xfrm>
              <a:custGeom>
                <a:avLst/>
                <a:gdLst/>
                <a:ahLst/>
                <a:cxnLst/>
                <a:rect l="l" t="t" r="r" b="b"/>
                <a:pathLst>
                  <a:path w="5233" h="2912" extrusionOk="0">
                    <a:moveTo>
                      <a:pt x="1500" y="1"/>
                    </a:moveTo>
                    <a:cubicBezTo>
                      <a:pt x="697" y="1"/>
                      <a:pt x="129" y="162"/>
                      <a:pt x="77" y="448"/>
                    </a:cubicBezTo>
                    <a:cubicBezTo>
                      <a:pt x="1" y="789"/>
                      <a:pt x="835" y="1244"/>
                      <a:pt x="1972" y="1509"/>
                    </a:cubicBezTo>
                    <a:lnTo>
                      <a:pt x="1745" y="2684"/>
                    </a:lnTo>
                    <a:lnTo>
                      <a:pt x="2920" y="2912"/>
                    </a:lnTo>
                    <a:lnTo>
                      <a:pt x="3110" y="1699"/>
                    </a:lnTo>
                    <a:cubicBezTo>
                      <a:pt x="3360" y="1715"/>
                      <a:pt x="3595" y="1725"/>
                      <a:pt x="3811" y="1725"/>
                    </a:cubicBezTo>
                    <a:cubicBezTo>
                      <a:pt x="4577" y="1725"/>
                      <a:pt x="5098" y="1607"/>
                      <a:pt x="5157" y="1282"/>
                    </a:cubicBezTo>
                    <a:cubicBezTo>
                      <a:pt x="5233" y="865"/>
                      <a:pt x="4133" y="334"/>
                      <a:pt x="2731" y="106"/>
                    </a:cubicBezTo>
                    <a:cubicBezTo>
                      <a:pt x="2289" y="35"/>
                      <a:pt x="1870" y="1"/>
                      <a:pt x="1500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" name="Google Shape;748;p27">
                <a:extLst>
                  <a:ext uri="{FF2B5EF4-FFF2-40B4-BE49-F238E27FC236}">
                    <a16:creationId xmlns:a16="http://schemas.microsoft.com/office/drawing/2014/main" id="{A4594B8A-57B2-9FC9-3511-BF47FCCDC282}"/>
                  </a:ext>
                </a:extLst>
              </p:cNvPr>
              <p:cNvSpPr/>
              <p:nvPr/>
            </p:nvSpPr>
            <p:spPr>
              <a:xfrm>
                <a:off x="7265024" y="1922808"/>
                <a:ext cx="587753" cy="249556"/>
              </a:xfrm>
              <a:custGeom>
                <a:avLst/>
                <a:gdLst/>
                <a:ahLst/>
                <a:cxnLst/>
                <a:rect l="l" t="t" r="r" b="b"/>
                <a:pathLst>
                  <a:path w="28512" h="12106" extrusionOk="0">
                    <a:moveTo>
                      <a:pt x="14315" y="0"/>
                    </a:moveTo>
                    <a:cubicBezTo>
                      <a:pt x="14144" y="0"/>
                      <a:pt x="13985" y="4"/>
                      <a:pt x="13839" y="10"/>
                    </a:cubicBezTo>
                    <a:cubicBezTo>
                      <a:pt x="10275" y="162"/>
                      <a:pt x="3754" y="1034"/>
                      <a:pt x="1859" y="2096"/>
                    </a:cubicBezTo>
                    <a:cubicBezTo>
                      <a:pt x="1" y="3157"/>
                      <a:pt x="987" y="7062"/>
                      <a:pt x="1062" y="7252"/>
                    </a:cubicBezTo>
                    <a:cubicBezTo>
                      <a:pt x="1062" y="7252"/>
                      <a:pt x="3792" y="11953"/>
                      <a:pt x="6143" y="11991"/>
                    </a:cubicBezTo>
                    <a:cubicBezTo>
                      <a:pt x="6164" y="11992"/>
                      <a:pt x="6185" y="11992"/>
                      <a:pt x="6206" y="11992"/>
                    </a:cubicBezTo>
                    <a:cubicBezTo>
                      <a:pt x="8532" y="11992"/>
                      <a:pt x="10655" y="7859"/>
                      <a:pt x="10655" y="7859"/>
                    </a:cubicBezTo>
                    <a:lnTo>
                      <a:pt x="18161" y="7897"/>
                    </a:lnTo>
                    <a:cubicBezTo>
                      <a:pt x="18161" y="7897"/>
                      <a:pt x="21270" y="12067"/>
                      <a:pt x="22484" y="12105"/>
                    </a:cubicBezTo>
                    <a:cubicBezTo>
                      <a:pt x="22496" y="12105"/>
                      <a:pt x="22509" y="12105"/>
                      <a:pt x="22521" y="12105"/>
                    </a:cubicBezTo>
                    <a:cubicBezTo>
                      <a:pt x="24827" y="12105"/>
                      <a:pt x="27642" y="8645"/>
                      <a:pt x="28095" y="6911"/>
                    </a:cubicBezTo>
                    <a:cubicBezTo>
                      <a:pt x="28512" y="5432"/>
                      <a:pt x="28057" y="2399"/>
                      <a:pt x="27488" y="1944"/>
                    </a:cubicBezTo>
                    <a:cubicBezTo>
                      <a:pt x="26909" y="1473"/>
                      <a:pt x="17930" y="0"/>
                      <a:pt x="14315" y="0"/>
                    </a:cubicBezTo>
                    <a:close/>
                  </a:path>
                </a:pathLst>
              </a:custGeom>
              <a:solidFill>
                <a:srgbClr val="66666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" name="Google Shape;749;p27">
                <a:extLst>
                  <a:ext uri="{FF2B5EF4-FFF2-40B4-BE49-F238E27FC236}">
                    <a16:creationId xmlns:a16="http://schemas.microsoft.com/office/drawing/2014/main" id="{FF562EC1-FC2E-D969-F215-6C3C3B731EF2}"/>
                  </a:ext>
                </a:extLst>
              </p:cNvPr>
              <p:cNvSpPr/>
              <p:nvPr/>
            </p:nvSpPr>
            <p:spPr>
              <a:xfrm>
                <a:off x="7494027" y="1947236"/>
                <a:ext cx="135229" cy="82086"/>
              </a:xfrm>
              <a:custGeom>
                <a:avLst/>
                <a:gdLst/>
                <a:ahLst/>
                <a:cxnLst/>
                <a:rect l="l" t="t" r="r" b="b"/>
                <a:pathLst>
                  <a:path w="6560" h="3982" extrusionOk="0">
                    <a:moveTo>
                      <a:pt x="3261" y="1"/>
                    </a:moveTo>
                    <a:cubicBezTo>
                      <a:pt x="1441" y="1"/>
                      <a:pt x="1" y="911"/>
                      <a:pt x="1" y="2010"/>
                    </a:cubicBezTo>
                    <a:cubicBezTo>
                      <a:pt x="1" y="3110"/>
                      <a:pt x="1441" y="3982"/>
                      <a:pt x="3261" y="3982"/>
                    </a:cubicBezTo>
                    <a:cubicBezTo>
                      <a:pt x="5081" y="3982"/>
                      <a:pt x="6560" y="3110"/>
                      <a:pt x="6560" y="2010"/>
                    </a:cubicBezTo>
                    <a:cubicBezTo>
                      <a:pt x="6560" y="911"/>
                      <a:pt x="5081" y="1"/>
                      <a:pt x="326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6" name="Google Shape;750;p27">
                <a:extLst>
                  <a:ext uri="{FF2B5EF4-FFF2-40B4-BE49-F238E27FC236}">
                    <a16:creationId xmlns:a16="http://schemas.microsoft.com/office/drawing/2014/main" id="{709F5CF6-8CA7-90B6-2108-9C92ED5D2836}"/>
                  </a:ext>
                </a:extLst>
              </p:cNvPr>
              <p:cNvSpPr/>
              <p:nvPr/>
            </p:nvSpPr>
            <p:spPr>
              <a:xfrm>
                <a:off x="7397903" y="1953132"/>
                <a:ext cx="73469" cy="90558"/>
              </a:xfrm>
              <a:custGeom>
                <a:avLst/>
                <a:gdLst/>
                <a:ahLst/>
                <a:cxnLst/>
                <a:rect l="l" t="t" r="r" b="b"/>
                <a:pathLst>
                  <a:path w="3564" h="4393" extrusionOk="0">
                    <a:moveTo>
                      <a:pt x="2635" y="1"/>
                    </a:moveTo>
                    <a:cubicBezTo>
                      <a:pt x="1834" y="1"/>
                      <a:pt x="495" y="280"/>
                      <a:pt x="266" y="625"/>
                    </a:cubicBezTo>
                    <a:cubicBezTo>
                      <a:pt x="0" y="1042"/>
                      <a:pt x="76" y="3999"/>
                      <a:pt x="455" y="4264"/>
                    </a:cubicBezTo>
                    <a:cubicBezTo>
                      <a:pt x="597" y="4355"/>
                      <a:pt x="935" y="4392"/>
                      <a:pt x="1331" y="4392"/>
                    </a:cubicBezTo>
                    <a:cubicBezTo>
                      <a:pt x="2100" y="4392"/>
                      <a:pt x="3085" y="4250"/>
                      <a:pt x="3261" y="4075"/>
                    </a:cubicBezTo>
                    <a:cubicBezTo>
                      <a:pt x="3526" y="3772"/>
                      <a:pt x="3564" y="359"/>
                      <a:pt x="3185" y="94"/>
                    </a:cubicBezTo>
                    <a:cubicBezTo>
                      <a:pt x="3093" y="30"/>
                      <a:pt x="2891" y="1"/>
                      <a:pt x="2635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7" name="Google Shape;751;p27">
                <a:extLst>
                  <a:ext uri="{FF2B5EF4-FFF2-40B4-BE49-F238E27FC236}">
                    <a16:creationId xmlns:a16="http://schemas.microsoft.com/office/drawing/2014/main" id="{B1026C4D-2909-BBB1-4568-6B9226252890}"/>
                  </a:ext>
                </a:extLst>
              </p:cNvPr>
              <p:cNvSpPr/>
              <p:nvPr/>
            </p:nvSpPr>
            <p:spPr>
              <a:xfrm>
                <a:off x="7309571" y="1964202"/>
                <a:ext cx="77406" cy="93898"/>
              </a:xfrm>
              <a:custGeom>
                <a:avLst/>
                <a:gdLst/>
                <a:ahLst/>
                <a:cxnLst/>
                <a:rect l="l" t="t" r="r" b="b"/>
                <a:pathLst>
                  <a:path w="3755" h="4555" extrusionOk="0">
                    <a:moveTo>
                      <a:pt x="2790" y="0"/>
                    </a:moveTo>
                    <a:cubicBezTo>
                      <a:pt x="2068" y="0"/>
                      <a:pt x="422" y="497"/>
                      <a:pt x="228" y="884"/>
                    </a:cubicBezTo>
                    <a:cubicBezTo>
                      <a:pt x="1" y="1339"/>
                      <a:pt x="380" y="4258"/>
                      <a:pt x="797" y="4486"/>
                    </a:cubicBezTo>
                    <a:cubicBezTo>
                      <a:pt x="877" y="4534"/>
                      <a:pt x="1035" y="4555"/>
                      <a:pt x="1236" y="4555"/>
                    </a:cubicBezTo>
                    <a:cubicBezTo>
                      <a:pt x="1988" y="4555"/>
                      <a:pt x="3347" y="4262"/>
                      <a:pt x="3527" y="3993"/>
                    </a:cubicBezTo>
                    <a:cubicBezTo>
                      <a:pt x="3754" y="3652"/>
                      <a:pt x="3489" y="277"/>
                      <a:pt x="3072" y="50"/>
                    </a:cubicBezTo>
                    <a:cubicBezTo>
                      <a:pt x="3015" y="16"/>
                      <a:pt x="2917" y="0"/>
                      <a:pt x="2790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8" name="Google Shape;752;p27">
                <a:extLst>
                  <a:ext uri="{FF2B5EF4-FFF2-40B4-BE49-F238E27FC236}">
                    <a16:creationId xmlns:a16="http://schemas.microsoft.com/office/drawing/2014/main" id="{05E99F38-9790-BF91-B5FB-319CEF36370A}"/>
                  </a:ext>
                </a:extLst>
              </p:cNvPr>
              <p:cNvSpPr/>
              <p:nvPr/>
            </p:nvSpPr>
            <p:spPr>
              <a:xfrm>
                <a:off x="7658941" y="1953132"/>
                <a:ext cx="73490" cy="90558"/>
              </a:xfrm>
              <a:custGeom>
                <a:avLst/>
                <a:gdLst/>
                <a:ahLst/>
                <a:cxnLst/>
                <a:rect l="l" t="t" r="r" b="b"/>
                <a:pathLst>
                  <a:path w="3565" h="4393" extrusionOk="0">
                    <a:moveTo>
                      <a:pt x="930" y="1"/>
                    </a:moveTo>
                    <a:cubicBezTo>
                      <a:pt x="673" y="1"/>
                      <a:pt x="471" y="30"/>
                      <a:pt x="379" y="94"/>
                    </a:cubicBezTo>
                    <a:cubicBezTo>
                      <a:pt x="0" y="359"/>
                      <a:pt x="38" y="3772"/>
                      <a:pt x="304" y="4075"/>
                    </a:cubicBezTo>
                    <a:cubicBezTo>
                      <a:pt x="479" y="4250"/>
                      <a:pt x="1464" y="4392"/>
                      <a:pt x="2233" y="4392"/>
                    </a:cubicBezTo>
                    <a:cubicBezTo>
                      <a:pt x="2629" y="4392"/>
                      <a:pt x="2968" y="4355"/>
                      <a:pt x="3109" y="4264"/>
                    </a:cubicBezTo>
                    <a:cubicBezTo>
                      <a:pt x="3488" y="3999"/>
                      <a:pt x="3564" y="1042"/>
                      <a:pt x="3299" y="625"/>
                    </a:cubicBezTo>
                    <a:cubicBezTo>
                      <a:pt x="3069" y="280"/>
                      <a:pt x="1730" y="1"/>
                      <a:pt x="930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9" name="Google Shape;753;p27">
                <a:extLst>
                  <a:ext uri="{FF2B5EF4-FFF2-40B4-BE49-F238E27FC236}">
                    <a16:creationId xmlns:a16="http://schemas.microsoft.com/office/drawing/2014/main" id="{68809084-09A8-F82F-E248-6CED15424DDB}"/>
                  </a:ext>
                </a:extLst>
              </p:cNvPr>
              <p:cNvSpPr/>
              <p:nvPr/>
            </p:nvSpPr>
            <p:spPr>
              <a:xfrm>
                <a:off x="7742573" y="1964202"/>
                <a:ext cx="78169" cy="93898"/>
              </a:xfrm>
              <a:custGeom>
                <a:avLst/>
                <a:gdLst/>
                <a:ahLst/>
                <a:cxnLst/>
                <a:rect l="l" t="t" r="r" b="b"/>
                <a:pathLst>
                  <a:path w="3792" h="4555" extrusionOk="0">
                    <a:moveTo>
                      <a:pt x="979" y="0"/>
                    </a:moveTo>
                    <a:cubicBezTo>
                      <a:pt x="848" y="0"/>
                      <a:pt x="745" y="16"/>
                      <a:pt x="683" y="50"/>
                    </a:cubicBezTo>
                    <a:cubicBezTo>
                      <a:pt x="303" y="277"/>
                      <a:pt x="0" y="3652"/>
                      <a:pt x="266" y="3993"/>
                    </a:cubicBezTo>
                    <a:cubicBezTo>
                      <a:pt x="445" y="4262"/>
                      <a:pt x="1780" y="4555"/>
                      <a:pt x="2541" y="4555"/>
                    </a:cubicBezTo>
                    <a:cubicBezTo>
                      <a:pt x="2745" y="4555"/>
                      <a:pt x="2907" y="4534"/>
                      <a:pt x="2995" y="4486"/>
                    </a:cubicBezTo>
                    <a:cubicBezTo>
                      <a:pt x="3412" y="4258"/>
                      <a:pt x="3791" y="1339"/>
                      <a:pt x="3564" y="884"/>
                    </a:cubicBezTo>
                    <a:cubicBezTo>
                      <a:pt x="3371" y="497"/>
                      <a:pt x="1724" y="0"/>
                      <a:pt x="979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0" name="Google Shape;754;p27">
                <a:extLst>
                  <a:ext uri="{FF2B5EF4-FFF2-40B4-BE49-F238E27FC236}">
                    <a16:creationId xmlns:a16="http://schemas.microsoft.com/office/drawing/2014/main" id="{EA1D0660-B868-17FE-67AA-69599575BBD0}"/>
                  </a:ext>
                </a:extLst>
              </p:cNvPr>
              <p:cNvSpPr/>
              <p:nvPr/>
            </p:nvSpPr>
            <p:spPr>
              <a:xfrm>
                <a:off x="7447913" y="1311040"/>
                <a:ext cx="39889" cy="34488"/>
              </a:xfrm>
              <a:custGeom>
                <a:avLst/>
                <a:gdLst/>
                <a:ahLst/>
                <a:cxnLst/>
                <a:rect l="l" t="t" r="r" b="b"/>
                <a:pathLst>
                  <a:path w="1935" h="1673" extrusionOk="0">
                    <a:moveTo>
                      <a:pt x="1138" y="1"/>
                    </a:moveTo>
                    <a:cubicBezTo>
                      <a:pt x="380" y="1"/>
                      <a:pt x="1" y="911"/>
                      <a:pt x="531" y="1442"/>
                    </a:cubicBezTo>
                    <a:cubicBezTo>
                      <a:pt x="702" y="1600"/>
                      <a:pt x="908" y="1672"/>
                      <a:pt x="1108" y="1672"/>
                    </a:cubicBezTo>
                    <a:cubicBezTo>
                      <a:pt x="1532" y="1672"/>
                      <a:pt x="1934" y="1350"/>
                      <a:pt x="1934" y="835"/>
                    </a:cubicBezTo>
                    <a:cubicBezTo>
                      <a:pt x="1934" y="380"/>
                      <a:pt x="1593" y="1"/>
                      <a:pt x="1138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1" name="Google Shape;755;p27">
                <a:extLst>
                  <a:ext uri="{FF2B5EF4-FFF2-40B4-BE49-F238E27FC236}">
                    <a16:creationId xmlns:a16="http://schemas.microsoft.com/office/drawing/2014/main" id="{FE31B4A9-FB84-682C-3B94-32054BEBC10C}"/>
                  </a:ext>
                </a:extLst>
              </p:cNvPr>
              <p:cNvSpPr/>
              <p:nvPr/>
            </p:nvSpPr>
            <p:spPr>
              <a:xfrm>
                <a:off x="7612827" y="1311040"/>
                <a:ext cx="39889" cy="34488"/>
              </a:xfrm>
              <a:custGeom>
                <a:avLst/>
                <a:gdLst/>
                <a:ahLst/>
                <a:cxnLst/>
                <a:rect l="l" t="t" r="r" b="b"/>
                <a:pathLst>
                  <a:path w="1935" h="1673" extrusionOk="0">
                    <a:moveTo>
                      <a:pt x="1100" y="1"/>
                    </a:moveTo>
                    <a:cubicBezTo>
                      <a:pt x="342" y="39"/>
                      <a:pt x="0" y="911"/>
                      <a:pt x="531" y="1442"/>
                    </a:cubicBezTo>
                    <a:cubicBezTo>
                      <a:pt x="690" y="1600"/>
                      <a:pt x="891" y="1672"/>
                      <a:pt x="1091" y="1672"/>
                    </a:cubicBezTo>
                    <a:cubicBezTo>
                      <a:pt x="1515" y="1672"/>
                      <a:pt x="1934" y="1350"/>
                      <a:pt x="1934" y="835"/>
                    </a:cubicBezTo>
                    <a:cubicBezTo>
                      <a:pt x="1934" y="380"/>
                      <a:pt x="1555" y="1"/>
                      <a:pt x="110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2" name="Google Shape;756;p27">
                <a:extLst>
                  <a:ext uri="{FF2B5EF4-FFF2-40B4-BE49-F238E27FC236}">
                    <a16:creationId xmlns:a16="http://schemas.microsoft.com/office/drawing/2014/main" id="{18E8CC31-2681-2826-C27A-88763901AB53}"/>
                  </a:ext>
                </a:extLst>
              </p:cNvPr>
              <p:cNvSpPr/>
              <p:nvPr/>
            </p:nvSpPr>
            <p:spPr>
              <a:xfrm>
                <a:off x="6617180" y="1971726"/>
                <a:ext cx="574395" cy="267923"/>
              </a:xfrm>
              <a:custGeom>
                <a:avLst/>
                <a:gdLst/>
                <a:ahLst/>
                <a:cxnLst/>
                <a:rect l="l" t="t" r="r" b="b"/>
                <a:pathLst>
                  <a:path w="27864" h="12997" extrusionOk="0">
                    <a:moveTo>
                      <a:pt x="8182" y="0"/>
                    </a:moveTo>
                    <a:cubicBezTo>
                      <a:pt x="7357" y="0"/>
                      <a:pt x="6535" y="34"/>
                      <a:pt x="5722" y="102"/>
                    </a:cubicBezTo>
                    <a:cubicBezTo>
                      <a:pt x="4206" y="254"/>
                      <a:pt x="2954" y="1239"/>
                      <a:pt x="2386" y="2642"/>
                    </a:cubicBezTo>
                    <a:cubicBezTo>
                      <a:pt x="1" y="8753"/>
                      <a:pt x="3769" y="12996"/>
                      <a:pt x="7174" y="12996"/>
                    </a:cubicBezTo>
                    <a:cubicBezTo>
                      <a:pt x="7234" y="12996"/>
                      <a:pt x="7293" y="12995"/>
                      <a:pt x="7352" y="12993"/>
                    </a:cubicBezTo>
                    <a:cubicBezTo>
                      <a:pt x="11220" y="12841"/>
                      <a:pt x="25513" y="10263"/>
                      <a:pt x="25513" y="10263"/>
                    </a:cubicBezTo>
                    <a:cubicBezTo>
                      <a:pt x="27864" y="6585"/>
                      <a:pt x="24944" y="1239"/>
                      <a:pt x="24944" y="1239"/>
                    </a:cubicBezTo>
                    <a:cubicBezTo>
                      <a:pt x="20812" y="1201"/>
                      <a:pt x="16717" y="898"/>
                      <a:pt x="12622" y="329"/>
                    </a:cubicBezTo>
                    <a:cubicBezTo>
                      <a:pt x="11160" y="110"/>
                      <a:pt x="9666" y="0"/>
                      <a:pt x="8182" y="0"/>
                    </a:cubicBezTo>
                    <a:close/>
                  </a:path>
                </a:pathLst>
              </a:custGeom>
              <a:solidFill>
                <a:srgbClr val="5DD61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3" name="Google Shape;757;p27">
                <a:extLst>
                  <a:ext uri="{FF2B5EF4-FFF2-40B4-BE49-F238E27FC236}">
                    <a16:creationId xmlns:a16="http://schemas.microsoft.com/office/drawing/2014/main" id="{66BCD45F-E925-86A3-E107-09D2648B4BB6}"/>
                  </a:ext>
                </a:extLst>
              </p:cNvPr>
              <p:cNvSpPr/>
              <p:nvPr/>
            </p:nvSpPr>
            <p:spPr>
              <a:xfrm>
                <a:off x="7033052" y="1997535"/>
                <a:ext cx="167470" cy="188703"/>
              </a:xfrm>
              <a:custGeom>
                <a:avLst/>
                <a:gdLst/>
                <a:ahLst/>
                <a:cxnLst/>
                <a:rect l="l" t="t" r="r" b="b"/>
                <a:pathLst>
                  <a:path w="8124" h="9154" extrusionOk="0">
                    <a:moveTo>
                      <a:pt x="4321" y="0"/>
                    </a:moveTo>
                    <a:cubicBezTo>
                      <a:pt x="3097" y="0"/>
                      <a:pt x="0" y="416"/>
                      <a:pt x="183" y="4651"/>
                    </a:cubicBezTo>
                    <a:cubicBezTo>
                      <a:pt x="337" y="8527"/>
                      <a:pt x="2664" y="9153"/>
                      <a:pt x="4151" y="9153"/>
                    </a:cubicBezTo>
                    <a:cubicBezTo>
                      <a:pt x="4859" y="9153"/>
                      <a:pt x="5377" y="9011"/>
                      <a:pt x="5377" y="9011"/>
                    </a:cubicBezTo>
                    <a:cubicBezTo>
                      <a:pt x="5377" y="9011"/>
                      <a:pt x="5391" y="9012"/>
                      <a:pt x="5417" y="9012"/>
                    </a:cubicBezTo>
                    <a:cubicBezTo>
                      <a:pt x="5757" y="9012"/>
                      <a:pt x="8123" y="8881"/>
                      <a:pt x="7842" y="5219"/>
                    </a:cubicBezTo>
                    <a:cubicBezTo>
                      <a:pt x="7538" y="594"/>
                      <a:pt x="4808" y="25"/>
                      <a:pt x="4808" y="25"/>
                    </a:cubicBezTo>
                    <a:cubicBezTo>
                      <a:pt x="4808" y="25"/>
                      <a:pt x="4621" y="0"/>
                      <a:pt x="432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" name="Google Shape;758;p27">
                <a:extLst>
                  <a:ext uri="{FF2B5EF4-FFF2-40B4-BE49-F238E27FC236}">
                    <a16:creationId xmlns:a16="http://schemas.microsoft.com/office/drawing/2014/main" id="{67676EBF-5F49-CCF1-195D-36B290CC317A}"/>
                  </a:ext>
                </a:extLst>
              </p:cNvPr>
              <p:cNvSpPr/>
              <p:nvPr/>
            </p:nvSpPr>
            <p:spPr>
              <a:xfrm>
                <a:off x="7046966" y="1901906"/>
                <a:ext cx="476787" cy="320572"/>
              </a:xfrm>
              <a:custGeom>
                <a:avLst/>
                <a:gdLst/>
                <a:ahLst/>
                <a:cxnLst/>
                <a:rect l="l" t="t" r="r" b="b"/>
                <a:pathLst>
                  <a:path w="23129" h="15551" extrusionOk="0">
                    <a:moveTo>
                      <a:pt x="16114" y="1"/>
                    </a:moveTo>
                    <a:lnTo>
                      <a:pt x="13384" y="380"/>
                    </a:lnTo>
                    <a:lnTo>
                      <a:pt x="11223" y="683"/>
                    </a:lnTo>
                    <a:lnTo>
                      <a:pt x="7773" y="2162"/>
                    </a:lnTo>
                    <a:cubicBezTo>
                      <a:pt x="6181" y="4020"/>
                      <a:pt x="4513" y="5612"/>
                      <a:pt x="2655" y="5764"/>
                    </a:cubicBezTo>
                    <a:cubicBezTo>
                      <a:pt x="1" y="6332"/>
                      <a:pt x="494" y="12740"/>
                      <a:pt x="3716" y="12891"/>
                    </a:cubicBezTo>
                    <a:cubicBezTo>
                      <a:pt x="5650" y="13005"/>
                      <a:pt x="8986" y="15090"/>
                      <a:pt x="11185" y="15356"/>
                    </a:cubicBezTo>
                    <a:cubicBezTo>
                      <a:pt x="12323" y="15494"/>
                      <a:pt x="13276" y="15550"/>
                      <a:pt x="14074" y="15550"/>
                    </a:cubicBezTo>
                    <a:cubicBezTo>
                      <a:pt x="17667" y="15550"/>
                      <a:pt x="18124" y="14408"/>
                      <a:pt x="18124" y="14408"/>
                    </a:cubicBezTo>
                    <a:cubicBezTo>
                      <a:pt x="19337" y="14181"/>
                      <a:pt x="20057" y="13688"/>
                      <a:pt x="20095" y="12967"/>
                    </a:cubicBezTo>
                    <a:cubicBezTo>
                      <a:pt x="21195" y="12702"/>
                      <a:pt x="21839" y="11754"/>
                      <a:pt x="21536" y="11072"/>
                    </a:cubicBezTo>
                    <a:cubicBezTo>
                      <a:pt x="22939" y="10313"/>
                      <a:pt x="23128" y="9479"/>
                      <a:pt x="22408" y="8569"/>
                    </a:cubicBezTo>
                    <a:lnTo>
                      <a:pt x="22408" y="8569"/>
                    </a:lnTo>
                    <a:lnTo>
                      <a:pt x="18351" y="9176"/>
                    </a:lnTo>
                    <a:lnTo>
                      <a:pt x="13043" y="7963"/>
                    </a:lnTo>
                    <a:lnTo>
                      <a:pt x="10655" y="5043"/>
                    </a:lnTo>
                    <a:lnTo>
                      <a:pt x="11754" y="3868"/>
                    </a:lnTo>
                    <a:cubicBezTo>
                      <a:pt x="12892" y="3678"/>
                      <a:pt x="13991" y="3337"/>
                      <a:pt x="15053" y="2920"/>
                    </a:cubicBezTo>
                    <a:cubicBezTo>
                      <a:pt x="15849" y="2617"/>
                      <a:pt x="16342" y="1896"/>
                      <a:pt x="16304" y="1062"/>
                    </a:cubicBezTo>
                    <a:cubicBezTo>
                      <a:pt x="16304" y="721"/>
                      <a:pt x="16228" y="342"/>
                      <a:pt x="16114" y="1"/>
                    </a:cubicBezTo>
                    <a:close/>
                  </a:path>
                </a:pathLst>
              </a:custGeom>
              <a:solidFill>
                <a:srgbClr val="F9C8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" name="Google Shape;759;p27">
                <a:extLst>
                  <a:ext uri="{FF2B5EF4-FFF2-40B4-BE49-F238E27FC236}">
                    <a16:creationId xmlns:a16="http://schemas.microsoft.com/office/drawing/2014/main" id="{2D6DD46B-AA18-F487-85F6-AD8ADC9B6638}"/>
                  </a:ext>
                </a:extLst>
              </p:cNvPr>
              <p:cNvSpPr/>
              <p:nvPr/>
            </p:nvSpPr>
            <p:spPr>
              <a:xfrm>
                <a:off x="7322084" y="1901906"/>
                <a:ext cx="60194" cy="35003"/>
              </a:xfrm>
              <a:custGeom>
                <a:avLst/>
                <a:gdLst/>
                <a:ahLst/>
                <a:cxnLst/>
                <a:rect l="l" t="t" r="r" b="b"/>
                <a:pathLst>
                  <a:path w="2920" h="1698" extrusionOk="0">
                    <a:moveTo>
                      <a:pt x="2730" y="1"/>
                    </a:moveTo>
                    <a:lnTo>
                      <a:pt x="0" y="418"/>
                    </a:lnTo>
                    <a:cubicBezTo>
                      <a:pt x="0" y="607"/>
                      <a:pt x="38" y="1555"/>
                      <a:pt x="304" y="1669"/>
                    </a:cubicBezTo>
                    <a:cubicBezTo>
                      <a:pt x="364" y="1686"/>
                      <a:pt x="503" y="1698"/>
                      <a:pt x="687" y="1698"/>
                    </a:cubicBezTo>
                    <a:cubicBezTo>
                      <a:pt x="1307" y="1698"/>
                      <a:pt x="2452" y="1568"/>
                      <a:pt x="2920" y="1100"/>
                    </a:cubicBezTo>
                    <a:cubicBezTo>
                      <a:pt x="2920" y="721"/>
                      <a:pt x="2844" y="380"/>
                      <a:pt x="2730" y="1"/>
                    </a:cubicBezTo>
                    <a:close/>
                  </a:path>
                </a:pathLst>
              </a:custGeom>
              <a:solidFill>
                <a:srgbClr val="E5AB7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6" name="Google Shape;760;p27">
                <a:extLst>
                  <a:ext uri="{FF2B5EF4-FFF2-40B4-BE49-F238E27FC236}">
                    <a16:creationId xmlns:a16="http://schemas.microsoft.com/office/drawing/2014/main" id="{C744A4DC-B5C6-77A0-7AC9-C60A01259636}"/>
                  </a:ext>
                </a:extLst>
              </p:cNvPr>
              <p:cNvSpPr/>
              <p:nvPr/>
            </p:nvSpPr>
            <p:spPr>
              <a:xfrm>
                <a:off x="7309571" y="2126230"/>
                <a:ext cx="181343" cy="17398"/>
              </a:xfrm>
              <a:custGeom>
                <a:avLst/>
                <a:gdLst/>
                <a:ahLst/>
                <a:cxnLst/>
                <a:rect l="l" t="t" r="r" b="b"/>
                <a:pathLst>
                  <a:path w="8797" h="844" extrusionOk="0">
                    <a:moveTo>
                      <a:pt x="1" y="0"/>
                    </a:moveTo>
                    <a:cubicBezTo>
                      <a:pt x="1" y="0"/>
                      <a:pt x="2565" y="844"/>
                      <a:pt x="4511" y="844"/>
                    </a:cubicBezTo>
                    <a:cubicBezTo>
                      <a:pt x="4628" y="844"/>
                      <a:pt x="4742" y="841"/>
                      <a:pt x="4854" y="834"/>
                    </a:cubicBezTo>
                    <a:cubicBezTo>
                      <a:pt x="6181" y="796"/>
                      <a:pt x="7508" y="569"/>
                      <a:pt x="8797" y="190"/>
                    </a:cubicBezTo>
                    <a:lnTo>
                      <a:pt x="8797" y="190"/>
                    </a:lnTo>
                    <a:cubicBezTo>
                      <a:pt x="8797" y="190"/>
                      <a:pt x="6749" y="455"/>
                      <a:pt x="4892" y="531"/>
                    </a:cubicBezTo>
                    <a:cubicBezTo>
                      <a:pt x="4826" y="536"/>
                      <a:pt x="4754" y="538"/>
                      <a:pt x="4676" y="538"/>
                    </a:cubicBezTo>
                    <a:cubicBezTo>
                      <a:pt x="3579" y="538"/>
                      <a:pt x="1311" y="71"/>
                      <a:pt x="1" y="0"/>
                    </a:cubicBezTo>
                    <a:close/>
                  </a:path>
                </a:pathLst>
              </a:custGeom>
              <a:solidFill>
                <a:srgbClr val="E5AB7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7" name="Google Shape;761;p27">
                <a:extLst>
                  <a:ext uri="{FF2B5EF4-FFF2-40B4-BE49-F238E27FC236}">
                    <a16:creationId xmlns:a16="http://schemas.microsoft.com/office/drawing/2014/main" id="{527FE301-77A2-19DC-BFF5-8366CFF01CE3}"/>
                  </a:ext>
                </a:extLst>
              </p:cNvPr>
              <p:cNvSpPr/>
              <p:nvPr/>
            </p:nvSpPr>
            <p:spPr>
              <a:xfrm>
                <a:off x="7296295" y="2169210"/>
                <a:ext cx="165718" cy="13296"/>
              </a:xfrm>
              <a:custGeom>
                <a:avLst/>
                <a:gdLst/>
                <a:ahLst/>
                <a:cxnLst/>
                <a:rect l="l" t="t" r="r" b="b"/>
                <a:pathLst>
                  <a:path w="8039" h="645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1251" y="379"/>
                      <a:pt x="2578" y="607"/>
                      <a:pt x="3905" y="645"/>
                    </a:cubicBezTo>
                    <a:cubicBezTo>
                      <a:pt x="5308" y="607"/>
                      <a:pt x="6711" y="417"/>
                      <a:pt x="8038" y="0"/>
                    </a:cubicBezTo>
                    <a:lnTo>
                      <a:pt x="8038" y="0"/>
                    </a:lnTo>
                    <a:cubicBezTo>
                      <a:pt x="8038" y="0"/>
                      <a:pt x="6066" y="266"/>
                      <a:pt x="3943" y="342"/>
                    </a:cubicBezTo>
                    <a:cubicBezTo>
                      <a:pt x="3894" y="344"/>
                      <a:pt x="3842" y="344"/>
                      <a:pt x="3787" y="344"/>
                    </a:cubicBezTo>
                    <a:cubicBezTo>
                      <a:pt x="2810" y="344"/>
                      <a:pt x="1150" y="36"/>
                      <a:pt x="0" y="0"/>
                    </a:cubicBezTo>
                    <a:close/>
                  </a:path>
                </a:pathLst>
              </a:custGeom>
              <a:solidFill>
                <a:srgbClr val="E5AB7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" name="Google Shape;762;p27">
                <a:extLst>
                  <a:ext uri="{FF2B5EF4-FFF2-40B4-BE49-F238E27FC236}">
                    <a16:creationId xmlns:a16="http://schemas.microsoft.com/office/drawing/2014/main" id="{80DA6747-7C6C-4C11-AFC6-75C0C2087480}"/>
                  </a:ext>
                </a:extLst>
              </p:cNvPr>
              <p:cNvSpPr/>
              <p:nvPr/>
            </p:nvSpPr>
            <p:spPr>
              <a:xfrm>
                <a:off x="7285349" y="2199678"/>
                <a:ext cx="136013" cy="12080"/>
              </a:xfrm>
              <a:custGeom>
                <a:avLst/>
                <a:gdLst/>
                <a:ahLst/>
                <a:cxnLst/>
                <a:rect l="l" t="t" r="r" b="b"/>
                <a:pathLst>
                  <a:path w="6598" h="586" extrusionOk="0">
                    <a:moveTo>
                      <a:pt x="6598" y="1"/>
                    </a:moveTo>
                    <a:lnTo>
                      <a:pt x="6598" y="1"/>
                    </a:lnTo>
                    <a:cubicBezTo>
                      <a:pt x="5055" y="214"/>
                      <a:pt x="3512" y="333"/>
                      <a:pt x="1969" y="333"/>
                    </a:cubicBezTo>
                    <a:cubicBezTo>
                      <a:pt x="1313" y="333"/>
                      <a:pt x="657" y="312"/>
                      <a:pt x="1" y="266"/>
                    </a:cubicBezTo>
                    <a:lnTo>
                      <a:pt x="1" y="266"/>
                    </a:lnTo>
                    <a:cubicBezTo>
                      <a:pt x="1" y="266"/>
                      <a:pt x="1320" y="586"/>
                      <a:pt x="3026" y="586"/>
                    </a:cubicBezTo>
                    <a:cubicBezTo>
                      <a:pt x="4138" y="586"/>
                      <a:pt x="5415" y="450"/>
                      <a:pt x="6598" y="1"/>
                    </a:cubicBezTo>
                    <a:close/>
                  </a:path>
                </a:pathLst>
              </a:custGeom>
              <a:solidFill>
                <a:srgbClr val="E5AB7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9" name="Google Shape;763;p27">
                <a:extLst>
                  <a:ext uri="{FF2B5EF4-FFF2-40B4-BE49-F238E27FC236}">
                    <a16:creationId xmlns:a16="http://schemas.microsoft.com/office/drawing/2014/main" id="{18B0E39B-273C-C30C-79C2-553B2206573E}"/>
                  </a:ext>
                </a:extLst>
              </p:cNvPr>
              <p:cNvSpPr/>
              <p:nvPr/>
            </p:nvSpPr>
            <p:spPr>
              <a:xfrm>
                <a:off x="7941088" y="1971726"/>
                <a:ext cx="574395" cy="267923"/>
              </a:xfrm>
              <a:custGeom>
                <a:avLst/>
                <a:gdLst/>
                <a:ahLst/>
                <a:cxnLst/>
                <a:rect l="l" t="t" r="r" b="b"/>
                <a:pathLst>
                  <a:path w="27864" h="12997" extrusionOk="0">
                    <a:moveTo>
                      <a:pt x="19693" y="0"/>
                    </a:moveTo>
                    <a:cubicBezTo>
                      <a:pt x="18198" y="0"/>
                      <a:pt x="16704" y="110"/>
                      <a:pt x="15242" y="329"/>
                    </a:cubicBezTo>
                    <a:cubicBezTo>
                      <a:pt x="11147" y="898"/>
                      <a:pt x="7052" y="1201"/>
                      <a:pt x="2920" y="1239"/>
                    </a:cubicBezTo>
                    <a:cubicBezTo>
                      <a:pt x="2920" y="1239"/>
                      <a:pt x="0" y="6585"/>
                      <a:pt x="2351" y="10263"/>
                    </a:cubicBezTo>
                    <a:cubicBezTo>
                      <a:pt x="2351" y="10263"/>
                      <a:pt x="16644" y="12841"/>
                      <a:pt x="20512" y="12993"/>
                    </a:cubicBezTo>
                    <a:cubicBezTo>
                      <a:pt x="20571" y="12995"/>
                      <a:pt x="20630" y="12996"/>
                      <a:pt x="20690" y="12996"/>
                    </a:cubicBezTo>
                    <a:cubicBezTo>
                      <a:pt x="24095" y="12996"/>
                      <a:pt x="27863" y="8753"/>
                      <a:pt x="25478" y="2642"/>
                    </a:cubicBezTo>
                    <a:cubicBezTo>
                      <a:pt x="24910" y="1239"/>
                      <a:pt x="23658" y="254"/>
                      <a:pt x="22180" y="102"/>
                    </a:cubicBezTo>
                    <a:cubicBezTo>
                      <a:pt x="21354" y="34"/>
                      <a:pt x="20523" y="0"/>
                      <a:pt x="19693" y="0"/>
                    </a:cubicBezTo>
                    <a:close/>
                  </a:path>
                </a:pathLst>
              </a:custGeom>
              <a:solidFill>
                <a:srgbClr val="5DD61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0" name="Google Shape;764;p27">
                <a:extLst>
                  <a:ext uri="{FF2B5EF4-FFF2-40B4-BE49-F238E27FC236}">
                    <a16:creationId xmlns:a16="http://schemas.microsoft.com/office/drawing/2014/main" id="{48305F6D-42A1-5E07-C992-E8292ABA55B6}"/>
                  </a:ext>
                </a:extLst>
              </p:cNvPr>
              <p:cNvSpPr/>
              <p:nvPr/>
            </p:nvSpPr>
            <p:spPr>
              <a:xfrm>
                <a:off x="7931379" y="1997535"/>
                <a:ext cx="168233" cy="188703"/>
              </a:xfrm>
              <a:custGeom>
                <a:avLst/>
                <a:gdLst/>
                <a:ahLst/>
                <a:cxnLst/>
                <a:rect l="l" t="t" r="r" b="b"/>
                <a:pathLst>
                  <a:path w="8161" h="9154" extrusionOk="0">
                    <a:moveTo>
                      <a:pt x="3840" y="0"/>
                    </a:moveTo>
                    <a:cubicBezTo>
                      <a:pt x="3540" y="0"/>
                      <a:pt x="3353" y="25"/>
                      <a:pt x="3353" y="25"/>
                    </a:cubicBezTo>
                    <a:cubicBezTo>
                      <a:pt x="3353" y="25"/>
                      <a:pt x="623" y="594"/>
                      <a:pt x="282" y="5219"/>
                    </a:cubicBezTo>
                    <a:cubicBezTo>
                      <a:pt x="0" y="8881"/>
                      <a:pt x="2366" y="9012"/>
                      <a:pt x="2706" y="9012"/>
                    </a:cubicBezTo>
                    <a:cubicBezTo>
                      <a:pt x="2732" y="9012"/>
                      <a:pt x="2746" y="9011"/>
                      <a:pt x="2746" y="9011"/>
                    </a:cubicBezTo>
                    <a:cubicBezTo>
                      <a:pt x="2746" y="9011"/>
                      <a:pt x="3264" y="9153"/>
                      <a:pt x="3974" y="9153"/>
                    </a:cubicBezTo>
                    <a:cubicBezTo>
                      <a:pt x="5463" y="9153"/>
                      <a:pt x="7798" y="8527"/>
                      <a:pt x="7978" y="4651"/>
                    </a:cubicBezTo>
                    <a:cubicBezTo>
                      <a:pt x="8161" y="416"/>
                      <a:pt x="5064" y="0"/>
                      <a:pt x="384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1" name="Google Shape;765;p27">
                <a:extLst>
                  <a:ext uri="{FF2B5EF4-FFF2-40B4-BE49-F238E27FC236}">
                    <a16:creationId xmlns:a16="http://schemas.microsoft.com/office/drawing/2014/main" id="{8DE0ACF3-3AEA-576B-033F-9DE782CAAFEE}"/>
                  </a:ext>
                </a:extLst>
              </p:cNvPr>
              <p:cNvSpPr/>
              <p:nvPr/>
            </p:nvSpPr>
            <p:spPr>
              <a:xfrm>
                <a:off x="7608910" y="1901906"/>
                <a:ext cx="476787" cy="320572"/>
              </a:xfrm>
              <a:custGeom>
                <a:avLst/>
                <a:gdLst/>
                <a:ahLst/>
                <a:cxnLst/>
                <a:rect l="l" t="t" r="r" b="b"/>
                <a:pathLst>
                  <a:path w="23129" h="15551" extrusionOk="0">
                    <a:moveTo>
                      <a:pt x="7053" y="1"/>
                    </a:moveTo>
                    <a:cubicBezTo>
                      <a:pt x="6939" y="342"/>
                      <a:pt x="6863" y="721"/>
                      <a:pt x="6863" y="1062"/>
                    </a:cubicBezTo>
                    <a:cubicBezTo>
                      <a:pt x="6825" y="1896"/>
                      <a:pt x="7318" y="2617"/>
                      <a:pt x="8076" y="2920"/>
                    </a:cubicBezTo>
                    <a:cubicBezTo>
                      <a:pt x="9138" y="3337"/>
                      <a:pt x="10238" y="3678"/>
                      <a:pt x="11413" y="3868"/>
                    </a:cubicBezTo>
                    <a:lnTo>
                      <a:pt x="12512" y="5043"/>
                    </a:lnTo>
                    <a:lnTo>
                      <a:pt x="10124" y="7963"/>
                    </a:lnTo>
                    <a:lnTo>
                      <a:pt x="4816" y="9176"/>
                    </a:lnTo>
                    <a:lnTo>
                      <a:pt x="721" y="8569"/>
                    </a:lnTo>
                    <a:lnTo>
                      <a:pt x="721" y="8569"/>
                    </a:lnTo>
                    <a:cubicBezTo>
                      <a:pt x="1" y="9479"/>
                      <a:pt x="190" y="10313"/>
                      <a:pt x="1593" y="11072"/>
                    </a:cubicBezTo>
                    <a:cubicBezTo>
                      <a:pt x="1290" y="11754"/>
                      <a:pt x="1934" y="12702"/>
                      <a:pt x="3034" y="12967"/>
                    </a:cubicBezTo>
                    <a:cubicBezTo>
                      <a:pt x="3110" y="13688"/>
                      <a:pt x="3792" y="14181"/>
                      <a:pt x="5005" y="14408"/>
                    </a:cubicBezTo>
                    <a:cubicBezTo>
                      <a:pt x="5005" y="14408"/>
                      <a:pt x="5462" y="15550"/>
                      <a:pt x="9055" y="15550"/>
                    </a:cubicBezTo>
                    <a:cubicBezTo>
                      <a:pt x="9853" y="15550"/>
                      <a:pt x="10806" y="15494"/>
                      <a:pt x="11944" y="15356"/>
                    </a:cubicBezTo>
                    <a:cubicBezTo>
                      <a:pt x="14143" y="15090"/>
                      <a:pt x="17479" y="13005"/>
                      <a:pt x="19413" y="12891"/>
                    </a:cubicBezTo>
                    <a:cubicBezTo>
                      <a:pt x="22635" y="12740"/>
                      <a:pt x="23128" y="6332"/>
                      <a:pt x="20474" y="5764"/>
                    </a:cubicBezTo>
                    <a:cubicBezTo>
                      <a:pt x="18617" y="5612"/>
                      <a:pt x="16948" y="4020"/>
                      <a:pt x="15356" y="2162"/>
                    </a:cubicBezTo>
                    <a:lnTo>
                      <a:pt x="11944" y="683"/>
                    </a:lnTo>
                    <a:lnTo>
                      <a:pt x="9783" y="380"/>
                    </a:lnTo>
                    <a:lnTo>
                      <a:pt x="7053" y="1"/>
                    </a:lnTo>
                    <a:close/>
                  </a:path>
                </a:pathLst>
              </a:custGeom>
              <a:solidFill>
                <a:srgbClr val="F9C8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2" name="Google Shape;766;p27">
                <a:extLst>
                  <a:ext uri="{FF2B5EF4-FFF2-40B4-BE49-F238E27FC236}">
                    <a16:creationId xmlns:a16="http://schemas.microsoft.com/office/drawing/2014/main" id="{FF78636F-EB4D-D3F5-B364-13C3D6A28537}"/>
                  </a:ext>
                </a:extLst>
              </p:cNvPr>
              <p:cNvSpPr/>
              <p:nvPr/>
            </p:nvSpPr>
            <p:spPr>
              <a:xfrm>
                <a:off x="7750386" y="1901906"/>
                <a:ext cx="60194" cy="35003"/>
              </a:xfrm>
              <a:custGeom>
                <a:avLst/>
                <a:gdLst/>
                <a:ahLst/>
                <a:cxnLst/>
                <a:rect l="l" t="t" r="r" b="b"/>
                <a:pathLst>
                  <a:path w="2920" h="1698" extrusionOk="0">
                    <a:moveTo>
                      <a:pt x="190" y="1"/>
                    </a:moveTo>
                    <a:cubicBezTo>
                      <a:pt x="76" y="380"/>
                      <a:pt x="0" y="721"/>
                      <a:pt x="0" y="1100"/>
                    </a:cubicBezTo>
                    <a:cubicBezTo>
                      <a:pt x="468" y="1568"/>
                      <a:pt x="1613" y="1698"/>
                      <a:pt x="2233" y="1698"/>
                    </a:cubicBezTo>
                    <a:cubicBezTo>
                      <a:pt x="2418" y="1698"/>
                      <a:pt x="2556" y="1686"/>
                      <a:pt x="2616" y="1669"/>
                    </a:cubicBezTo>
                    <a:cubicBezTo>
                      <a:pt x="2882" y="1555"/>
                      <a:pt x="2920" y="607"/>
                      <a:pt x="2920" y="418"/>
                    </a:cubicBezTo>
                    <a:lnTo>
                      <a:pt x="190" y="1"/>
                    </a:lnTo>
                    <a:close/>
                  </a:path>
                </a:pathLst>
              </a:custGeom>
              <a:solidFill>
                <a:srgbClr val="E5AB7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3" name="Google Shape;767;p27">
                <a:extLst>
                  <a:ext uri="{FF2B5EF4-FFF2-40B4-BE49-F238E27FC236}">
                    <a16:creationId xmlns:a16="http://schemas.microsoft.com/office/drawing/2014/main" id="{60BB9356-8AAE-C4F8-178E-BC032F4C9444}"/>
                  </a:ext>
                </a:extLst>
              </p:cNvPr>
              <p:cNvSpPr/>
              <p:nvPr/>
            </p:nvSpPr>
            <p:spPr>
              <a:xfrm>
                <a:off x="7641749" y="2126230"/>
                <a:ext cx="181343" cy="17398"/>
              </a:xfrm>
              <a:custGeom>
                <a:avLst/>
                <a:gdLst/>
                <a:ahLst/>
                <a:cxnLst/>
                <a:rect l="l" t="t" r="r" b="b"/>
                <a:pathLst>
                  <a:path w="8797" h="844" extrusionOk="0">
                    <a:moveTo>
                      <a:pt x="8796" y="0"/>
                    </a:moveTo>
                    <a:cubicBezTo>
                      <a:pt x="7487" y="71"/>
                      <a:pt x="5218" y="538"/>
                      <a:pt x="4121" y="538"/>
                    </a:cubicBezTo>
                    <a:cubicBezTo>
                      <a:pt x="4043" y="538"/>
                      <a:pt x="3971" y="536"/>
                      <a:pt x="3905" y="531"/>
                    </a:cubicBezTo>
                    <a:cubicBezTo>
                      <a:pt x="2048" y="455"/>
                      <a:pt x="1" y="190"/>
                      <a:pt x="0" y="190"/>
                    </a:cubicBezTo>
                    <a:lnTo>
                      <a:pt x="0" y="190"/>
                    </a:lnTo>
                    <a:cubicBezTo>
                      <a:pt x="1251" y="569"/>
                      <a:pt x="2616" y="796"/>
                      <a:pt x="3943" y="834"/>
                    </a:cubicBezTo>
                    <a:cubicBezTo>
                      <a:pt x="4055" y="841"/>
                      <a:pt x="4169" y="844"/>
                      <a:pt x="4286" y="844"/>
                    </a:cubicBezTo>
                    <a:cubicBezTo>
                      <a:pt x="6232" y="844"/>
                      <a:pt x="8796" y="0"/>
                      <a:pt x="8796" y="0"/>
                    </a:cubicBezTo>
                    <a:close/>
                  </a:path>
                </a:pathLst>
              </a:custGeom>
              <a:solidFill>
                <a:srgbClr val="E5AB7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4" name="Google Shape;768;p27">
                <a:extLst>
                  <a:ext uri="{FF2B5EF4-FFF2-40B4-BE49-F238E27FC236}">
                    <a16:creationId xmlns:a16="http://schemas.microsoft.com/office/drawing/2014/main" id="{4C9BE270-A5F0-9970-010A-738D39AF9B92}"/>
                  </a:ext>
                </a:extLst>
              </p:cNvPr>
              <p:cNvSpPr/>
              <p:nvPr/>
            </p:nvSpPr>
            <p:spPr>
              <a:xfrm>
                <a:off x="7670670" y="2169210"/>
                <a:ext cx="165697" cy="13296"/>
              </a:xfrm>
              <a:custGeom>
                <a:avLst/>
                <a:gdLst/>
                <a:ahLst/>
                <a:cxnLst/>
                <a:rect l="l" t="t" r="r" b="b"/>
                <a:pathLst>
                  <a:path w="8038" h="645" extrusionOk="0">
                    <a:moveTo>
                      <a:pt x="8038" y="0"/>
                    </a:moveTo>
                    <a:lnTo>
                      <a:pt x="8038" y="0"/>
                    </a:lnTo>
                    <a:cubicBezTo>
                      <a:pt x="6888" y="36"/>
                      <a:pt x="5228" y="344"/>
                      <a:pt x="4251" y="344"/>
                    </a:cubicBezTo>
                    <a:cubicBezTo>
                      <a:pt x="4197" y="344"/>
                      <a:pt x="4144" y="344"/>
                      <a:pt x="4095" y="342"/>
                    </a:cubicBezTo>
                    <a:cubicBezTo>
                      <a:pt x="2010" y="266"/>
                      <a:pt x="0" y="0"/>
                      <a:pt x="0" y="0"/>
                    </a:cubicBezTo>
                    <a:lnTo>
                      <a:pt x="0" y="0"/>
                    </a:lnTo>
                    <a:cubicBezTo>
                      <a:pt x="1327" y="417"/>
                      <a:pt x="2730" y="607"/>
                      <a:pt x="4133" y="645"/>
                    </a:cubicBezTo>
                    <a:cubicBezTo>
                      <a:pt x="5460" y="607"/>
                      <a:pt x="6787" y="379"/>
                      <a:pt x="8038" y="0"/>
                    </a:cubicBezTo>
                    <a:close/>
                  </a:path>
                </a:pathLst>
              </a:custGeom>
              <a:solidFill>
                <a:srgbClr val="E5AB7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5" name="Google Shape;769;p27">
                <a:extLst>
                  <a:ext uri="{FF2B5EF4-FFF2-40B4-BE49-F238E27FC236}">
                    <a16:creationId xmlns:a16="http://schemas.microsoft.com/office/drawing/2014/main" id="{13F23F67-9B11-4A93-1A8F-EB4C9024790F}"/>
                  </a:ext>
                </a:extLst>
              </p:cNvPr>
              <p:cNvSpPr/>
              <p:nvPr/>
            </p:nvSpPr>
            <p:spPr>
              <a:xfrm>
                <a:off x="7711301" y="2199678"/>
                <a:ext cx="136013" cy="12080"/>
              </a:xfrm>
              <a:custGeom>
                <a:avLst/>
                <a:gdLst/>
                <a:ahLst/>
                <a:cxnLst/>
                <a:rect l="l" t="t" r="r" b="b"/>
                <a:pathLst>
                  <a:path w="6598" h="586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1183" y="450"/>
                      <a:pt x="2460" y="586"/>
                      <a:pt x="3572" y="586"/>
                    </a:cubicBezTo>
                    <a:cubicBezTo>
                      <a:pt x="5278" y="586"/>
                      <a:pt x="6597" y="266"/>
                      <a:pt x="6598" y="266"/>
                    </a:cubicBezTo>
                    <a:lnTo>
                      <a:pt x="6598" y="266"/>
                    </a:lnTo>
                    <a:cubicBezTo>
                      <a:pt x="5941" y="312"/>
                      <a:pt x="5285" y="333"/>
                      <a:pt x="4629" y="333"/>
                    </a:cubicBezTo>
                    <a:cubicBezTo>
                      <a:pt x="3086" y="333"/>
                      <a:pt x="1543" y="214"/>
                      <a:pt x="1" y="1"/>
                    </a:cubicBezTo>
                    <a:close/>
                  </a:path>
                </a:pathLst>
              </a:custGeom>
              <a:solidFill>
                <a:srgbClr val="E5AB7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6" name="Google Shape;770;p27">
                <a:extLst>
                  <a:ext uri="{FF2B5EF4-FFF2-40B4-BE49-F238E27FC236}">
                    <a16:creationId xmlns:a16="http://schemas.microsoft.com/office/drawing/2014/main" id="{E5B6D27D-2956-3C9A-6B25-E1B910907CEC}"/>
                  </a:ext>
                </a:extLst>
              </p:cNvPr>
              <p:cNvSpPr/>
              <p:nvPr/>
            </p:nvSpPr>
            <p:spPr>
              <a:xfrm>
                <a:off x="7249398" y="1655710"/>
                <a:ext cx="109441" cy="165718"/>
              </a:xfrm>
              <a:custGeom>
                <a:avLst/>
                <a:gdLst/>
                <a:ahLst/>
                <a:cxnLst/>
                <a:rect l="l" t="t" r="r" b="b"/>
                <a:pathLst>
                  <a:path w="5309" h="8039" extrusionOk="0">
                    <a:moveTo>
                      <a:pt x="3792" y="1"/>
                    </a:moveTo>
                    <a:cubicBezTo>
                      <a:pt x="3223" y="1"/>
                      <a:pt x="2654" y="115"/>
                      <a:pt x="2162" y="304"/>
                    </a:cubicBezTo>
                    <a:cubicBezTo>
                      <a:pt x="1707" y="494"/>
                      <a:pt x="1290" y="797"/>
                      <a:pt x="948" y="1138"/>
                    </a:cubicBezTo>
                    <a:cubicBezTo>
                      <a:pt x="645" y="1517"/>
                      <a:pt x="380" y="1972"/>
                      <a:pt x="266" y="2427"/>
                    </a:cubicBezTo>
                    <a:cubicBezTo>
                      <a:pt x="76" y="2958"/>
                      <a:pt x="0" y="3489"/>
                      <a:pt x="0" y="4058"/>
                    </a:cubicBezTo>
                    <a:cubicBezTo>
                      <a:pt x="0" y="4588"/>
                      <a:pt x="76" y="5157"/>
                      <a:pt x="266" y="5688"/>
                    </a:cubicBezTo>
                    <a:cubicBezTo>
                      <a:pt x="418" y="6181"/>
                      <a:pt x="645" y="6598"/>
                      <a:pt x="986" y="6977"/>
                    </a:cubicBezTo>
                    <a:cubicBezTo>
                      <a:pt x="1327" y="7318"/>
                      <a:pt x="1707" y="7584"/>
                      <a:pt x="2162" y="7773"/>
                    </a:cubicBezTo>
                    <a:cubicBezTo>
                      <a:pt x="2654" y="7963"/>
                      <a:pt x="3185" y="8039"/>
                      <a:pt x="3754" y="8039"/>
                    </a:cubicBezTo>
                    <a:cubicBezTo>
                      <a:pt x="3906" y="8039"/>
                      <a:pt x="4133" y="8039"/>
                      <a:pt x="4398" y="8001"/>
                    </a:cubicBezTo>
                    <a:cubicBezTo>
                      <a:pt x="4664" y="8001"/>
                      <a:pt x="4967" y="7963"/>
                      <a:pt x="5308" y="7925"/>
                    </a:cubicBezTo>
                    <a:lnTo>
                      <a:pt x="5308" y="3565"/>
                    </a:lnTo>
                    <a:lnTo>
                      <a:pt x="4095" y="3603"/>
                    </a:lnTo>
                    <a:lnTo>
                      <a:pt x="4095" y="5385"/>
                    </a:lnTo>
                    <a:lnTo>
                      <a:pt x="3906" y="5385"/>
                    </a:lnTo>
                    <a:cubicBezTo>
                      <a:pt x="3640" y="5385"/>
                      <a:pt x="3375" y="5347"/>
                      <a:pt x="3109" y="5233"/>
                    </a:cubicBezTo>
                    <a:cubicBezTo>
                      <a:pt x="2920" y="5119"/>
                      <a:pt x="2730" y="4968"/>
                      <a:pt x="2579" y="4778"/>
                    </a:cubicBezTo>
                    <a:cubicBezTo>
                      <a:pt x="2427" y="4588"/>
                      <a:pt x="2313" y="4399"/>
                      <a:pt x="2237" y="4171"/>
                    </a:cubicBezTo>
                    <a:cubicBezTo>
                      <a:pt x="2162" y="3944"/>
                      <a:pt x="2124" y="3716"/>
                      <a:pt x="2124" y="3451"/>
                    </a:cubicBezTo>
                    <a:cubicBezTo>
                      <a:pt x="2124" y="3261"/>
                      <a:pt x="2162" y="3034"/>
                      <a:pt x="2237" y="2807"/>
                    </a:cubicBezTo>
                    <a:cubicBezTo>
                      <a:pt x="2275" y="2579"/>
                      <a:pt x="2389" y="2389"/>
                      <a:pt x="2541" y="2200"/>
                    </a:cubicBezTo>
                    <a:cubicBezTo>
                      <a:pt x="2692" y="2010"/>
                      <a:pt x="2882" y="1859"/>
                      <a:pt x="3109" y="1745"/>
                    </a:cubicBezTo>
                    <a:cubicBezTo>
                      <a:pt x="3375" y="1593"/>
                      <a:pt x="3678" y="1555"/>
                      <a:pt x="3981" y="1555"/>
                    </a:cubicBezTo>
                    <a:cubicBezTo>
                      <a:pt x="4361" y="1555"/>
                      <a:pt x="4702" y="1631"/>
                      <a:pt x="5043" y="1821"/>
                    </a:cubicBezTo>
                    <a:lnTo>
                      <a:pt x="5043" y="1366"/>
                    </a:lnTo>
                    <a:lnTo>
                      <a:pt x="5043" y="911"/>
                    </a:lnTo>
                    <a:lnTo>
                      <a:pt x="5043" y="532"/>
                    </a:lnTo>
                    <a:lnTo>
                      <a:pt x="5043" y="190"/>
                    </a:lnTo>
                    <a:cubicBezTo>
                      <a:pt x="4853" y="153"/>
                      <a:pt x="4664" y="115"/>
                      <a:pt x="4474" y="77"/>
                    </a:cubicBezTo>
                    <a:cubicBezTo>
                      <a:pt x="4247" y="39"/>
                      <a:pt x="4019" y="1"/>
                      <a:pt x="379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7" name="Google Shape;771;p27">
                <a:extLst>
                  <a:ext uri="{FF2B5EF4-FFF2-40B4-BE49-F238E27FC236}">
                    <a16:creationId xmlns:a16="http://schemas.microsoft.com/office/drawing/2014/main" id="{207FD205-38D2-4420-ACEE-1F2B29E82589}"/>
                  </a:ext>
                </a:extLst>
              </p:cNvPr>
              <p:cNvSpPr/>
              <p:nvPr/>
            </p:nvSpPr>
            <p:spPr>
              <a:xfrm>
                <a:off x="7369764" y="1658060"/>
                <a:ext cx="107874" cy="161018"/>
              </a:xfrm>
              <a:custGeom>
                <a:avLst/>
                <a:gdLst/>
                <a:ahLst/>
                <a:cxnLst/>
                <a:rect l="l" t="t" r="r" b="b"/>
                <a:pathLst>
                  <a:path w="5233" h="7811" extrusionOk="0">
                    <a:moveTo>
                      <a:pt x="2578" y="1403"/>
                    </a:moveTo>
                    <a:lnTo>
                      <a:pt x="3071" y="4550"/>
                    </a:lnTo>
                    <a:lnTo>
                      <a:pt x="2123" y="4550"/>
                    </a:lnTo>
                    <a:lnTo>
                      <a:pt x="2578" y="1403"/>
                    </a:lnTo>
                    <a:close/>
                    <a:moveTo>
                      <a:pt x="1441" y="1"/>
                    </a:moveTo>
                    <a:lnTo>
                      <a:pt x="0" y="7811"/>
                    </a:lnTo>
                    <a:lnTo>
                      <a:pt x="1668" y="7811"/>
                    </a:lnTo>
                    <a:lnTo>
                      <a:pt x="1896" y="6256"/>
                    </a:lnTo>
                    <a:lnTo>
                      <a:pt x="3375" y="6256"/>
                    </a:lnTo>
                    <a:lnTo>
                      <a:pt x="3602" y="7811"/>
                    </a:lnTo>
                    <a:lnTo>
                      <a:pt x="5232" y="7811"/>
                    </a:lnTo>
                    <a:lnTo>
                      <a:pt x="379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" name="Google Shape;772;p27">
                <a:extLst>
                  <a:ext uri="{FF2B5EF4-FFF2-40B4-BE49-F238E27FC236}">
                    <a16:creationId xmlns:a16="http://schemas.microsoft.com/office/drawing/2014/main" id="{FC04231B-CD6B-E766-65A2-EAEFE230BCB2}"/>
                  </a:ext>
                </a:extLst>
              </p:cNvPr>
              <p:cNvSpPr/>
              <p:nvPr/>
            </p:nvSpPr>
            <p:spPr>
              <a:xfrm>
                <a:off x="7489348" y="1658843"/>
                <a:ext cx="125850" cy="161018"/>
              </a:xfrm>
              <a:custGeom>
                <a:avLst/>
                <a:gdLst/>
                <a:ahLst/>
                <a:cxnLst/>
                <a:rect l="l" t="t" r="r" b="b"/>
                <a:pathLst>
                  <a:path w="6105" h="7811" extrusionOk="0">
                    <a:moveTo>
                      <a:pt x="0" y="1"/>
                    </a:moveTo>
                    <a:cubicBezTo>
                      <a:pt x="38" y="645"/>
                      <a:pt x="38" y="1290"/>
                      <a:pt x="38" y="1934"/>
                    </a:cubicBezTo>
                    <a:lnTo>
                      <a:pt x="38" y="3906"/>
                    </a:lnTo>
                    <a:lnTo>
                      <a:pt x="38" y="5839"/>
                    </a:lnTo>
                    <a:cubicBezTo>
                      <a:pt x="0" y="6484"/>
                      <a:pt x="0" y="7128"/>
                      <a:pt x="0" y="7811"/>
                    </a:cubicBezTo>
                    <a:lnTo>
                      <a:pt x="1517" y="7811"/>
                    </a:lnTo>
                    <a:cubicBezTo>
                      <a:pt x="1479" y="7053"/>
                      <a:pt x="1479" y="6294"/>
                      <a:pt x="1441" y="5498"/>
                    </a:cubicBezTo>
                    <a:cubicBezTo>
                      <a:pt x="1441" y="4702"/>
                      <a:pt x="1403" y="3906"/>
                      <a:pt x="1403" y="3109"/>
                    </a:cubicBezTo>
                    <a:lnTo>
                      <a:pt x="1403" y="3109"/>
                    </a:lnTo>
                    <a:lnTo>
                      <a:pt x="2578" y="7432"/>
                    </a:lnTo>
                    <a:lnTo>
                      <a:pt x="3450" y="7432"/>
                    </a:lnTo>
                    <a:lnTo>
                      <a:pt x="4701" y="2996"/>
                    </a:lnTo>
                    <a:lnTo>
                      <a:pt x="4588" y="7811"/>
                    </a:lnTo>
                    <a:lnTo>
                      <a:pt x="6104" y="7811"/>
                    </a:lnTo>
                    <a:cubicBezTo>
                      <a:pt x="6104" y="6484"/>
                      <a:pt x="6104" y="5195"/>
                      <a:pt x="6104" y="3906"/>
                    </a:cubicBezTo>
                    <a:cubicBezTo>
                      <a:pt x="6104" y="2579"/>
                      <a:pt x="6104" y="1290"/>
                      <a:pt x="6104" y="1"/>
                    </a:cubicBezTo>
                    <a:lnTo>
                      <a:pt x="4208" y="1"/>
                    </a:lnTo>
                    <a:lnTo>
                      <a:pt x="3071" y="4474"/>
                    </a:lnTo>
                    <a:lnTo>
                      <a:pt x="2047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" name="Google Shape;773;p27">
                <a:extLst>
                  <a:ext uri="{FF2B5EF4-FFF2-40B4-BE49-F238E27FC236}">
                    <a16:creationId xmlns:a16="http://schemas.microsoft.com/office/drawing/2014/main" id="{8E97F30E-7E5B-A6F0-F242-FE51F9A97B26}"/>
                  </a:ext>
                </a:extLst>
              </p:cNvPr>
              <p:cNvSpPr/>
              <p:nvPr/>
            </p:nvSpPr>
            <p:spPr>
              <a:xfrm>
                <a:off x="7633936" y="1658060"/>
                <a:ext cx="73469" cy="161801"/>
              </a:xfrm>
              <a:custGeom>
                <a:avLst/>
                <a:gdLst/>
                <a:ahLst/>
                <a:cxnLst/>
                <a:rect l="l" t="t" r="r" b="b"/>
                <a:pathLst>
                  <a:path w="3564" h="7849" extrusionOk="0">
                    <a:moveTo>
                      <a:pt x="0" y="1"/>
                    </a:moveTo>
                    <a:lnTo>
                      <a:pt x="0" y="683"/>
                    </a:lnTo>
                    <a:lnTo>
                      <a:pt x="0" y="1745"/>
                    </a:lnTo>
                    <a:lnTo>
                      <a:pt x="0" y="3110"/>
                    </a:lnTo>
                    <a:lnTo>
                      <a:pt x="0" y="4550"/>
                    </a:lnTo>
                    <a:lnTo>
                      <a:pt x="0" y="6560"/>
                    </a:lnTo>
                    <a:lnTo>
                      <a:pt x="0" y="7318"/>
                    </a:lnTo>
                    <a:lnTo>
                      <a:pt x="0" y="7849"/>
                    </a:lnTo>
                    <a:lnTo>
                      <a:pt x="3564" y="7849"/>
                    </a:lnTo>
                    <a:lnTo>
                      <a:pt x="3564" y="6977"/>
                    </a:lnTo>
                    <a:lnTo>
                      <a:pt x="3564" y="6294"/>
                    </a:lnTo>
                    <a:lnTo>
                      <a:pt x="3564" y="5764"/>
                    </a:lnTo>
                    <a:lnTo>
                      <a:pt x="3564" y="5309"/>
                    </a:lnTo>
                    <a:lnTo>
                      <a:pt x="1592" y="5309"/>
                    </a:lnTo>
                    <a:lnTo>
                      <a:pt x="1592" y="4247"/>
                    </a:lnTo>
                    <a:lnTo>
                      <a:pt x="3261" y="4247"/>
                    </a:lnTo>
                    <a:lnTo>
                      <a:pt x="3261" y="2844"/>
                    </a:lnTo>
                    <a:lnTo>
                      <a:pt x="1592" y="2844"/>
                    </a:lnTo>
                    <a:lnTo>
                      <a:pt x="1592" y="1745"/>
                    </a:lnTo>
                    <a:lnTo>
                      <a:pt x="3488" y="1745"/>
                    </a:lnTo>
                    <a:lnTo>
                      <a:pt x="3488" y="1403"/>
                    </a:lnTo>
                    <a:lnTo>
                      <a:pt x="3488" y="1100"/>
                    </a:lnTo>
                    <a:lnTo>
                      <a:pt x="3488" y="759"/>
                    </a:lnTo>
                    <a:lnTo>
                      <a:pt x="3488" y="494"/>
                    </a:lnTo>
                    <a:lnTo>
                      <a:pt x="3488" y="228"/>
                    </a:lnTo>
                    <a:lnTo>
                      <a:pt x="3488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" name="Google Shape;774;p27">
                <a:extLst>
                  <a:ext uri="{FF2B5EF4-FFF2-40B4-BE49-F238E27FC236}">
                    <a16:creationId xmlns:a16="http://schemas.microsoft.com/office/drawing/2014/main" id="{C3FF7626-60A3-4D33-4103-0E089F8464C0}"/>
                  </a:ext>
                </a:extLst>
              </p:cNvPr>
              <p:cNvSpPr/>
              <p:nvPr/>
            </p:nvSpPr>
            <p:spPr>
              <a:xfrm>
                <a:off x="7724597" y="1655710"/>
                <a:ext cx="110204" cy="163368"/>
              </a:xfrm>
              <a:custGeom>
                <a:avLst/>
                <a:gdLst/>
                <a:ahLst/>
                <a:cxnLst/>
                <a:rect l="l" t="t" r="r" b="b"/>
                <a:pathLst>
                  <a:path w="5346" h="7925" extrusionOk="0">
                    <a:moveTo>
                      <a:pt x="2313" y="1745"/>
                    </a:moveTo>
                    <a:cubicBezTo>
                      <a:pt x="2427" y="1745"/>
                      <a:pt x="2578" y="1745"/>
                      <a:pt x="2692" y="1783"/>
                    </a:cubicBezTo>
                    <a:cubicBezTo>
                      <a:pt x="2844" y="1783"/>
                      <a:pt x="2919" y="1821"/>
                      <a:pt x="3033" y="1897"/>
                    </a:cubicBezTo>
                    <a:cubicBezTo>
                      <a:pt x="3147" y="1972"/>
                      <a:pt x="3223" y="2086"/>
                      <a:pt x="3261" y="2200"/>
                    </a:cubicBezTo>
                    <a:cubicBezTo>
                      <a:pt x="3299" y="2352"/>
                      <a:pt x="3337" y="2503"/>
                      <a:pt x="3337" y="2693"/>
                    </a:cubicBezTo>
                    <a:cubicBezTo>
                      <a:pt x="3337" y="2958"/>
                      <a:pt x="3261" y="3224"/>
                      <a:pt x="3071" y="3413"/>
                    </a:cubicBezTo>
                    <a:cubicBezTo>
                      <a:pt x="2818" y="3571"/>
                      <a:pt x="2566" y="3650"/>
                      <a:pt x="2291" y="3650"/>
                    </a:cubicBezTo>
                    <a:cubicBezTo>
                      <a:pt x="2236" y="3650"/>
                      <a:pt x="2180" y="3647"/>
                      <a:pt x="2123" y="3641"/>
                    </a:cubicBezTo>
                    <a:lnTo>
                      <a:pt x="1592" y="3641"/>
                    </a:lnTo>
                    <a:lnTo>
                      <a:pt x="1592" y="1783"/>
                    </a:lnTo>
                    <a:lnTo>
                      <a:pt x="1972" y="1745"/>
                    </a:lnTo>
                    <a:close/>
                    <a:moveTo>
                      <a:pt x="1896" y="1"/>
                    </a:moveTo>
                    <a:cubicBezTo>
                      <a:pt x="1592" y="1"/>
                      <a:pt x="1289" y="39"/>
                      <a:pt x="948" y="39"/>
                    </a:cubicBezTo>
                    <a:cubicBezTo>
                      <a:pt x="607" y="77"/>
                      <a:pt x="303" y="77"/>
                      <a:pt x="0" y="115"/>
                    </a:cubicBezTo>
                    <a:cubicBezTo>
                      <a:pt x="38" y="835"/>
                      <a:pt x="38" y="1517"/>
                      <a:pt x="38" y="2200"/>
                    </a:cubicBezTo>
                    <a:lnTo>
                      <a:pt x="38" y="4399"/>
                    </a:lnTo>
                    <a:cubicBezTo>
                      <a:pt x="38" y="4968"/>
                      <a:pt x="38" y="5536"/>
                      <a:pt x="38" y="6105"/>
                    </a:cubicBezTo>
                    <a:cubicBezTo>
                      <a:pt x="38" y="6712"/>
                      <a:pt x="0" y="7318"/>
                      <a:pt x="0" y="7925"/>
                    </a:cubicBezTo>
                    <a:lnTo>
                      <a:pt x="1630" y="7887"/>
                    </a:lnTo>
                    <a:cubicBezTo>
                      <a:pt x="1592" y="7432"/>
                      <a:pt x="1592" y="6939"/>
                      <a:pt x="1592" y="6484"/>
                    </a:cubicBezTo>
                    <a:lnTo>
                      <a:pt x="1592" y="5043"/>
                    </a:lnTo>
                    <a:cubicBezTo>
                      <a:pt x="1858" y="5043"/>
                      <a:pt x="2123" y="5006"/>
                      <a:pt x="2389" y="5006"/>
                    </a:cubicBezTo>
                    <a:lnTo>
                      <a:pt x="3678" y="7925"/>
                    </a:lnTo>
                    <a:lnTo>
                      <a:pt x="5346" y="7925"/>
                    </a:lnTo>
                    <a:lnTo>
                      <a:pt x="3791" y="4740"/>
                    </a:lnTo>
                    <a:cubicBezTo>
                      <a:pt x="4209" y="4551"/>
                      <a:pt x="4588" y="4285"/>
                      <a:pt x="4853" y="3944"/>
                    </a:cubicBezTo>
                    <a:cubicBezTo>
                      <a:pt x="5118" y="3489"/>
                      <a:pt x="5270" y="2996"/>
                      <a:pt x="5232" y="2465"/>
                    </a:cubicBezTo>
                    <a:cubicBezTo>
                      <a:pt x="5232" y="2048"/>
                      <a:pt x="5156" y="1593"/>
                      <a:pt x="4967" y="1214"/>
                    </a:cubicBezTo>
                    <a:cubicBezTo>
                      <a:pt x="4815" y="911"/>
                      <a:pt x="4550" y="645"/>
                      <a:pt x="4246" y="494"/>
                    </a:cubicBezTo>
                    <a:cubicBezTo>
                      <a:pt x="3943" y="304"/>
                      <a:pt x="3564" y="153"/>
                      <a:pt x="3185" y="115"/>
                    </a:cubicBezTo>
                    <a:cubicBezTo>
                      <a:pt x="2768" y="39"/>
                      <a:pt x="2313" y="1"/>
                      <a:pt x="189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" name="Google Shape;775;p27">
                <a:extLst>
                  <a:ext uri="{FF2B5EF4-FFF2-40B4-BE49-F238E27FC236}">
                    <a16:creationId xmlns:a16="http://schemas.microsoft.com/office/drawing/2014/main" id="{79199B92-17F3-D0D5-4031-A834ECCF339D}"/>
                  </a:ext>
                </a:extLst>
              </p:cNvPr>
              <p:cNvSpPr/>
              <p:nvPr/>
            </p:nvSpPr>
            <p:spPr>
              <a:xfrm>
                <a:off x="7379927" y="1323182"/>
                <a:ext cx="104741" cy="302555"/>
              </a:xfrm>
              <a:custGeom>
                <a:avLst/>
                <a:gdLst/>
                <a:ahLst/>
                <a:cxnLst/>
                <a:rect l="l" t="t" r="r" b="b"/>
                <a:pathLst>
                  <a:path w="5081" h="14677" extrusionOk="0">
                    <a:moveTo>
                      <a:pt x="4438" y="0"/>
                    </a:moveTo>
                    <a:cubicBezTo>
                      <a:pt x="4272" y="0"/>
                      <a:pt x="4041" y="161"/>
                      <a:pt x="4095" y="322"/>
                    </a:cubicBezTo>
                    <a:cubicBezTo>
                      <a:pt x="4512" y="1383"/>
                      <a:pt x="4360" y="2597"/>
                      <a:pt x="3754" y="3582"/>
                    </a:cubicBezTo>
                    <a:lnTo>
                      <a:pt x="3412" y="4113"/>
                    </a:lnTo>
                    <a:cubicBezTo>
                      <a:pt x="1706" y="6616"/>
                      <a:pt x="0" y="9194"/>
                      <a:pt x="1592" y="12871"/>
                    </a:cubicBezTo>
                    <a:cubicBezTo>
                      <a:pt x="1441" y="13250"/>
                      <a:pt x="1441" y="13630"/>
                      <a:pt x="1668" y="13971"/>
                    </a:cubicBezTo>
                    <a:cubicBezTo>
                      <a:pt x="1876" y="14417"/>
                      <a:pt x="2224" y="14676"/>
                      <a:pt x="2547" y="14676"/>
                    </a:cubicBezTo>
                    <a:cubicBezTo>
                      <a:pt x="2637" y="14676"/>
                      <a:pt x="2724" y="14656"/>
                      <a:pt x="2806" y="14615"/>
                    </a:cubicBezTo>
                    <a:cubicBezTo>
                      <a:pt x="3185" y="14426"/>
                      <a:pt x="3299" y="13857"/>
                      <a:pt x="2995" y="13326"/>
                    </a:cubicBezTo>
                    <a:cubicBezTo>
                      <a:pt x="2844" y="12947"/>
                      <a:pt x="2502" y="12682"/>
                      <a:pt x="2085" y="12606"/>
                    </a:cubicBezTo>
                    <a:cubicBezTo>
                      <a:pt x="645" y="9232"/>
                      <a:pt x="2199" y="6881"/>
                      <a:pt x="3829" y="4417"/>
                    </a:cubicBezTo>
                    <a:lnTo>
                      <a:pt x="4209" y="3886"/>
                    </a:lnTo>
                    <a:cubicBezTo>
                      <a:pt x="4929" y="2748"/>
                      <a:pt x="5081" y="1345"/>
                      <a:pt x="4588" y="94"/>
                    </a:cubicBezTo>
                    <a:cubicBezTo>
                      <a:pt x="4565" y="28"/>
                      <a:pt x="4507" y="0"/>
                      <a:pt x="443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" name="Google Shape;776;p27">
                <a:extLst>
                  <a:ext uri="{FF2B5EF4-FFF2-40B4-BE49-F238E27FC236}">
                    <a16:creationId xmlns:a16="http://schemas.microsoft.com/office/drawing/2014/main" id="{C700888E-9BDB-6D35-F26D-405D9B6483BC}"/>
                  </a:ext>
                </a:extLst>
              </p:cNvPr>
              <p:cNvSpPr/>
              <p:nvPr/>
            </p:nvSpPr>
            <p:spPr>
              <a:xfrm>
                <a:off x="7619856" y="1323182"/>
                <a:ext cx="107091" cy="307461"/>
              </a:xfrm>
              <a:custGeom>
                <a:avLst/>
                <a:gdLst/>
                <a:ahLst/>
                <a:cxnLst/>
                <a:rect l="l" t="t" r="r" b="b"/>
                <a:pathLst>
                  <a:path w="5195" h="14915" extrusionOk="0">
                    <a:moveTo>
                      <a:pt x="666" y="0"/>
                    </a:moveTo>
                    <a:cubicBezTo>
                      <a:pt x="593" y="0"/>
                      <a:pt x="527" y="28"/>
                      <a:pt x="494" y="94"/>
                    </a:cubicBezTo>
                    <a:cubicBezTo>
                      <a:pt x="1" y="1345"/>
                      <a:pt x="152" y="2748"/>
                      <a:pt x="873" y="3886"/>
                    </a:cubicBezTo>
                    <a:lnTo>
                      <a:pt x="1252" y="4454"/>
                    </a:lnTo>
                    <a:cubicBezTo>
                      <a:pt x="2920" y="6957"/>
                      <a:pt x="4512" y="9345"/>
                      <a:pt x="2920" y="12795"/>
                    </a:cubicBezTo>
                    <a:cubicBezTo>
                      <a:pt x="2903" y="12794"/>
                      <a:pt x="2885" y="12793"/>
                      <a:pt x="2867" y="12793"/>
                    </a:cubicBezTo>
                    <a:cubicBezTo>
                      <a:pt x="2533" y="12793"/>
                      <a:pt x="2116" y="13126"/>
                      <a:pt x="1972" y="13630"/>
                    </a:cubicBezTo>
                    <a:cubicBezTo>
                      <a:pt x="1783" y="14160"/>
                      <a:pt x="1934" y="14767"/>
                      <a:pt x="2313" y="14881"/>
                    </a:cubicBezTo>
                    <a:cubicBezTo>
                      <a:pt x="2370" y="14904"/>
                      <a:pt x="2430" y="14914"/>
                      <a:pt x="2490" y="14914"/>
                    </a:cubicBezTo>
                    <a:cubicBezTo>
                      <a:pt x="2834" y="14914"/>
                      <a:pt x="3214" y="14568"/>
                      <a:pt x="3375" y="14085"/>
                    </a:cubicBezTo>
                    <a:cubicBezTo>
                      <a:pt x="3489" y="13781"/>
                      <a:pt x="3489" y="13478"/>
                      <a:pt x="3375" y="13175"/>
                    </a:cubicBezTo>
                    <a:cubicBezTo>
                      <a:pt x="5195" y="9345"/>
                      <a:pt x="3413" y="6691"/>
                      <a:pt x="1707" y="4113"/>
                    </a:cubicBezTo>
                    <a:lnTo>
                      <a:pt x="1328" y="3582"/>
                    </a:lnTo>
                    <a:cubicBezTo>
                      <a:pt x="721" y="2597"/>
                      <a:pt x="607" y="1383"/>
                      <a:pt x="986" y="322"/>
                    </a:cubicBezTo>
                    <a:cubicBezTo>
                      <a:pt x="1067" y="161"/>
                      <a:pt x="844" y="0"/>
                      <a:pt x="66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" name="Google Shape;777;p27">
                <a:extLst>
                  <a:ext uri="{FF2B5EF4-FFF2-40B4-BE49-F238E27FC236}">
                    <a16:creationId xmlns:a16="http://schemas.microsoft.com/office/drawing/2014/main" id="{8F2A55F9-0B07-69BA-D5DB-07668B027A5F}"/>
                  </a:ext>
                </a:extLst>
              </p:cNvPr>
              <p:cNvSpPr/>
              <p:nvPr/>
            </p:nvSpPr>
            <p:spPr>
              <a:xfrm>
                <a:off x="7458859" y="2776485"/>
                <a:ext cx="131313" cy="126633"/>
              </a:xfrm>
              <a:custGeom>
                <a:avLst/>
                <a:gdLst/>
                <a:ahLst/>
                <a:cxnLst/>
                <a:rect l="l" t="t" r="r" b="b"/>
                <a:pathLst>
                  <a:path w="6370" h="6143" extrusionOk="0">
                    <a:moveTo>
                      <a:pt x="0" y="0"/>
                    </a:moveTo>
                    <a:lnTo>
                      <a:pt x="6370" y="6142"/>
                    </a:lnTo>
                    <a:cubicBezTo>
                      <a:pt x="5763" y="2920"/>
                      <a:pt x="3223" y="455"/>
                      <a:pt x="0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" name="Google Shape;778;p27">
                <a:extLst>
                  <a:ext uri="{FF2B5EF4-FFF2-40B4-BE49-F238E27FC236}">
                    <a16:creationId xmlns:a16="http://schemas.microsoft.com/office/drawing/2014/main" id="{E5F1CE78-15BB-E117-F83E-D35C4C4B0853}"/>
                  </a:ext>
                </a:extLst>
              </p:cNvPr>
              <p:cNvSpPr/>
              <p:nvPr/>
            </p:nvSpPr>
            <p:spPr>
              <a:xfrm>
                <a:off x="7281762" y="2854634"/>
                <a:ext cx="277158" cy="1447964"/>
              </a:xfrm>
              <a:custGeom>
                <a:avLst/>
                <a:gdLst/>
                <a:ahLst/>
                <a:cxnLst/>
                <a:rect l="l" t="t" r="r" b="b"/>
                <a:pathLst>
                  <a:path w="13445" h="70241" extrusionOk="0">
                    <a:moveTo>
                      <a:pt x="12989" y="1"/>
                    </a:moveTo>
                    <a:cubicBezTo>
                      <a:pt x="12951" y="152"/>
                      <a:pt x="10525" y="13119"/>
                      <a:pt x="6582" y="23394"/>
                    </a:cubicBezTo>
                    <a:lnTo>
                      <a:pt x="6582" y="23432"/>
                    </a:lnTo>
                    <a:lnTo>
                      <a:pt x="6582" y="23507"/>
                    </a:lnTo>
                    <a:cubicBezTo>
                      <a:pt x="6658" y="27337"/>
                      <a:pt x="6279" y="31166"/>
                      <a:pt x="5407" y="34919"/>
                    </a:cubicBezTo>
                    <a:cubicBezTo>
                      <a:pt x="4042" y="40948"/>
                      <a:pt x="61" y="69762"/>
                      <a:pt x="23" y="70028"/>
                    </a:cubicBezTo>
                    <a:cubicBezTo>
                      <a:pt x="1" y="70160"/>
                      <a:pt x="145" y="70241"/>
                      <a:pt x="278" y="70241"/>
                    </a:cubicBezTo>
                    <a:cubicBezTo>
                      <a:pt x="373" y="70241"/>
                      <a:pt x="462" y="70199"/>
                      <a:pt x="478" y="70104"/>
                    </a:cubicBezTo>
                    <a:cubicBezTo>
                      <a:pt x="516" y="69838"/>
                      <a:pt x="4497" y="41062"/>
                      <a:pt x="5900" y="35033"/>
                    </a:cubicBezTo>
                    <a:cubicBezTo>
                      <a:pt x="6734" y="31242"/>
                      <a:pt x="7113" y="27375"/>
                      <a:pt x="7075" y="23507"/>
                    </a:cubicBezTo>
                    <a:cubicBezTo>
                      <a:pt x="11018" y="13233"/>
                      <a:pt x="13406" y="228"/>
                      <a:pt x="13444" y="115"/>
                    </a:cubicBezTo>
                    <a:lnTo>
                      <a:pt x="12989" y="1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" name="Chart 34">
            <a:extLst>
              <a:ext uri="{FF2B5EF4-FFF2-40B4-BE49-F238E27FC236}">
                <a16:creationId xmlns:a16="http://schemas.microsoft.com/office/drawing/2014/main" id="{F4006C5F-48FE-1C19-0F0A-E4E1554D537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2874203"/>
              </p:ext>
            </p:extLst>
          </p:nvPr>
        </p:nvGraphicFramePr>
        <p:xfrm>
          <a:off x="1679513" y="1176890"/>
          <a:ext cx="7383823" cy="37140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8" name="Google Shape;108;p18"/>
          <p:cNvSpPr txBox="1">
            <a:spLocks noGrp="1"/>
          </p:cNvSpPr>
          <p:nvPr>
            <p:ph type="title"/>
          </p:nvPr>
        </p:nvSpPr>
        <p:spPr>
          <a:xfrm>
            <a:off x="457200" y="423761"/>
            <a:ext cx="8229600" cy="75312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200" dirty="0">
                <a:latin typeface="Oswald" panose="02000503000000000000" pitchFamily="2" charset="0"/>
              </a:rPr>
              <a:t>Top 5 Franchises: Global</a:t>
            </a:r>
            <a:br>
              <a:rPr lang="en" sz="3200" dirty="0">
                <a:latin typeface="Oswald" panose="02000503000000000000" pitchFamily="2" charset="0"/>
              </a:rPr>
            </a:br>
            <a:r>
              <a:rPr lang="e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Oswald" panose="02000503000000000000" pitchFamily="2" charset="0"/>
              </a:rPr>
              <a:t>By Game Name</a:t>
            </a:r>
            <a:endParaRPr sz="3200" dirty="0">
              <a:solidFill>
                <a:schemeClr val="tx1">
                  <a:lumMod val="50000"/>
                  <a:lumOff val="50000"/>
                </a:schemeClr>
              </a:solidFill>
              <a:latin typeface="Oswald" panose="02000503000000000000" pitchFamily="2" charset="0"/>
            </a:endParaRPr>
          </a:p>
        </p:txBody>
      </p:sp>
      <p:sp>
        <p:nvSpPr>
          <p:cNvPr id="112" name="Google Shape;112;p18"/>
          <p:cNvSpPr/>
          <p:nvPr/>
        </p:nvSpPr>
        <p:spPr>
          <a:xfrm>
            <a:off x="154661" y="693845"/>
            <a:ext cx="1598849" cy="966089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200"/>
              </a:spcAft>
              <a:buNone/>
            </a:pPr>
            <a:r>
              <a:rPr lang="en" sz="1200" dirty="0">
                <a:solidFill>
                  <a:schemeClr val="l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Super Mario Bros</a:t>
            </a:r>
          </a:p>
          <a:p>
            <a:pPr marL="0" lvl="0" indent="0" algn="ctr" rtl="0">
              <a:spcBef>
                <a:spcPts val="0"/>
              </a:spcBef>
              <a:spcAft>
                <a:spcPts val="200"/>
              </a:spcAft>
              <a:buNone/>
            </a:pPr>
            <a:r>
              <a:rPr lang="en" sz="1800" dirty="0">
                <a:solidFill>
                  <a:schemeClr val="bg2">
                    <a:lumMod val="20000"/>
                    <a:lumOff val="80000"/>
                  </a:schemeClr>
                </a:solidFill>
                <a:latin typeface="Fira Sans Extra Condensed SemiBold"/>
                <a:sym typeface="Fira Sans Extra Condensed SemiBold"/>
              </a:rPr>
              <a:t>556M units</a:t>
            </a:r>
          </a:p>
          <a:p>
            <a:pPr marL="0" lvl="0" indent="0" algn="ctr" rtl="0">
              <a:spcBef>
                <a:spcPts val="0"/>
              </a:spcBef>
              <a:spcAft>
                <a:spcPts val="200"/>
              </a:spcAft>
              <a:buNone/>
            </a:pPr>
            <a:r>
              <a:rPr lang="en" sz="1050" dirty="0">
                <a:solidFill>
                  <a:schemeClr val="bg1">
                    <a:lumMod val="85000"/>
                  </a:schemeClr>
                </a:solidFill>
                <a:latin typeface="Fira Sans Extra Condensed SemiBold"/>
                <a:sym typeface="Fira Sans Extra Condensed SemiBold"/>
              </a:rPr>
              <a:t>Evergreen, strong globally</a:t>
            </a:r>
            <a:endParaRPr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6" name="Google Shape;112;p18">
            <a:extLst>
              <a:ext uri="{FF2B5EF4-FFF2-40B4-BE49-F238E27FC236}">
                <a16:creationId xmlns:a16="http://schemas.microsoft.com/office/drawing/2014/main" id="{974FAFCA-4E67-2147-90C5-8508A5039A5E}"/>
              </a:ext>
            </a:extLst>
          </p:cNvPr>
          <p:cNvSpPr/>
          <p:nvPr/>
        </p:nvSpPr>
        <p:spPr>
          <a:xfrm>
            <a:off x="349568" y="2360597"/>
            <a:ext cx="1598849" cy="966089"/>
          </a:xfrm>
          <a:prstGeom prst="roundRect">
            <a:avLst>
              <a:gd name="adj" fmla="val 50000"/>
            </a:avLst>
          </a:prstGeom>
          <a:solidFill>
            <a:srgbClr val="FF6B34"/>
          </a:solidFill>
          <a:ln>
            <a:solidFill>
              <a:srgbClr val="FF6B34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200"/>
              </a:spcAft>
              <a:buNone/>
            </a:pPr>
            <a:r>
              <a:rPr lang="en" sz="1200" dirty="0">
                <a:solidFill>
                  <a:schemeClr val="l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Call of Duty</a:t>
            </a:r>
          </a:p>
          <a:p>
            <a:pPr marL="0" lvl="0" indent="0" algn="ctr" rtl="0">
              <a:spcBef>
                <a:spcPts val="0"/>
              </a:spcBef>
              <a:spcAft>
                <a:spcPts val="200"/>
              </a:spcAft>
              <a:buNone/>
            </a:pPr>
            <a:r>
              <a:rPr lang="en" sz="1800" dirty="0">
                <a:solidFill>
                  <a:schemeClr val="accent1">
                    <a:lumMod val="20000"/>
                    <a:lumOff val="80000"/>
                  </a:schemeClr>
                </a:solidFill>
                <a:latin typeface="Fira Sans Extra Condensed SemiBold"/>
                <a:sym typeface="Fira Sans Extra Condensed SemiBold"/>
              </a:rPr>
              <a:t>252M units</a:t>
            </a:r>
          </a:p>
          <a:p>
            <a:pPr marL="0" lvl="0" indent="0" algn="ctr" rtl="0">
              <a:spcBef>
                <a:spcPts val="0"/>
              </a:spcBef>
              <a:spcAft>
                <a:spcPts val="200"/>
              </a:spcAft>
              <a:buNone/>
            </a:pPr>
            <a:r>
              <a:rPr lang="en" sz="1050" dirty="0">
                <a:solidFill>
                  <a:schemeClr val="bg1">
                    <a:lumMod val="95000"/>
                  </a:schemeClr>
                </a:solidFill>
                <a:latin typeface="Fira Sans Extra Condensed SemiBold"/>
                <a:sym typeface="Fira Sans Extra Condensed SemiBold"/>
              </a:rPr>
              <a:t>Western-dominant, annual</a:t>
            </a:r>
            <a:endParaRPr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8" name="Google Shape;112;p18">
            <a:extLst>
              <a:ext uri="{FF2B5EF4-FFF2-40B4-BE49-F238E27FC236}">
                <a16:creationId xmlns:a16="http://schemas.microsoft.com/office/drawing/2014/main" id="{2789F4BC-E806-4495-D17D-A635A528C545}"/>
              </a:ext>
            </a:extLst>
          </p:cNvPr>
          <p:cNvSpPr/>
          <p:nvPr/>
        </p:nvSpPr>
        <p:spPr>
          <a:xfrm>
            <a:off x="6067657" y="2942098"/>
            <a:ext cx="1598849" cy="966089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200"/>
              </a:spcAft>
              <a:buNone/>
            </a:pPr>
            <a:r>
              <a:rPr lang="en" sz="1200" dirty="0">
                <a:solidFill>
                  <a:schemeClr val="l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Pokémon</a:t>
            </a:r>
          </a:p>
          <a:p>
            <a:pPr marL="0" lvl="0" indent="0" algn="ctr" rtl="0">
              <a:spcBef>
                <a:spcPts val="0"/>
              </a:spcBef>
              <a:spcAft>
                <a:spcPts val="200"/>
              </a:spcAft>
              <a:buNone/>
            </a:pPr>
            <a:r>
              <a:rPr lang="en" sz="1800" dirty="0">
                <a:solidFill>
                  <a:schemeClr val="accent6">
                    <a:lumMod val="20000"/>
                    <a:lumOff val="80000"/>
                  </a:schemeClr>
                </a:solidFill>
                <a:latin typeface="Fira Sans Extra Condensed SemiBold"/>
                <a:sym typeface="Fira Sans Extra Condensed SemiBold"/>
              </a:rPr>
              <a:t>251M units</a:t>
            </a:r>
          </a:p>
          <a:p>
            <a:pPr marL="0" lvl="0" indent="0" algn="ctr" rtl="0">
              <a:spcBef>
                <a:spcPts val="0"/>
              </a:spcBef>
              <a:spcAft>
                <a:spcPts val="200"/>
              </a:spcAft>
              <a:buNone/>
            </a:pPr>
            <a:r>
              <a:rPr lang="en" sz="1050" dirty="0">
                <a:solidFill>
                  <a:schemeClr val="bg1">
                    <a:lumMod val="95000"/>
                  </a:schemeClr>
                </a:solidFill>
                <a:latin typeface="Fira Sans Extra Condensed SemiBold"/>
                <a:sym typeface="Fira Sans Extra Condensed SemiBold"/>
              </a:rPr>
              <a:t>Japan leader, global appeal</a:t>
            </a:r>
            <a:endParaRPr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0" name="Google Shape;112;p18">
            <a:extLst>
              <a:ext uri="{FF2B5EF4-FFF2-40B4-BE49-F238E27FC236}">
                <a16:creationId xmlns:a16="http://schemas.microsoft.com/office/drawing/2014/main" id="{49FFFB14-5003-B667-937B-9847664F57C1}"/>
              </a:ext>
            </a:extLst>
          </p:cNvPr>
          <p:cNvSpPr/>
          <p:nvPr/>
        </p:nvSpPr>
        <p:spPr>
          <a:xfrm>
            <a:off x="6665062" y="2038184"/>
            <a:ext cx="1315170" cy="483741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200"/>
              </a:spcAft>
              <a:buNone/>
            </a:pPr>
            <a:r>
              <a:rPr lang="en" sz="1050" dirty="0">
                <a:solidFill>
                  <a:schemeClr val="l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Wii</a:t>
            </a:r>
          </a:p>
          <a:p>
            <a:pPr marL="0" lvl="0" indent="0" algn="ctr" rtl="0">
              <a:spcBef>
                <a:spcPts val="0"/>
              </a:spcBef>
              <a:spcAft>
                <a:spcPts val="200"/>
              </a:spcAft>
              <a:buNone/>
            </a:pPr>
            <a:r>
              <a:rPr lang="en" dirty="0">
                <a:solidFill>
                  <a:schemeClr val="bg1">
                    <a:lumMod val="95000"/>
                  </a:schemeClr>
                </a:solidFill>
                <a:latin typeface="Fira Sans Extra Condensed SemiBold"/>
                <a:sym typeface="Fira Sans Extra Condensed SemiBold"/>
              </a:rPr>
              <a:t>298M units</a:t>
            </a:r>
            <a:endParaRPr lang="en" sz="1800" dirty="0">
              <a:solidFill>
                <a:schemeClr val="bg1">
                  <a:lumMod val="95000"/>
                </a:schemeClr>
              </a:solidFill>
              <a:latin typeface="Fira Sans Extra Condensed SemiBold"/>
              <a:sym typeface="Fira Sans Extra Condensed SemiBold"/>
            </a:endParaRPr>
          </a:p>
        </p:txBody>
      </p:sp>
      <p:sp>
        <p:nvSpPr>
          <p:cNvPr id="27" name="Google Shape;112;p18">
            <a:extLst>
              <a:ext uri="{FF2B5EF4-FFF2-40B4-BE49-F238E27FC236}">
                <a16:creationId xmlns:a16="http://schemas.microsoft.com/office/drawing/2014/main" id="{AE5D8B8D-4F4B-0275-CA5B-316E32AE8F30}"/>
              </a:ext>
            </a:extLst>
          </p:cNvPr>
          <p:cNvSpPr/>
          <p:nvPr/>
        </p:nvSpPr>
        <p:spPr>
          <a:xfrm>
            <a:off x="556399" y="3866961"/>
            <a:ext cx="1533515" cy="483741"/>
          </a:xfrm>
          <a:prstGeom prst="roundRect">
            <a:avLst>
              <a:gd name="adj" fmla="val 50000"/>
            </a:avLst>
          </a:prstGeom>
          <a:solidFill>
            <a:schemeClr val="accent3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200"/>
              </a:spcAft>
              <a:buNone/>
            </a:pPr>
            <a:r>
              <a:rPr lang="en" sz="1050" dirty="0">
                <a:solidFill>
                  <a:schemeClr val="l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FIFA</a:t>
            </a:r>
          </a:p>
          <a:p>
            <a:pPr marL="0" lvl="0" indent="0" algn="ctr" rtl="0">
              <a:spcBef>
                <a:spcPts val="0"/>
              </a:spcBef>
              <a:spcAft>
                <a:spcPts val="200"/>
              </a:spcAft>
              <a:buNone/>
            </a:pPr>
            <a:r>
              <a:rPr lang="en" dirty="0">
                <a:solidFill>
                  <a:schemeClr val="accent3">
                    <a:lumMod val="20000"/>
                    <a:lumOff val="80000"/>
                  </a:schemeClr>
                </a:solidFill>
                <a:latin typeface="Fira Sans Extra Condensed SemiBold"/>
                <a:sym typeface="Fira Sans Extra Condensed SemiBold"/>
              </a:rPr>
              <a:t>175M units</a:t>
            </a:r>
            <a:endParaRPr lang="en" sz="1800" dirty="0">
              <a:solidFill>
                <a:schemeClr val="accent3">
                  <a:lumMod val="20000"/>
                  <a:lumOff val="80000"/>
                </a:schemeClr>
              </a:solidFill>
              <a:latin typeface="Fira Sans Extra Condensed SemiBold"/>
              <a:sym typeface="Fira Sans Extra Condensed SemiBo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7845EA8C-786D-5EA0-6C19-D64FFE509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8">
            <a:extLst>
              <a:ext uri="{FF2B5EF4-FFF2-40B4-BE49-F238E27FC236}">
                <a16:creationId xmlns:a16="http://schemas.microsoft.com/office/drawing/2014/main" id="{FAF9ED76-A626-92AD-2272-D226942E291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6326" y="160312"/>
            <a:ext cx="6403565" cy="87871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200" dirty="0">
                <a:latin typeface="Oswald" panose="02000503000000000000" pitchFamily="2" charset="0"/>
              </a:rPr>
              <a:t>Franchise Performance: </a:t>
            </a:r>
            <a:r>
              <a:rPr lang="en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Oswald" panose="02000503000000000000" pitchFamily="2" charset="0"/>
              </a:rPr>
              <a:t>North America</a:t>
            </a:r>
            <a:endParaRPr sz="3200" dirty="0">
              <a:solidFill>
                <a:schemeClr val="tx1">
                  <a:lumMod val="65000"/>
                  <a:lumOff val="35000"/>
                </a:schemeClr>
              </a:solidFill>
              <a:latin typeface="Oswald" panose="02000503000000000000" pitchFamily="2" charset="0"/>
            </a:endParaRPr>
          </a:p>
        </p:txBody>
      </p:sp>
      <p:sp>
        <p:nvSpPr>
          <p:cNvPr id="6" name="Google Shape;112;p18">
            <a:extLst>
              <a:ext uri="{FF2B5EF4-FFF2-40B4-BE49-F238E27FC236}">
                <a16:creationId xmlns:a16="http://schemas.microsoft.com/office/drawing/2014/main" id="{3BBF97B4-0D7B-1268-5E3D-B172BFC83B00}"/>
              </a:ext>
            </a:extLst>
          </p:cNvPr>
          <p:cNvSpPr/>
          <p:nvPr/>
        </p:nvSpPr>
        <p:spPr>
          <a:xfrm>
            <a:off x="6396099" y="480780"/>
            <a:ext cx="2462151" cy="790131"/>
          </a:xfrm>
          <a:prstGeom prst="roundRect">
            <a:avLst>
              <a:gd name="adj" fmla="val 50000"/>
            </a:avLst>
          </a:prstGeom>
          <a:solidFill>
            <a:srgbClr val="FF6B3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200"/>
              </a:spcAft>
              <a:buNone/>
            </a:pPr>
            <a:r>
              <a:rPr lang="en" sz="1200" dirty="0">
                <a:solidFill>
                  <a:schemeClr val="accent1">
                    <a:lumMod val="20000"/>
                    <a:lumOff val="8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Fira Sans Extra Condensed SemiBold"/>
                <a:sym typeface="Fira Sans Extra Condensed SemiBold"/>
              </a:rPr>
              <a:t>MARKET LEADER</a:t>
            </a:r>
          </a:p>
          <a:p>
            <a:pPr marL="0" lvl="0" indent="0" algn="ctr" rtl="0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8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sym typeface="Fira Sans Extra Condensed SemiBold"/>
              </a:rPr>
              <a:t>Call </a:t>
            </a:r>
            <a:r>
              <a:rPr lang="en" sz="18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sym typeface="Fira Sans Extra Condensed SemiBold"/>
              </a:rPr>
              <a:t>of Duty</a:t>
            </a:r>
          </a:p>
          <a:p>
            <a:pPr marL="0" lvl="0" indent="0" algn="ctr" rtl="0">
              <a:spcBef>
                <a:spcPts val="0"/>
              </a:spcBef>
              <a:spcAft>
                <a:spcPts val="200"/>
              </a:spcAft>
              <a:buNone/>
            </a:pPr>
            <a:r>
              <a:rPr lang="en" sz="1050" dirty="0">
                <a:solidFill>
                  <a:schemeClr val="bg1">
                    <a:lumMod val="9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sym typeface="Fira Sans Extra Condensed SemiBold"/>
              </a:rPr>
              <a:t>Shooter dominance drives NA</a:t>
            </a:r>
            <a:endParaRPr dirty="0">
              <a:solidFill>
                <a:schemeClr val="bg1">
                  <a:lumMod val="9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graphicFrame>
        <p:nvGraphicFramePr>
          <p:cNvPr id="3" name="Chart 0">
            <a:extLst>
              <a:ext uri="{FF2B5EF4-FFF2-40B4-BE49-F238E27FC236}">
                <a16:creationId xmlns:a16="http://schemas.microsoft.com/office/drawing/2014/main" id="{B742609C-4890-ABBE-110D-96F6926F98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25154542"/>
              </p:ext>
            </p:extLst>
          </p:nvPr>
        </p:nvGraphicFramePr>
        <p:xfrm>
          <a:off x="0" y="5511314"/>
          <a:ext cx="5905500" cy="37528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 5">
            <a:extLst>
              <a:ext uri="{FF2B5EF4-FFF2-40B4-BE49-F238E27FC236}">
                <a16:creationId xmlns:a16="http://schemas.microsoft.com/office/drawing/2014/main" id="{44387766-374F-A74E-4AEB-6B9E4D9E7854}"/>
              </a:ext>
            </a:extLst>
          </p:cNvPr>
          <p:cNvSpPr/>
          <p:nvPr/>
        </p:nvSpPr>
        <p:spPr>
          <a:xfrm>
            <a:off x="6381750" y="1413786"/>
            <a:ext cx="2476500" cy="2217390"/>
          </a:xfrm>
          <a:prstGeom prst="roundRect">
            <a:avLst>
              <a:gd name="adj" fmla="val 2577"/>
            </a:avLst>
          </a:prstGeom>
          <a:solidFill>
            <a:schemeClr val="bg1">
              <a:lumMod val="50000"/>
            </a:scheme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97C700E4-CB81-A2E9-C4B1-D232AE93E05B}"/>
              </a:ext>
            </a:extLst>
          </p:cNvPr>
          <p:cNvSpPr/>
          <p:nvPr/>
        </p:nvSpPr>
        <p:spPr>
          <a:xfrm>
            <a:off x="6514909" y="1590818"/>
            <a:ext cx="2253996" cy="3219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chemeClr val="accent2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Key Observations</a:t>
            </a:r>
            <a:endParaRPr lang="en-US" sz="1600" dirty="0">
              <a:solidFill>
                <a:schemeClr val="accent2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2943F0B3-463B-0C8A-71BC-283196AED10B}"/>
              </a:ext>
            </a:extLst>
          </p:cNvPr>
          <p:cNvSpPr/>
          <p:nvPr/>
        </p:nvSpPr>
        <p:spPr>
          <a:xfrm>
            <a:off x="6425564" y="1868835"/>
            <a:ext cx="2476499" cy="171450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marL="66675" indent="-66675" algn="l">
              <a:lnSpc>
                <a:spcPts val="2100"/>
              </a:lnSpc>
              <a:buClr>
                <a:schemeClr val="accent2"/>
              </a:buClr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 </a:t>
            </a:r>
            <a:r>
              <a:rPr lang="en-US" sz="1350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CoD</a:t>
            </a:r>
            <a:r>
              <a:rPr lang="en-US" sz="135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 leads with annual  </a:t>
            </a:r>
          </a:p>
          <a:p>
            <a:pPr algn="l">
              <a:lnSpc>
                <a:spcPts val="2100"/>
              </a:lnSpc>
              <a:buClr>
                <a:schemeClr val="accent2"/>
              </a:buClr>
              <a:buSzPct val="100000"/>
            </a:pPr>
            <a:r>
              <a:rPr lang="en-US" sz="135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   releases</a:t>
            </a:r>
            <a:endParaRPr lang="en-US" sz="1350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66675" indent="-66675" algn="l">
              <a:lnSpc>
                <a:spcPts val="2100"/>
              </a:lnSpc>
              <a:buClr>
                <a:schemeClr val="accent2"/>
              </a:buClr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 Mario and Pokémon stable</a:t>
            </a:r>
            <a:endParaRPr lang="en-US" sz="1350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66675" indent="-66675" algn="l">
              <a:lnSpc>
                <a:spcPts val="2100"/>
              </a:lnSpc>
              <a:buClr>
                <a:schemeClr val="accent2"/>
              </a:buClr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 Wii peaked 2006-2009</a:t>
            </a:r>
            <a:endParaRPr lang="en-US" sz="135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97B3D972-C13D-7B4C-5A30-126C2A899A1E}"/>
              </a:ext>
            </a:extLst>
          </p:cNvPr>
          <p:cNvSpPr/>
          <p:nvPr/>
        </p:nvSpPr>
        <p:spPr>
          <a:xfrm>
            <a:off x="6396099" y="3808208"/>
            <a:ext cx="2476500" cy="921848"/>
          </a:xfrm>
          <a:prstGeom prst="roundRect">
            <a:avLst>
              <a:gd name="adj" fmla="val 7011"/>
            </a:avLst>
          </a:prstGeom>
          <a:solidFill>
            <a:schemeClr val="bg1">
              <a:lumMod val="50000"/>
            </a:schemeClr>
          </a:solidFill>
          <a:ln w="9525">
            <a:solidFill>
              <a:srgbClr val="2A4A6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8A9FBB56-AA56-E07B-7819-701CA0A7851D}"/>
              </a:ext>
            </a:extLst>
          </p:cNvPr>
          <p:cNvSpPr/>
          <p:nvPr/>
        </p:nvSpPr>
        <p:spPr>
          <a:xfrm>
            <a:off x="6509891" y="3953284"/>
            <a:ext cx="2234565" cy="283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chemeClr val="accent2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Strategic Implication</a:t>
            </a:r>
            <a:endParaRPr lang="en-US" sz="1600" dirty="0">
              <a:solidFill>
                <a:schemeClr val="accent2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C77BD1C6-E36E-220B-55CE-D23661797376}"/>
              </a:ext>
            </a:extLst>
          </p:cNvPr>
          <p:cNvSpPr/>
          <p:nvPr/>
        </p:nvSpPr>
        <p:spPr>
          <a:xfrm>
            <a:off x="6502717" y="4236734"/>
            <a:ext cx="2234565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NA favors competitive action titles with annual cycles.</a:t>
            </a:r>
            <a:endParaRPr lang="en-US" sz="12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692A746B-87F7-6945-5526-47C7669C7F1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73656478"/>
              </p:ext>
            </p:extLst>
          </p:nvPr>
        </p:nvGraphicFramePr>
        <p:xfrm>
          <a:off x="406718" y="1110599"/>
          <a:ext cx="5372328" cy="38725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2684088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E9E8E9E7-BD37-211B-18BA-12100E7F3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8">
            <a:extLst>
              <a:ext uri="{FF2B5EF4-FFF2-40B4-BE49-F238E27FC236}">
                <a16:creationId xmlns:a16="http://schemas.microsoft.com/office/drawing/2014/main" id="{F33D726A-1422-1314-9ADE-22F0E0DC53E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1401" y="309874"/>
            <a:ext cx="5735994" cy="87871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200" dirty="0">
                <a:latin typeface="Oswald" panose="02000503000000000000" pitchFamily="2" charset="0"/>
              </a:rPr>
              <a:t>Franchise Performance: </a:t>
            </a:r>
            <a:r>
              <a:rPr lang="en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Oswald" panose="02000503000000000000" pitchFamily="2" charset="0"/>
              </a:rPr>
              <a:t>Europe</a:t>
            </a:r>
            <a:endParaRPr sz="3200" dirty="0">
              <a:solidFill>
                <a:schemeClr val="tx1">
                  <a:lumMod val="65000"/>
                  <a:lumOff val="35000"/>
                </a:schemeClr>
              </a:solidFill>
              <a:latin typeface="Oswald" panose="02000503000000000000" pitchFamily="2" charset="0"/>
            </a:endParaRPr>
          </a:p>
        </p:txBody>
      </p:sp>
      <p:sp>
        <p:nvSpPr>
          <p:cNvPr id="6" name="Google Shape;112;p18">
            <a:extLst>
              <a:ext uri="{FF2B5EF4-FFF2-40B4-BE49-F238E27FC236}">
                <a16:creationId xmlns:a16="http://schemas.microsoft.com/office/drawing/2014/main" id="{54227187-8167-80CE-63EE-235EC3F62B4E}"/>
              </a:ext>
            </a:extLst>
          </p:cNvPr>
          <p:cNvSpPr/>
          <p:nvPr/>
        </p:nvSpPr>
        <p:spPr>
          <a:xfrm>
            <a:off x="6396099" y="480780"/>
            <a:ext cx="2462151" cy="790131"/>
          </a:xfrm>
          <a:prstGeom prst="roundRect">
            <a:avLst>
              <a:gd name="adj" fmla="val 50000"/>
            </a:avLst>
          </a:prstGeom>
          <a:solidFill>
            <a:schemeClr val="accent3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200"/>
              </a:spcAft>
              <a:buNone/>
            </a:pPr>
            <a:r>
              <a:rPr lang="en" sz="1200" dirty="0">
                <a:solidFill>
                  <a:schemeClr val="accent3">
                    <a:lumMod val="20000"/>
                    <a:lumOff val="8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Fira Sans Extra Condensed SemiBold"/>
                <a:sym typeface="Fira Sans Extra Condensed SemiBold"/>
              </a:rPr>
              <a:t>MARKET LEADER</a:t>
            </a:r>
          </a:p>
          <a:p>
            <a:pPr marL="0" lvl="0" indent="0" algn="ctr" rtl="0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8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sym typeface="Fira Sans Extra Condensed SemiBold"/>
              </a:rPr>
              <a:t>FIFA</a:t>
            </a:r>
            <a:endParaRPr lang="en" sz="18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sym typeface="Fira Sans Extra Condensed SemiBold"/>
            </a:endParaRPr>
          </a:p>
          <a:p>
            <a:pPr marL="0" lvl="0" indent="0" algn="ctr" rtl="0">
              <a:spcBef>
                <a:spcPts val="0"/>
              </a:spcBef>
              <a:spcAft>
                <a:spcPts val="200"/>
              </a:spcAft>
              <a:buNone/>
            </a:pPr>
            <a:r>
              <a:rPr lang="en" sz="1050" dirty="0">
                <a:solidFill>
                  <a:schemeClr val="bg1">
                    <a:lumMod val="9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sym typeface="Fira Sans Extra Condensed SemiBold"/>
              </a:rPr>
              <a:t>Soccer culture drives dominance</a:t>
            </a:r>
            <a:endParaRPr dirty="0">
              <a:solidFill>
                <a:schemeClr val="bg1">
                  <a:lumMod val="9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4" name="Text 5">
            <a:extLst>
              <a:ext uri="{FF2B5EF4-FFF2-40B4-BE49-F238E27FC236}">
                <a16:creationId xmlns:a16="http://schemas.microsoft.com/office/drawing/2014/main" id="{4A06A4A1-CC7B-898D-5DBF-E7C9BE7CA630}"/>
              </a:ext>
            </a:extLst>
          </p:cNvPr>
          <p:cNvSpPr/>
          <p:nvPr/>
        </p:nvSpPr>
        <p:spPr>
          <a:xfrm>
            <a:off x="6381750" y="1413786"/>
            <a:ext cx="2476500" cy="2217390"/>
          </a:xfrm>
          <a:prstGeom prst="roundRect">
            <a:avLst>
              <a:gd name="adj" fmla="val 2577"/>
            </a:avLst>
          </a:prstGeom>
          <a:solidFill>
            <a:schemeClr val="bg1">
              <a:lumMod val="50000"/>
            </a:scheme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D6E4019B-8664-19BA-7C18-B649462AA9F7}"/>
              </a:ext>
            </a:extLst>
          </p:cNvPr>
          <p:cNvSpPr/>
          <p:nvPr/>
        </p:nvSpPr>
        <p:spPr>
          <a:xfrm>
            <a:off x="6514909" y="1590818"/>
            <a:ext cx="2253996" cy="3219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Key Observations</a:t>
            </a:r>
            <a:endParaRPr lang="en-US" sz="1600" dirty="0">
              <a:solidFill>
                <a:schemeClr val="accent3">
                  <a:lumMod val="60000"/>
                  <a:lumOff val="40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3DAA0C9B-7BC0-61C0-31B6-85C20437444A}"/>
              </a:ext>
            </a:extLst>
          </p:cNvPr>
          <p:cNvSpPr/>
          <p:nvPr/>
        </p:nvSpPr>
        <p:spPr>
          <a:xfrm>
            <a:off x="6425564" y="1868835"/>
            <a:ext cx="2476499" cy="171450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marL="66675" indent="-66675" algn="l">
              <a:lnSpc>
                <a:spcPts val="2100"/>
              </a:lnSpc>
              <a:buClr>
                <a:schemeClr val="accent3">
                  <a:lumMod val="60000"/>
                  <a:lumOff val="40000"/>
                </a:schemeClr>
              </a:buClr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 FIFA outperforms Cod in EU</a:t>
            </a:r>
            <a:endParaRPr lang="en-US" sz="1350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66675" indent="-66675" algn="l">
              <a:lnSpc>
                <a:spcPts val="2100"/>
              </a:lnSpc>
              <a:buClr>
                <a:schemeClr val="accent3">
                  <a:lumMod val="60000"/>
                  <a:lumOff val="40000"/>
                </a:schemeClr>
              </a:buClr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 </a:t>
            </a:r>
            <a:r>
              <a:rPr lang="en-US" sz="1350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CoD</a:t>
            </a:r>
            <a:r>
              <a:rPr lang="en-US" sz="135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 strong but trails sports</a:t>
            </a:r>
            <a:endParaRPr lang="en-US" sz="1350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66675" indent="-66675" algn="l">
              <a:lnSpc>
                <a:spcPts val="2100"/>
              </a:lnSpc>
              <a:buClr>
                <a:schemeClr val="accent3">
                  <a:lumMod val="60000"/>
                  <a:lumOff val="40000"/>
                </a:schemeClr>
              </a:buClr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 Mario and Pokémon steady</a:t>
            </a:r>
            <a:endParaRPr lang="en-US" sz="1350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66675" indent="-66675" algn="l">
              <a:lnSpc>
                <a:spcPts val="2100"/>
              </a:lnSpc>
              <a:buClr>
                <a:schemeClr val="accent3">
                  <a:lumMod val="60000"/>
                  <a:lumOff val="40000"/>
                </a:schemeClr>
              </a:buClr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 Wii decline mirrors global</a:t>
            </a:r>
            <a:endParaRPr lang="en-US" sz="135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06694E5F-FF0F-39E0-D092-695D1FE005CD}"/>
              </a:ext>
            </a:extLst>
          </p:cNvPr>
          <p:cNvSpPr/>
          <p:nvPr/>
        </p:nvSpPr>
        <p:spPr>
          <a:xfrm>
            <a:off x="6396099" y="3808208"/>
            <a:ext cx="2476500" cy="921848"/>
          </a:xfrm>
          <a:prstGeom prst="roundRect">
            <a:avLst>
              <a:gd name="adj" fmla="val 7011"/>
            </a:avLst>
          </a:prstGeom>
          <a:solidFill>
            <a:schemeClr val="bg1">
              <a:lumMod val="50000"/>
            </a:schemeClr>
          </a:solidFill>
          <a:ln w="9525">
            <a:solidFill>
              <a:srgbClr val="2A4A6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B6CF32C0-C352-C6D8-2B8B-5A132C1F830C}"/>
              </a:ext>
            </a:extLst>
          </p:cNvPr>
          <p:cNvSpPr/>
          <p:nvPr/>
        </p:nvSpPr>
        <p:spPr>
          <a:xfrm>
            <a:off x="6534340" y="3921410"/>
            <a:ext cx="2234565" cy="283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Strategic Implication</a:t>
            </a:r>
            <a:endParaRPr lang="en-US" sz="1600" dirty="0">
              <a:solidFill>
                <a:schemeClr val="accent3">
                  <a:lumMod val="60000"/>
                  <a:lumOff val="40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D9C484C1-A923-0C79-015B-FFEF80F2D2CC}"/>
              </a:ext>
            </a:extLst>
          </p:cNvPr>
          <p:cNvSpPr/>
          <p:nvPr/>
        </p:nvSpPr>
        <p:spPr>
          <a:xfrm>
            <a:off x="6509891" y="4181259"/>
            <a:ext cx="2234565" cy="352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EU shows different preferences. Sports and localized content drive success.</a:t>
            </a:r>
            <a:endParaRPr lang="en-US" sz="12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96F71B44-4C0A-1561-5DB5-C1B4044926C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53752949"/>
              </p:ext>
            </p:extLst>
          </p:nvPr>
        </p:nvGraphicFramePr>
        <p:xfrm>
          <a:off x="271400" y="1188587"/>
          <a:ext cx="5735993" cy="3778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9600107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1E3DD326-B928-BC0A-B07F-EE4389D70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8">
            <a:extLst>
              <a:ext uri="{FF2B5EF4-FFF2-40B4-BE49-F238E27FC236}">
                <a16:creationId xmlns:a16="http://schemas.microsoft.com/office/drawing/2014/main" id="{6639B3AB-834F-766F-2BCD-15D1652E15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5750" y="309874"/>
            <a:ext cx="5796073" cy="87871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200" dirty="0">
                <a:latin typeface="Oswald" panose="02000503000000000000" pitchFamily="2" charset="0"/>
              </a:rPr>
              <a:t>Franchise Performance: </a:t>
            </a:r>
            <a:r>
              <a:rPr lang="en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Oswald" panose="02000503000000000000" pitchFamily="2" charset="0"/>
              </a:rPr>
              <a:t>Japan</a:t>
            </a:r>
            <a:endParaRPr sz="3200" dirty="0">
              <a:solidFill>
                <a:schemeClr val="tx1">
                  <a:lumMod val="65000"/>
                  <a:lumOff val="35000"/>
                </a:schemeClr>
              </a:solidFill>
              <a:latin typeface="Oswald" panose="02000503000000000000" pitchFamily="2" charset="0"/>
            </a:endParaRPr>
          </a:p>
        </p:txBody>
      </p:sp>
      <p:sp>
        <p:nvSpPr>
          <p:cNvPr id="6" name="Google Shape;112;p18">
            <a:extLst>
              <a:ext uri="{FF2B5EF4-FFF2-40B4-BE49-F238E27FC236}">
                <a16:creationId xmlns:a16="http://schemas.microsoft.com/office/drawing/2014/main" id="{14096440-D181-EBBD-0F3E-A57C429C853C}"/>
              </a:ext>
            </a:extLst>
          </p:cNvPr>
          <p:cNvSpPr/>
          <p:nvPr/>
        </p:nvSpPr>
        <p:spPr>
          <a:xfrm>
            <a:off x="6396099" y="309874"/>
            <a:ext cx="2462151" cy="961037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200"/>
              </a:spcAft>
              <a:buNone/>
            </a:pPr>
            <a:r>
              <a:rPr lang="en" sz="1200" dirty="0">
                <a:solidFill>
                  <a:schemeClr val="accent6">
                    <a:lumMod val="20000"/>
                    <a:lumOff val="8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Fira Sans Extra Condensed SemiBold"/>
                <a:sym typeface="Fira Sans Extra Condensed SemiBold"/>
              </a:rPr>
              <a:t>MARKET LEADERS</a:t>
            </a:r>
          </a:p>
          <a:p>
            <a:pPr marL="0" lvl="0" indent="0" algn="ctr" rtl="0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8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sym typeface="Fira Sans Extra Condensed SemiBold"/>
              </a:rPr>
              <a:t>Pokémon &amp; Mario</a:t>
            </a:r>
            <a:endParaRPr lang="en" sz="18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sym typeface="Fira Sans Extra Condensed SemiBold"/>
            </a:endParaRPr>
          </a:p>
          <a:p>
            <a:pPr marL="0" lvl="0" indent="0" algn="ctr" rtl="0">
              <a:spcBef>
                <a:spcPts val="0"/>
              </a:spcBef>
              <a:spcAft>
                <a:spcPts val="200"/>
              </a:spcAft>
              <a:buNone/>
            </a:pPr>
            <a:r>
              <a:rPr lang="en" sz="1050" dirty="0">
                <a:solidFill>
                  <a:schemeClr val="bg1">
                    <a:lumMod val="9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sym typeface="Fira Sans Extra Condensed SemiBold"/>
              </a:rPr>
              <a:t>Japanese franchises dominate</a:t>
            </a:r>
            <a:endParaRPr dirty="0">
              <a:solidFill>
                <a:schemeClr val="bg1">
                  <a:lumMod val="9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4" name="Text 5">
            <a:extLst>
              <a:ext uri="{FF2B5EF4-FFF2-40B4-BE49-F238E27FC236}">
                <a16:creationId xmlns:a16="http://schemas.microsoft.com/office/drawing/2014/main" id="{00419001-75C1-2F54-F77C-5F44E436CA79}"/>
              </a:ext>
            </a:extLst>
          </p:cNvPr>
          <p:cNvSpPr/>
          <p:nvPr/>
        </p:nvSpPr>
        <p:spPr>
          <a:xfrm>
            <a:off x="6381750" y="1413786"/>
            <a:ext cx="2476500" cy="2217390"/>
          </a:xfrm>
          <a:prstGeom prst="roundRect">
            <a:avLst>
              <a:gd name="adj" fmla="val 2577"/>
            </a:avLst>
          </a:prstGeom>
          <a:solidFill>
            <a:schemeClr val="bg1">
              <a:lumMod val="50000"/>
            </a:scheme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A8C2E190-51D8-A9C1-3055-821CF7AB7681}"/>
              </a:ext>
            </a:extLst>
          </p:cNvPr>
          <p:cNvSpPr/>
          <p:nvPr/>
        </p:nvSpPr>
        <p:spPr>
          <a:xfrm>
            <a:off x="6514909" y="1590818"/>
            <a:ext cx="2253996" cy="3219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chemeClr val="accent6">
                    <a:lumMod val="20000"/>
                    <a:lumOff val="8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Key Observations</a:t>
            </a:r>
            <a:endParaRPr lang="en-US" sz="1600" dirty="0">
              <a:solidFill>
                <a:schemeClr val="accent6">
                  <a:lumMod val="20000"/>
                  <a:lumOff val="80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608747E2-5B11-1107-6AC9-8661CE5FB4A2}"/>
              </a:ext>
            </a:extLst>
          </p:cNvPr>
          <p:cNvSpPr/>
          <p:nvPr/>
        </p:nvSpPr>
        <p:spPr>
          <a:xfrm>
            <a:off x="6425564" y="1868835"/>
            <a:ext cx="2476499" cy="171450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marL="66675" indent="-66675" algn="l">
              <a:lnSpc>
                <a:spcPts val="2100"/>
              </a:lnSpc>
              <a:buClr>
                <a:schemeClr val="tx2">
                  <a:lumMod val="20000"/>
                  <a:lumOff val="80000"/>
                </a:schemeClr>
              </a:buClr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 Pokémon spikes with</a:t>
            </a:r>
          </a:p>
          <a:p>
            <a:pPr algn="l">
              <a:lnSpc>
                <a:spcPts val="2100"/>
              </a:lnSpc>
              <a:buClr>
                <a:schemeClr val="tx2">
                  <a:lumMod val="20000"/>
                  <a:lumOff val="80000"/>
                </a:schemeClr>
              </a:buClr>
              <a:buSzPct val="100000"/>
            </a:pPr>
            <a:r>
              <a:rPr lang="en-US" sz="135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   releases</a:t>
            </a:r>
            <a:endParaRPr lang="en-US" sz="1350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66675" indent="-66675" algn="l">
              <a:lnSpc>
                <a:spcPts val="2100"/>
              </a:lnSpc>
              <a:buClr>
                <a:schemeClr val="tx2">
                  <a:lumMod val="20000"/>
                  <a:lumOff val="80000"/>
                </a:schemeClr>
              </a:buClr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 Mario maintains baseline</a:t>
            </a:r>
            <a:endParaRPr lang="en-US" sz="1350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66675" indent="-66675" algn="l">
              <a:lnSpc>
                <a:spcPts val="2100"/>
              </a:lnSpc>
              <a:buClr>
                <a:schemeClr val="tx2">
                  <a:lumMod val="20000"/>
                  <a:lumOff val="80000"/>
                </a:schemeClr>
              </a:buClr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 CoD and FIFA minimal </a:t>
            </a:r>
          </a:p>
          <a:p>
            <a:pPr algn="l">
              <a:lnSpc>
                <a:spcPts val="2100"/>
              </a:lnSpc>
              <a:buClr>
                <a:schemeClr val="tx2">
                  <a:lumMod val="20000"/>
                  <a:lumOff val="80000"/>
                </a:schemeClr>
              </a:buClr>
              <a:buSzPct val="100000"/>
            </a:pPr>
            <a:r>
              <a:rPr lang="en-US" sz="135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   presence</a:t>
            </a:r>
            <a:endParaRPr lang="en-US" sz="1350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66675" indent="-66675" algn="l">
              <a:lnSpc>
                <a:spcPts val="2100"/>
              </a:lnSpc>
              <a:buClr>
                <a:schemeClr val="tx2">
                  <a:lumMod val="20000"/>
                  <a:lumOff val="80000"/>
                </a:schemeClr>
              </a:buClr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 Wii strong during peak years</a:t>
            </a:r>
            <a:endParaRPr lang="en-US" sz="135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9438877B-5178-1816-6FD9-C3C0E7B91851}"/>
              </a:ext>
            </a:extLst>
          </p:cNvPr>
          <p:cNvSpPr/>
          <p:nvPr/>
        </p:nvSpPr>
        <p:spPr>
          <a:xfrm>
            <a:off x="6396099" y="3808208"/>
            <a:ext cx="2476500" cy="921848"/>
          </a:xfrm>
          <a:prstGeom prst="roundRect">
            <a:avLst>
              <a:gd name="adj" fmla="val 7011"/>
            </a:avLst>
          </a:prstGeom>
          <a:solidFill>
            <a:schemeClr val="bg1">
              <a:lumMod val="50000"/>
            </a:schemeClr>
          </a:solidFill>
          <a:ln w="9525">
            <a:solidFill>
              <a:srgbClr val="2A4A6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F87F07CE-7124-0D5C-FB17-01C93C92F5B9}"/>
              </a:ext>
            </a:extLst>
          </p:cNvPr>
          <p:cNvSpPr/>
          <p:nvPr/>
        </p:nvSpPr>
        <p:spPr>
          <a:xfrm>
            <a:off x="6534340" y="3921410"/>
            <a:ext cx="2234565" cy="283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chemeClr val="accent6">
                    <a:lumMod val="20000"/>
                    <a:lumOff val="8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Strategic Implication</a:t>
            </a:r>
            <a:endParaRPr lang="en-US" sz="1600" dirty="0">
              <a:solidFill>
                <a:schemeClr val="accent6">
                  <a:lumMod val="20000"/>
                  <a:lumOff val="80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086F28D2-5529-2C8D-7183-27F94D4511FA}"/>
              </a:ext>
            </a:extLst>
          </p:cNvPr>
          <p:cNvSpPr/>
          <p:nvPr/>
        </p:nvSpPr>
        <p:spPr>
          <a:xfrm>
            <a:off x="6509891" y="4181259"/>
            <a:ext cx="2234565" cy="352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Japan requires different strategy. Focus on RPG, platform, and Japanese titles.</a:t>
            </a:r>
            <a:endParaRPr lang="en-US" sz="12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58CC7F1E-1417-5C8A-025D-826A14FC9A5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23156193"/>
              </p:ext>
            </p:extLst>
          </p:nvPr>
        </p:nvGraphicFramePr>
        <p:xfrm>
          <a:off x="271401" y="1084014"/>
          <a:ext cx="5810422" cy="40594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0707992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1100" y="290150"/>
            <a:ext cx="4381691" cy="104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40"/>
              </a:lnSpc>
              <a:buNone/>
            </a:pPr>
            <a:r>
              <a:rPr lang="en-US" sz="3200" dirty="0">
                <a:solidFill>
                  <a:schemeClr val="tx1"/>
                </a:solidFill>
                <a:latin typeface="Oswald" panose="02000503000000000000" pitchFamily="2" charset="0"/>
                <a:ea typeface="Arial Black" pitchFamily="34" charset="-122"/>
                <a:cs typeface="Arial Black" pitchFamily="34" charset="-120"/>
              </a:rPr>
              <a:t>Strategic Recommendations</a:t>
            </a:r>
            <a:endParaRPr lang="en-US" sz="3200" dirty="0">
              <a:solidFill>
                <a:schemeClr val="tx1"/>
              </a:solidFill>
              <a:latin typeface="Oswald" panose="02000503000000000000" pitchFamily="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285750" y="1515516"/>
            <a:ext cx="2755850" cy="2942179"/>
          </a:xfrm>
          <a:prstGeom prst="roundRect">
            <a:avLst>
              <a:gd name="adj" fmla="val 2944"/>
            </a:avLst>
          </a:prstGeom>
          <a:solidFill>
            <a:schemeClr val="bg1">
              <a:lumMod val="50000"/>
            </a:scheme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285750" y="1534567"/>
            <a:ext cx="2755850" cy="0"/>
          </a:xfrm>
          <a:prstGeom prst="line">
            <a:avLst/>
          </a:prstGeom>
          <a:noFill/>
          <a:ln w="381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38150" y="1706017"/>
            <a:ext cx="25000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1600" dirty="0">
                <a:solidFill>
                  <a:schemeClr val="accent5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FOR VP MARKETING</a:t>
            </a:r>
            <a:endParaRPr lang="en-US" sz="1600" dirty="0">
              <a:solidFill>
                <a:schemeClr val="accent5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38150" y="2029867"/>
            <a:ext cx="250007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9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Genre-Based Budgets</a:t>
            </a:r>
            <a:endParaRPr lang="en-US" sz="18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38150" y="2329429"/>
            <a:ext cx="2451050" cy="592119"/>
          </a:xfrm>
          <a:prstGeom prst="roundRect">
            <a:avLst>
              <a:gd name="adj" fmla="val 11302"/>
            </a:avLst>
          </a:prstGeom>
          <a:solidFill>
            <a:schemeClr val="tx1">
              <a:lumMod val="75000"/>
              <a:lumOff val="25000"/>
            </a:scheme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33400" y="2432590"/>
            <a:ext cx="2305761" cy="420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5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Action - Priority for mainstream globally</a:t>
            </a:r>
            <a:endParaRPr lang="en-US" sz="16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38150" y="3041036"/>
            <a:ext cx="2451050" cy="592119"/>
          </a:xfrm>
          <a:prstGeom prst="roundRect">
            <a:avLst>
              <a:gd name="adj" fmla="val 11302"/>
            </a:avLst>
          </a:prstGeom>
          <a:solidFill>
            <a:schemeClr val="tx1">
              <a:lumMod val="75000"/>
              <a:lumOff val="25000"/>
            </a:scheme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33400" y="3126762"/>
            <a:ext cx="2305761" cy="420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5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Sports/Shooter - Western only (NA+EU)</a:t>
            </a:r>
            <a:endParaRPr lang="en-US" sz="16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38150" y="3751281"/>
            <a:ext cx="2451050" cy="592119"/>
          </a:xfrm>
          <a:prstGeom prst="roundRect">
            <a:avLst>
              <a:gd name="adj" fmla="val 11302"/>
            </a:avLst>
          </a:prstGeom>
          <a:solidFill>
            <a:schemeClr val="tx1">
              <a:lumMod val="75000"/>
              <a:lumOff val="25000"/>
            </a:scheme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33400" y="3860838"/>
            <a:ext cx="2305761" cy="420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5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Platform/RPG - Increase Japan spend</a:t>
            </a:r>
            <a:endParaRPr lang="en-US" sz="16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194000" y="1515516"/>
            <a:ext cx="2755850" cy="2942179"/>
          </a:xfrm>
          <a:prstGeom prst="roundRect">
            <a:avLst>
              <a:gd name="adj" fmla="val 2944"/>
            </a:avLst>
          </a:prstGeom>
          <a:solidFill>
            <a:schemeClr val="bg1">
              <a:lumMod val="50000"/>
            </a:scheme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3194000" y="1534567"/>
            <a:ext cx="2755850" cy="0"/>
          </a:xfrm>
          <a:prstGeom prst="line">
            <a:avLst/>
          </a:prstGeom>
          <a:noFill/>
          <a:ln w="381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346400" y="1706017"/>
            <a:ext cx="2500071" cy="133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1600" dirty="0">
                <a:solidFill>
                  <a:schemeClr val="accent2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FOR CFO</a:t>
            </a:r>
            <a:endParaRPr lang="en-US" sz="1600" dirty="0">
              <a:solidFill>
                <a:schemeClr val="accent2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346400" y="2029867"/>
            <a:ext cx="250007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9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Competitive Positioning</a:t>
            </a:r>
            <a:endParaRPr lang="en-US" sz="18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346400" y="2329429"/>
            <a:ext cx="2451050" cy="592119"/>
          </a:xfrm>
          <a:prstGeom prst="roundRect">
            <a:avLst>
              <a:gd name="adj" fmla="val 11302"/>
            </a:avLst>
          </a:prstGeom>
          <a:solidFill>
            <a:schemeClr val="tx1">
              <a:lumMod val="75000"/>
              <a:lumOff val="25000"/>
            </a:scheme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441650" y="2432590"/>
            <a:ext cx="2305761" cy="420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5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Watch Nintendo - 61% larger than #2 (EA)</a:t>
            </a:r>
            <a:endParaRPr lang="en-US" sz="16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3346400" y="3041036"/>
            <a:ext cx="2451050" cy="592119"/>
          </a:xfrm>
          <a:prstGeom prst="roundRect">
            <a:avLst>
              <a:gd name="adj" fmla="val 11302"/>
            </a:avLst>
          </a:prstGeom>
          <a:solidFill>
            <a:schemeClr val="tx1">
              <a:lumMod val="75000"/>
              <a:lumOff val="25000"/>
            </a:scheme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419044" y="3138849"/>
            <a:ext cx="2305761" cy="420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5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Monitor EA/Activision - Annual cycles</a:t>
            </a:r>
            <a:endParaRPr lang="en-US" sz="16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3346400" y="3751281"/>
            <a:ext cx="2451050" cy="592119"/>
          </a:xfrm>
          <a:prstGeom prst="roundRect">
            <a:avLst>
              <a:gd name="adj" fmla="val 11302"/>
            </a:avLst>
          </a:prstGeom>
          <a:solidFill>
            <a:schemeClr val="tx1">
              <a:lumMod val="75000"/>
              <a:lumOff val="25000"/>
            </a:scheme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441650" y="3859269"/>
            <a:ext cx="2305761" cy="420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5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EU Growth Story - Investor messaging</a:t>
            </a:r>
            <a:endParaRPr lang="en-US" sz="16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102251" y="1515516"/>
            <a:ext cx="2755850" cy="2942179"/>
          </a:xfrm>
          <a:prstGeom prst="roundRect">
            <a:avLst>
              <a:gd name="adj" fmla="val 2944"/>
            </a:avLst>
          </a:prstGeom>
          <a:solidFill>
            <a:schemeClr val="bg1">
              <a:lumMod val="50000"/>
            </a:scheme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6102251" y="1534567"/>
            <a:ext cx="2755850" cy="0"/>
          </a:xfrm>
          <a:prstGeom prst="line">
            <a:avLst/>
          </a:prstGeom>
          <a:noFill/>
          <a:ln w="38100">
            <a:solidFill>
              <a:srgbClr val="924CC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254651" y="1706017"/>
            <a:ext cx="25000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1600" dirty="0">
                <a:solidFill>
                  <a:schemeClr val="tx2">
                    <a:lumMod val="20000"/>
                    <a:lumOff val="8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FOR SVP SALES</a:t>
            </a:r>
            <a:endParaRPr lang="en-US" sz="1600" dirty="0">
              <a:solidFill>
                <a:schemeClr val="tx2">
                  <a:lumMod val="20000"/>
                  <a:lumOff val="80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254651" y="2029867"/>
            <a:ext cx="250007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9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Regional Strategy</a:t>
            </a:r>
            <a:endParaRPr lang="en-US" sz="18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254651" y="2329429"/>
            <a:ext cx="2451050" cy="592119"/>
          </a:xfrm>
          <a:prstGeom prst="roundRect">
            <a:avLst>
              <a:gd name="adj" fmla="val 11302"/>
            </a:avLst>
          </a:prstGeom>
          <a:solidFill>
            <a:schemeClr val="tx1">
              <a:lumMod val="75000"/>
              <a:lumOff val="25000"/>
            </a:scheme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361634" y="2439938"/>
            <a:ext cx="2305761" cy="4375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5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Expand EU Team - Growing share</a:t>
            </a:r>
            <a:endParaRPr lang="en-US" sz="16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254651" y="3041036"/>
            <a:ext cx="2451050" cy="592119"/>
          </a:xfrm>
          <a:prstGeom prst="roundRect">
            <a:avLst>
              <a:gd name="adj" fmla="val 11302"/>
            </a:avLst>
          </a:prstGeom>
          <a:solidFill>
            <a:schemeClr val="tx1">
              <a:lumMod val="75000"/>
              <a:lumOff val="25000"/>
            </a:scheme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349901" y="3138849"/>
            <a:ext cx="2305761" cy="420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5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Maintain NA - Still largest market</a:t>
            </a:r>
            <a:endParaRPr lang="en-US" sz="16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254651" y="3751281"/>
            <a:ext cx="2451050" cy="592119"/>
          </a:xfrm>
          <a:prstGeom prst="roundRect">
            <a:avLst>
              <a:gd name="adj" fmla="val 11302"/>
            </a:avLst>
          </a:prstGeom>
          <a:solidFill>
            <a:schemeClr val="tx1">
              <a:lumMod val="75000"/>
              <a:lumOff val="25000"/>
            </a:scheme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341256" y="3859269"/>
            <a:ext cx="2305761" cy="4289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5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Japan Specialists - Unique expertise</a:t>
            </a:r>
            <a:endParaRPr lang="en-US" sz="16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grpSp>
        <p:nvGrpSpPr>
          <p:cNvPr id="34" name="Google Shape;244;p20">
            <a:extLst>
              <a:ext uri="{FF2B5EF4-FFF2-40B4-BE49-F238E27FC236}">
                <a16:creationId xmlns:a16="http://schemas.microsoft.com/office/drawing/2014/main" id="{2B09E5D2-0AD0-6784-1E59-EDA5085F7CE0}"/>
              </a:ext>
            </a:extLst>
          </p:cNvPr>
          <p:cNvGrpSpPr/>
          <p:nvPr/>
        </p:nvGrpSpPr>
        <p:grpSpPr>
          <a:xfrm rot="3365432">
            <a:off x="6689229" y="-667558"/>
            <a:ext cx="2586093" cy="1865157"/>
            <a:chOff x="-102475" y="-49150"/>
            <a:chExt cx="6487216" cy="4678749"/>
          </a:xfrm>
        </p:grpSpPr>
        <p:sp>
          <p:nvSpPr>
            <p:cNvPr id="35" name="Google Shape;245;p20">
              <a:extLst>
                <a:ext uri="{FF2B5EF4-FFF2-40B4-BE49-F238E27FC236}">
                  <a16:creationId xmlns:a16="http://schemas.microsoft.com/office/drawing/2014/main" id="{B75418DE-98C8-787E-3944-7FB11FC1972F}"/>
                </a:ext>
              </a:extLst>
            </p:cNvPr>
            <p:cNvSpPr/>
            <p:nvPr/>
          </p:nvSpPr>
          <p:spPr>
            <a:xfrm>
              <a:off x="-102475" y="-49150"/>
              <a:ext cx="4166625" cy="2322550"/>
            </a:xfrm>
            <a:custGeom>
              <a:avLst/>
              <a:gdLst/>
              <a:ahLst/>
              <a:cxnLst/>
              <a:rect l="l" t="t" r="r" b="b"/>
              <a:pathLst>
                <a:path w="166665" h="92902" extrusionOk="0">
                  <a:moveTo>
                    <a:pt x="0" y="0"/>
                  </a:moveTo>
                  <a:cubicBezTo>
                    <a:pt x="9237" y="4187"/>
                    <a:pt x="40536" y="13092"/>
                    <a:pt x="55422" y="25120"/>
                  </a:cubicBezTo>
                  <a:cubicBezTo>
                    <a:pt x="70308" y="37148"/>
                    <a:pt x="73365" y="64328"/>
                    <a:pt x="89314" y="72169"/>
                  </a:cubicBezTo>
                  <a:cubicBezTo>
                    <a:pt x="105263" y="80011"/>
                    <a:pt x="138223" y="68714"/>
                    <a:pt x="151115" y="72169"/>
                  </a:cubicBezTo>
                  <a:cubicBezTo>
                    <a:pt x="164007" y="75625"/>
                    <a:pt x="164073" y="89447"/>
                    <a:pt x="166665" y="92902"/>
                  </a:cubicBezTo>
                </a:path>
              </a:pathLst>
            </a:custGeom>
            <a:noFill/>
            <a:ln w="19050" cap="flat" cmpd="sng">
              <a:solidFill>
                <a:srgbClr val="434343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36" name="Google Shape;246;p20">
              <a:extLst>
                <a:ext uri="{FF2B5EF4-FFF2-40B4-BE49-F238E27FC236}">
                  <a16:creationId xmlns:a16="http://schemas.microsoft.com/office/drawing/2014/main" id="{343DDBEA-B428-5E36-A011-B8DF86F4F21A}"/>
                </a:ext>
              </a:extLst>
            </p:cNvPr>
            <p:cNvGrpSpPr/>
            <p:nvPr/>
          </p:nvGrpSpPr>
          <p:grpSpPr>
            <a:xfrm>
              <a:off x="2759259" y="1399651"/>
              <a:ext cx="3625483" cy="3229948"/>
              <a:chOff x="2872130" y="1494650"/>
              <a:chExt cx="3399740" cy="3039951"/>
            </a:xfrm>
          </p:grpSpPr>
          <p:sp>
            <p:nvSpPr>
              <p:cNvPr id="37" name="Google Shape;247;p20">
                <a:extLst>
                  <a:ext uri="{FF2B5EF4-FFF2-40B4-BE49-F238E27FC236}">
                    <a16:creationId xmlns:a16="http://schemas.microsoft.com/office/drawing/2014/main" id="{8F37580F-BF49-2C39-68C7-FB3ED3B43179}"/>
                  </a:ext>
                </a:extLst>
              </p:cNvPr>
              <p:cNvSpPr/>
              <p:nvPr/>
            </p:nvSpPr>
            <p:spPr>
              <a:xfrm>
                <a:off x="2872130" y="1494650"/>
                <a:ext cx="3399740" cy="3039009"/>
              </a:xfrm>
              <a:custGeom>
                <a:avLst/>
                <a:gdLst/>
                <a:ahLst/>
                <a:cxnLst/>
                <a:rect l="l" t="t" r="r" b="b"/>
                <a:pathLst>
                  <a:path w="102171" h="90319" extrusionOk="0">
                    <a:moveTo>
                      <a:pt x="63456" y="0"/>
                    </a:moveTo>
                    <a:cubicBezTo>
                      <a:pt x="61156" y="0"/>
                      <a:pt x="58826" y="430"/>
                      <a:pt x="56585" y="1326"/>
                    </a:cubicBezTo>
                    <a:cubicBezTo>
                      <a:pt x="56310" y="1436"/>
                      <a:pt x="56062" y="1546"/>
                      <a:pt x="55815" y="1656"/>
                    </a:cubicBezTo>
                    <a:cubicBezTo>
                      <a:pt x="55100" y="1986"/>
                      <a:pt x="54413" y="2344"/>
                      <a:pt x="53753" y="2756"/>
                    </a:cubicBezTo>
                    <a:lnTo>
                      <a:pt x="10724" y="30360"/>
                    </a:lnTo>
                    <a:cubicBezTo>
                      <a:pt x="2338" y="35997"/>
                      <a:pt x="1" y="47325"/>
                      <a:pt x="5500" y="55820"/>
                    </a:cubicBezTo>
                    <a:lnTo>
                      <a:pt x="6325" y="57277"/>
                    </a:lnTo>
                    <a:lnTo>
                      <a:pt x="14958" y="72262"/>
                    </a:lnTo>
                    <a:lnTo>
                      <a:pt x="15893" y="73857"/>
                    </a:lnTo>
                    <a:lnTo>
                      <a:pt x="23096" y="86339"/>
                    </a:lnTo>
                    <a:cubicBezTo>
                      <a:pt x="24565" y="88901"/>
                      <a:pt x="27249" y="90319"/>
                      <a:pt x="29997" y="90319"/>
                    </a:cubicBezTo>
                    <a:cubicBezTo>
                      <a:pt x="31467" y="90319"/>
                      <a:pt x="32955" y="89913"/>
                      <a:pt x="34287" y="89061"/>
                    </a:cubicBezTo>
                    <a:lnTo>
                      <a:pt x="34314" y="89033"/>
                    </a:lnTo>
                    <a:cubicBezTo>
                      <a:pt x="36459" y="87631"/>
                      <a:pt x="37806" y="85294"/>
                      <a:pt x="37916" y="82765"/>
                    </a:cubicBezTo>
                    <a:lnTo>
                      <a:pt x="38686" y="66928"/>
                    </a:lnTo>
                    <a:lnTo>
                      <a:pt x="38796" y="64948"/>
                    </a:lnTo>
                    <a:lnTo>
                      <a:pt x="39126" y="58047"/>
                    </a:lnTo>
                    <a:cubicBezTo>
                      <a:pt x="39181" y="56920"/>
                      <a:pt x="39785" y="55903"/>
                      <a:pt x="40748" y="55270"/>
                    </a:cubicBezTo>
                    <a:lnTo>
                      <a:pt x="63953" y="40368"/>
                    </a:lnTo>
                    <a:cubicBezTo>
                      <a:pt x="64518" y="40003"/>
                      <a:pt x="65183" y="39808"/>
                      <a:pt x="65851" y="39808"/>
                    </a:cubicBezTo>
                    <a:cubicBezTo>
                      <a:pt x="66289" y="39808"/>
                      <a:pt x="66729" y="39892"/>
                      <a:pt x="67142" y="40066"/>
                    </a:cubicBezTo>
                    <a:lnTo>
                      <a:pt x="75638" y="43448"/>
                    </a:lnTo>
                    <a:lnTo>
                      <a:pt x="90100" y="49222"/>
                    </a:lnTo>
                    <a:cubicBezTo>
                      <a:pt x="91061" y="49608"/>
                      <a:pt x="92069" y="49799"/>
                      <a:pt x="93074" y="49799"/>
                    </a:cubicBezTo>
                    <a:cubicBezTo>
                      <a:pt x="94571" y="49799"/>
                      <a:pt x="96059" y="49374"/>
                      <a:pt x="97359" y="48534"/>
                    </a:cubicBezTo>
                    <a:cubicBezTo>
                      <a:pt x="101181" y="46087"/>
                      <a:pt x="102170" y="40946"/>
                      <a:pt x="99531" y="37234"/>
                    </a:cubicBezTo>
                    <a:lnTo>
                      <a:pt x="89908" y="23734"/>
                    </a:lnTo>
                    <a:lnTo>
                      <a:pt x="81082" y="11362"/>
                    </a:lnTo>
                    <a:lnTo>
                      <a:pt x="80065" y="9905"/>
                    </a:lnTo>
                    <a:lnTo>
                      <a:pt x="79075" y="8530"/>
                    </a:lnTo>
                    <a:cubicBezTo>
                      <a:pt x="75571" y="3084"/>
                      <a:pt x="69618" y="0"/>
                      <a:pt x="6345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248;p20">
                <a:extLst>
                  <a:ext uri="{FF2B5EF4-FFF2-40B4-BE49-F238E27FC236}">
                    <a16:creationId xmlns:a16="http://schemas.microsoft.com/office/drawing/2014/main" id="{B4675F37-431D-033C-2D58-B2101B271A29}"/>
                  </a:ext>
                </a:extLst>
              </p:cNvPr>
              <p:cNvSpPr/>
              <p:nvPr/>
            </p:nvSpPr>
            <p:spPr>
              <a:xfrm>
                <a:off x="5388984" y="2292297"/>
                <a:ext cx="882886" cy="877729"/>
              </a:xfrm>
              <a:custGeom>
                <a:avLst/>
                <a:gdLst/>
                <a:ahLst/>
                <a:cxnLst/>
                <a:rect l="l" t="t" r="r" b="b"/>
                <a:pathLst>
                  <a:path w="26533" h="26086" extrusionOk="0">
                    <a:moveTo>
                      <a:pt x="14270" y="1"/>
                    </a:moveTo>
                    <a:lnTo>
                      <a:pt x="14270" y="1"/>
                    </a:lnTo>
                    <a:cubicBezTo>
                      <a:pt x="14902" y="2778"/>
                      <a:pt x="14737" y="5692"/>
                      <a:pt x="13830" y="8414"/>
                    </a:cubicBezTo>
                    <a:cubicBezTo>
                      <a:pt x="11740" y="14380"/>
                      <a:pt x="5967" y="18257"/>
                      <a:pt x="0" y="19742"/>
                    </a:cubicBezTo>
                    <a:lnTo>
                      <a:pt x="14490" y="25516"/>
                    </a:lnTo>
                    <a:cubicBezTo>
                      <a:pt x="15430" y="25898"/>
                      <a:pt x="16423" y="26085"/>
                      <a:pt x="17414" y="26085"/>
                    </a:cubicBezTo>
                    <a:cubicBezTo>
                      <a:pt x="18915" y="26085"/>
                      <a:pt x="20413" y="25656"/>
                      <a:pt x="21721" y="24828"/>
                    </a:cubicBezTo>
                    <a:cubicBezTo>
                      <a:pt x="25543" y="22381"/>
                      <a:pt x="26532" y="17212"/>
                      <a:pt x="23893" y="13528"/>
                    </a:cubicBezTo>
                    <a:lnTo>
                      <a:pt x="14270" y="1"/>
                    </a:lnTo>
                    <a:close/>
                  </a:path>
                </a:pathLst>
              </a:custGeom>
              <a:solidFill>
                <a:srgbClr val="000000">
                  <a:alpha val="93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249;p20">
                <a:extLst>
                  <a:ext uri="{FF2B5EF4-FFF2-40B4-BE49-F238E27FC236}">
                    <a16:creationId xmlns:a16="http://schemas.microsoft.com/office/drawing/2014/main" id="{42A5974E-E5F1-4431-4AA1-EB92FAD67477}"/>
                  </a:ext>
                </a:extLst>
              </p:cNvPr>
              <p:cNvSpPr/>
              <p:nvPr/>
            </p:nvSpPr>
            <p:spPr>
              <a:xfrm>
                <a:off x="3370756" y="3746610"/>
                <a:ext cx="789582" cy="787991"/>
              </a:xfrm>
              <a:custGeom>
                <a:avLst/>
                <a:gdLst/>
                <a:ahLst/>
                <a:cxnLst/>
                <a:rect l="l" t="t" r="r" b="b"/>
                <a:pathLst>
                  <a:path w="23729" h="23419" extrusionOk="0">
                    <a:moveTo>
                      <a:pt x="23728" y="0"/>
                    </a:moveTo>
                    <a:cubicBezTo>
                      <a:pt x="20086" y="4572"/>
                      <a:pt x="14624" y="8100"/>
                      <a:pt x="8710" y="8100"/>
                    </a:cubicBezTo>
                    <a:cubicBezTo>
                      <a:pt x="8329" y="8100"/>
                      <a:pt x="7946" y="8086"/>
                      <a:pt x="7561" y="8056"/>
                    </a:cubicBezTo>
                    <a:cubicBezTo>
                      <a:pt x="4840" y="7836"/>
                      <a:pt x="2228" y="6901"/>
                      <a:pt x="0" y="5361"/>
                    </a:cubicBezTo>
                    <a:lnTo>
                      <a:pt x="0" y="5361"/>
                    </a:lnTo>
                    <a:lnTo>
                      <a:pt x="908" y="6956"/>
                    </a:lnTo>
                    <a:lnTo>
                      <a:pt x="8111" y="19439"/>
                    </a:lnTo>
                    <a:cubicBezTo>
                      <a:pt x="9598" y="22000"/>
                      <a:pt x="12276" y="23418"/>
                      <a:pt x="15019" y="23418"/>
                    </a:cubicBezTo>
                    <a:cubicBezTo>
                      <a:pt x="16485" y="23418"/>
                      <a:pt x="17970" y="23013"/>
                      <a:pt x="19302" y="22160"/>
                    </a:cubicBezTo>
                    <a:lnTo>
                      <a:pt x="19357" y="22133"/>
                    </a:lnTo>
                    <a:cubicBezTo>
                      <a:pt x="21474" y="20731"/>
                      <a:pt x="22821" y="18394"/>
                      <a:pt x="22931" y="15837"/>
                    </a:cubicBezTo>
                    <a:lnTo>
                      <a:pt x="23728" y="0"/>
                    </a:lnTo>
                    <a:close/>
                  </a:path>
                </a:pathLst>
              </a:custGeom>
              <a:solidFill>
                <a:srgbClr val="000000">
                  <a:alpha val="93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250;p20">
                <a:extLst>
                  <a:ext uri="{FF2B5EF4-FFF2-40B4-BE49-F238E27FC236}">
                    <a16:creationId xmlns:a16="http://schemas.microsoft.com/office/drawing/2014/main" id="{309C8618-83F0-F0D5-6D08-A44BF29F4F77}"/>
                  </a:ext>
                </a:extLst>
              </p:cNvPr>
              <p:cNvSpPr/>
              <p:nvPr/>
            </p:nvSpPr>
            <p:spPr>
              <a:xfrm>
                <a:off x="2872130" y="1494818"/>
                <a:ext cx="2664163" cy="1927093"/>
              </a:xfrm>
              <a:custGeom>
                <a:avLst/>
                <a:gdLst/>
                <a:ahLst/>
                <a:cxnLst/>
                <a:rect l="l" t="t" r="r" b="b"/>
                <a:pathLst>
                  <a:path w="80065" h="57273" extrusionOk="0">
                    <a:moveTo>
                      <a:pt x="63449" y="0"/>
                    </a:moveTo>
                    <a:cubicBezTo>
                      <a:pt x="61152" y="0"/>
                      <a:pt x="58826" y="428"/>
                      <a:pt x="56585" y="1321"/>
                    </a:cubicBezTo>
                    <a:cubicBezTo>
                      <a:pt x="56337" y="1431"/>
                      <a:pt x="56062" y="1541"/>
                      <a:pt x="55815" y="1679"/>
                    </a:cubicBezTo>
                    <a:cubicBezTo>
                      <a:pt x="55100" y="1981"/>
                      <a:pt x="54413" y="2339"/>
                      <a:pt x="53753" y="2751"/>
                    </a:cubicBezTo>
                    <a:lnTo>
                      <a:pt x="10724" y="30355"/>
                    </a:lnTo>
                    <a:cubicBezTo>
                      <a:pt x="2338" y="35992"/>
                      <a:pt x="1" y="47320"/>
                      <a:pt x="5500" y="55815"/>
                    </a:cubicBezTo>
                    <a:lnTo>
                      <a:pt x="6325" y="57272"/>
                    </a:lnTo>
                    <a:cubicBezTo>
                      <a:pt x="2063" y="48969"/>
                      <a:pt x="4758" y="38549"/>
                      <a:pt x="12621" y="33242"/>
                    </a:cubicBezTo>
                    <a:lnTo>
                      <a:pt x="55622" y="5611"/>
                    </a:lnTo>
                    <a:cubicBezTo>
                      <a:pt x="58671" y="3750"/>
                      <a:pt x="62062" y="2857"/>
                      <a:pt x="65415" y="2857"/>
                    </a:cubicBezTo>
                    <a:cubicBezTo>
                      <a:pt x="70982" y="2857"/>
                      <a:pt x="76444" y="5318"/>
                      <a:pt x="80065" y="9900"/>
                    </a:cubicBezTo>
                    <a:lnTo>
                      <a:pt x="79103" y="8552"/>
                    </a:lnTo>
                    <a:cubicBezTo>
                      <a:pt x="75594" y="3100"/>
                      <a:pt x="69630" y="0"/>
                      <a:pt x="63449" y="0"/>
                    </a:cubicBezTo>
                    <a:close/>
                  </a:path>
                </a:pathLst>
              </a:custGeom>
              <a:solidFill>
                <a:srgbClr val="FFFFFF">
                  <a:alpha val="1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251;p20">
                <a:extLst>
                  <a:ext uri="{FF2B5EF4-FFF2-40B4-BE49-F238E27FC236}">
                    <a16:creationId xmlns:a16="http://schemas.microsoft.com/office/drawing/2014/main" id="{A446293E-CBB3-0CA0-129E-5383D2A6C27A}"/>
                  </a:ext>
                </a:extLst>
              </p:cNvPr>
              <p:cNvSpPr/>
              <p:nvPr/>
            </p:nvSpPr>
            <p:spPr>
              <a:xfrm>
                <a:off x="4763215" y="1798655"/>
                <a:ext cx="267165" cy="252794"/>
              </a:xfrm>
              <a:custGeom>
                <a:avLst/>
                <a:gdLst/>
                <a:ahLst/>
                <a:cxnLst/>
                <a:rect l="l" t="t" r="r" b="b"/>
                <a:pathLst>
                  <a:path w="8029" h="7513" extrusionOk="0">
                    <a:moveTo>
                      <a:pt x="3761" y="0"/>
                    </a:moveTo>
                    <a:cubicBezTo>
                      <a:pt x="1813" y="0"/>
                      <a:pt x="50" y="1558"/>
                      <a:pt x="28" y="3702"/>
                    </a:cubicBezTo>
                    <a:cubicBezTo>
                      <a:pt x="0" y="4416"/>
                      <a:pt x="220" y="5131"/>
                      <a:pt x="605" y="5736"/>
                    </a:cubicBezTo>
                    <a:cubicBezTo>
                      <a:pt x="1313" y="6886"/>
                      <a:pt x="2533" y="7513"/>
                      <a:pt x="3774" y="7513"/>
                    </a:cubicBezTo>
                    <a:cubicBezTo>
                      <a:pt x="4462" y="7513"/>
                      <a:pt x="5156" y="7320"/>
                      <a:pt x="5774" y="6918"/>
                    </a:cubicBezTo>
                    <a:cubicBezTo>
                      <a:pt x="7534" y="5791"/>
                      <a:pt x="8028" y="3454"/>
                      <a:pt x="6874" y="1722"/>
                    </a:cubicBezTo>
                    <a:cubicBezTo>
                      <a:pt x="6461" y="1090"/>
                      <a:pt x="5884" y="595"/>
                      <a:pt x="5197" y="292"/>
                    </a:cubicBezTo>
                    <a:cubicBezTo>
                      <a:pt x="4722" y="93"/>
                      <a:pt x="4236" y="0"/>
                      <a:pt x="3761" y="0"/>
                    </a:cubicBezTo>
                    <a:close/>
                  </a:path>
                </a:pathLst>
              </a:custGeom>
              <a:solidFill>
                <a:srgbClr val="000000">
                  <a:alpha val="93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252;p20">
                <a:extLst>
                  <a:ext uri="{FF2B5EF4-FFF2-40B4-BE49-F238E27FC236}">
                    <a16:creationId xmlns:a16="http://schemas.microsoft.com/office/drawing/2014/main" id="{4AFAF591-69FB-3ABF-C379-54BAC4E4B315}"/>
                  </a:ext>
                </a:extLst>
              </p:cNvPr>
              <p:cNvSpPr/>
              <p:nvPr/>
            </p:nvSpPr>
            <p:spPr>
              <a:xfrm>
                <a:off x="5014807" y="2193306"/>
                <a:ext cx="271724" cy="251145"/>
              </a:xfrm>
              <a:custGeom>
                <a:avLst/>
                <a:gdLst/>
                <a:ahLst/>
                <a:cxnLst/>
                <a:rect l="l" t="t" r="r" b="b"/>
                <a:pathLst>
                  <a:path w="8166" h="7464" extrusionOk="0">
                    <a:moveTo>
                      <a:pt x="3732" y="0"/>
                    </a:moveTo>
                    <a:cubicBezTo>
                      <a:pt x="1776" y="0"/>
                      <a:pt x="22" y="1569"/>
                      <a:pt x="0" y="3685"/>
                    </a:cubicBezTo>
                    <a:cubicBezTo>
                      <a:pt x="0" y="4428"/>
                      <a:pt x="192" y="5142"/>
                      <a:pt x="577" y="5747"/>
                    </a:cubicBezTo>
                    <a:cubicBezTo>
                      <a:pt x="1314" y="6881"/>
                      <a:pt x="2516" y="7463"/>
                      <a:pt x="3718" y="7463"/>
                    </a:cubicBezTo>
                    <a:cubicBezTo>
                      <a:pt x="4760" y="7463"/>
                      <a:pt x="5803" y="7026"/>
                      <a:pt x="6544" y="6132"/>
                    </a:cubicBezTo>
                    <a:cubicBezTo>
                      <a:pt x="8166" y="4235"/>
                      <a:pt x="7479" y="1321"/>
                      <a:pt x="5196" y="331"/>
                    </a:cubicBezTo>
                    <a:lnTo>
                      <a:pt x="5196" y="303"/>
                    </a:lnTo>
                    <a:cubicBezTo>
                      <a:pt x="4712" y="96"/>
                      <a:pt x="4216" y="0"/>
                      <a:pt x="3732" y="0"/>
                    </a:cubicBezTo>
                    <a:close/>
                  </a:path>
                </a:pathLst>
              </a:custGeom>
              <a:solidFill>
                <a:srgbClr val="000000">
                  <a:alpha val="93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253;p20">
                <a:extLst>
                  <a:ext uri="{FF2B5EF4-FFF2-40B4-BE49-F238E27FC236}">
                    <a16:creationId xmlns:a16="http://schemas.microsoft.com/office/drawing/2014/main" id="{073EB915-86F3-AD9B-A7DD-715069CD7BA7}"/>
                  </a:ext>
                </a:extLst>
              </p:cNvPr>
              <p:cNvSpPr/>
              <p:nvPr/>
            </p:nvSpPr>
            <p:spPr>
              <a:xfrm>
                <a:off x="5070609" y="1869281"/>
                <a:ext cx="275417" cy="250169"/>
              </a:xfrm>
              <a:custGeom>
                <a:avLst/>
                <a:gdLst/>
                <a:ahLst/>
                <a:cxnLst/>
                <a:rect l="l" t="t" r="r" b="b"/>
                <a:pathLst>
                  <a:path w="8277" h="7435" extrusionOk="0">
                    <a:moveTo>
                      <a:pt x="4131" y="0"/>
                    </a:moveTo>
                    <a:cubicBezTo>
                      <a:pt x="2877" y="0"/>
                      <a:pt x="1672" y="644"/>
                      <a:pt x="963" y="1768"/>
                    </a:cubicBezTo>
                    <a:cubicBezTo>
                      <a:pt x="0" y="3335"/>
                      <a:pt x="330" y="5369"/>
                      <a:pt x="1732" y="6552"/>
                    </a:cubicBezTo>
                    <a:cubicBezTo>
                      <a:pt x="2429" y="7139"/>
                      <a:pt x="3290" y="7435"/>
                      <a:pt x="4151" y="7435"/>
                    </a:cubicBezTo>
                    <a:cubicBezTo>
                      <a:pt x="5022" y="7435"/>
                      <a:pt x="5894" y="7132"/>
                      <a:pt x="6599" y="6524"/>
                    </a:cubicBezTo>
                    <a:cubicBezTo>
                      <a:pt x="7974" y="5314"/>
                      <a:pt x="8276" y="3252"/>
                      <a:pt x="7259" y="1713"/>
                    </a:cubicBezTo>
                    <a:cubicBezTo>
                      <a:pt x="6874" y="1080"/>
                      <a:pt x="6296" y="585"/>
                      <a:pt x="5609" y="310"/>
                    </a:cubicBezTo>
                    <a:cubicBezTo>
                      <a:pt x="5127" y="100"/>
                      <a:pt x="4625" y="0"/>
                      <a:pt x="4131" y="0"/>
                    </a:cubicBezTo>
                    <a:close/>
                  </a:path>
                </a:pathLst>
              </a:custGeom>
              <a:solidFill>
                <a:srgbClr val="000000">
                  <a:alpha val="93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254;p20">
                <a:extLst>
                  <a:ext uri="{FF2B5EF4-FFF2-40B4-BE49-F238E27FC236}">
                    <a16:creationId xmlns:a16="http://schemas.microsoft.com/office/drawing/2014/main" id="{1546C27A-1A4F-FD72-971A-91A28F7B9325}"/>
                  </a:ext>
                </a:extLst>
              </p:cNvPr>
              <p:cNvSpPr/>
              <p:nvPr/>
            </p:nvSpPr>
            <p:spPr>
              <a:xfrm>
                <a:off x="4680859" y="2123151"/>
                <a:ext cx="274485" cy="250136"/>
              </a:xfrm>
              <a:custGeom>
                <a:avLst/>
                <a:gdLst/>
                <a:ahLst/>
                <a:cxnLst/>
                <a:rect l="l" t="t" r="r" b="b"/>
                <a:pathLst>
                  <a:path w="8249" h="7434" extrusionOk="0">
                    <a:moveTo>
                      <a:pt x="4111" y="1"/>
                    </a:moveTo>
                    <a:cubicBezTo>
                      <a:pt x="2856" y="1"/>
                      <a:pt x="1654" y="630"/>
                      <a:pt x="963" y="1756"/>
                    </a:cubicBezTo>
                    <a:cubicBezTo>
                      <a:pt x="1" y="3323"/>
                      <a:pt x="303" y="5358"/>
                      <a:pt x="1733" y="6540"/>
                    </a:cubicBezTo>
                    <a:cubicBezTo>
                      <a:pt x="2426" y="7138"/>
                      <a:pt x="3280" y="7434"/>
                      <a:pt x="4133" y="7434"/>
                    </a:cubicBezTo>
                    <a:cubicBezTo>
                      <a:pt x="5006" y="7434"/>
                      <a:pt x="5877" y="7124"/>
                      <a:pt x="6572" y="6513"/>
                    </a:cubicBezTo>
                    <a:cubicBezTo>
                      <a:pt x="7946" y="5303"/>
                      <a:pt x="8249" y="3241"/>
                      <a:pt x="7259" y="1701"/>
                    </a:cubicBezTo>
                    <a:cubicBezTo>
                      <a:pt x="6847" y="1069"/>
                      <a:pt x="6269" y="574"/>
                      <a:pt x="5582" y="299"/>
                    </a:cubicBezTo>
                    <a:cubicBezTo>
                      <a:pt x="5102" y="98"/>
                      <a:pt x="4602" y="1"/>
                      <a:pt x="4111" y="1"/>
                    </a:cubicBezTo>
                    <a:close/>
                  </a:path>
                </a:pathLst>
              </a:custGeom>
              <a:solidFill>
                <a:srgbClr val="000000">
                  <a:alpha val="93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255;p20">
                <a:extLst>
                  <a:ext uri="{FF2B5EF4-FFF2-40B4-BE49-F238E27FC236}">
                    <a16:creationId xmlns:a16="http://schemas.microsoft.com/office/drawing/2014/main" id="{EC206E2C-36EC-B802-E5BD-5C3AEBD561FB}"/>
                  </a:ext>
                </a:extLst>
              </p:cNvPr>
              <p:cNvSpPr/>
              <p:nvPr/>
            </p:nvSpPr>
            <p:spPr>
              <a:xfrm>
                <a:off x="4738491" y="1760263"/>
                <a:ext cx="272689" cy="249597"/>
              </a:xfrm>
              <a:custGeom>
                <a:avLst/>
                <a:gdLst/>
                <a:ahLst/>
                <a:cxnLst/>
                <a:rect l="l" t="t" r="r" b="b"/>
                <a:pathLst>
                  <a:path w="8195" h="7418" extrusionOk="0">
                    <a:moveTo>
                      <a:pt x="3722" y="0"/>
                    </a:moveTo>
                    <a:cubicBezTo>
                      <a:pt x="1771" y="0"/>
                      <a:pt x="28" y="1554"/>
                      <a:pt x="28" y="3688"/>
                    </a:cubicBezTo>
                    <a:cubicBezTo>
                      <a:pt x="1" y="4403"/>
                      <a:pt x="221" y="5118"/>
                      <a:pt x="606" y="5722"/>
                    </a:cubicBezTo>
                    <a:cubicBezTo>
                      <a:pt x="1328" y="6843"/>
                      <a:pt x="2524" y="7418"/>
                      <a:pt x="3729" y="7418"/>
                    </a:cubicBezTo>
                    <a:cubicBezTo>
                      <a:pt x="4771" y="7418"/>
                      <a:pt x="5819" y="6987"/>
                      <a:pt x="6572" y="6107"/>
                    </a:cubicBezTo>
                    <a:cubicBezTo>
                      <a:pt x="8194" y="4210"/>
                      <a:pt x="7479" y="1268"/>
                      <a:pt x="5197" y="306"/>
                    </a:cubicBezTo>
                    <a:cubicBezTo>
                      <a:pt x="4708" y="97"/>
                      <a:pt x="4208" y="0"/>
                      <a:pt x="372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256;p20">
                <a:extLst>
                  <a:ext uri="{FF2B5EF4-FFF2-40B4-BE49-F238E27FC236}">
                    <a16:creationId xmlns:a16="http://schemas.microsoft.com/office/drawing/2014/main" id="{7CF34F20-08A2-57BB-BD6D-07C32DD62C70}"/>
                  </a:ext>
                </a:extLst>
              </p:cNvPr>
              <p:cNvSpPr/>
              <p:nvPr/>
            </p:nvSpPr>
            <p:spPr>
              <a:xfrm>
                <a:off x="4738491" y="1760196"/>
                <a:ext cx="172963" cy="134018"/>
              </a:xfrm>
              <a:custGeom>
                <a:avLst/>
                <a:gdLst/>
                <a:ahLst/>
                <a:cxnLst/>
                <a:rect l="l" t="t" r="r" b="b"/>
                <a:pathLst>
                  <a:path w="5198" h="3983" extrusionOk="0">
                    <a:moveTo>
                      <a:pt x="3711" y="0"/>
                    </a:moveTo>
                    <a:cubicBezTo>
                      <a:pt x="3012" y="0"/>
                      <a:pt x="2326" y="198"/>
                      <a:pt x="1733" y="583"/>
                    </a:cubicBezTo>
                    <a:cubicBezTo>
                      <a:pt x="661" y="1270"/>
                      <a:pt x="28" y="2425"/>
                      <a:pt x="1" y="3690"/>
                    </a:cubicBezTo>
                    <a:cubicBezTo>
                      <a:pt x="481" y="3890"/>
                      <a:pt x="972" y="3982"/>
                      <a:pt x="1451" y="3982"/>
                    </a:cubicBezTo>
                    <a:cubicBezTo>
                      <a:pt x="3413" y="3982"/>
                      <a:pt x="5175" y="2429"/>
                      <a:pt x="5197" y="308"/>
                    </a:cubicBezTo>
                    <a:cubicBezTo>
                      <a:pt x="4716" y="102"/>
                      <a:pt x="4210" y="0"/>
                      <a:pt x="3711" y="0"/>
                    </a:cubicBezTo>
                    <a:close/>
                  </a:path>
                </a:pathLst>
              </a:custGeom>
              <a:solidFill>
                <a:srgbClr val="FFFFFF">
                  <a:alpha val="1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257;p20">
                <a:extLst>
                  <a:ext uri="{FF2B5EF4-FFF2-40B4-BE49-F238E27FC236}">
                    <a16:creationId xmlns:a16="http://schemas.microsoft.com/office/drawing/2014/main" id="{08CD19EB-813A-8F0D-35E4-1A584E07E563}"/>
                  </a:ext>
                </a:extLst>
              </p:cNvPr>
              <p:cNvSpPr/>
              <p:nvPr/>
            </p:nvSpPr>
            <p:spPr>
              <a:xfrm>
                <a:off x="4989185" y="2154443"/>
                <a:ext cx="267165" cy="253164"/>
              </a:xfrm>
              <a:custGeom>
                <a:avLst/>
                <a:gdLst/>
                <a:ahLst/>
                <a:cxnLst/>
                <a:rect l="l" t="t" r="r" b="b"/>
                <a:pathLst>
                  <a:path w="8029" h="7524" extrusionOk="0">
                    <a:moveTo>
                      <a:pt x="3746" y="1"/>
                    </a:moveTo>
                    <a:cubicBezTo>
                      <a:pt x="1804" y="1"/>
                      <a:pt x="50" y="1569"/>
                      <a:pt x="28" y="3685"/>
                    </a:cubicBezTo>
                    <a:cubicBezTo>
                      <a:pt x="0" y="4428"/>
                      <a:pt x="220" y="5143"/>
                      <a:pt x="605" y="5748"/>
                    </a:cubicBezTo>
                    <a:cubicBezTo>
                      <a:pt x="1313" y="6898"/>
                      <a:pt x="2533" y="7524"/>
                      <a:pt x="3774" y="7524"/>
                    </a:cubicBezTo>
                    <a:cubicBezTo>
                      <a:pt x="4462" y="7524"/>
                      <a:pt x="5157" y="7332"/>
                      <a:pt x="5774" y="6930"/>
                    </a:cubicBezTo>
                    <a:cubicBezTo>
                      <a:pt x="7534" y="5802"/>
                      <a:pt x="8029" y="3465"/>
                      <a:pt x="6874" y="1733"/>
                    </a:cubicBezTo>
                    <a:cubicBezTo>
                      <a:pt x="6461" y="1101"/>
                      <a:pt x="5884" y="606"/>
                      <a:pt x="5197" y="304"/>
                    </a:cubicBezTo>
                    <a:cubicBezTo>
                      <a:pt x="4717" y="97"/>
                      <a:pt x="4226" y="1"/>
                      <a:pt x="374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258;p20">
                <a:extLst>
                  <a:ext uri="{FF2B5EF4-FFF2-40B4-BE49-F238E27FC236}">
                    <a16:creationId xmlns:a16="http://schemas.microsoft.com/office/drawing/2014/main" id="{33EA7E65-01F2-5764-2FD7-92A8462716C2}"/>
                  </a:ext>
                </a:extLst>
              </p:cNvPr>
              <p:cNvSpPr/>
              <p:nvPr/>
            </p:nvSpPr>
            <p:spPr>
              <a:xfrm>
                <a:off x="4989185" y="2155015"/>
                <a:ext cx="172930" cy="134085"/>
              </a:xfrm>
              <a:custGeom>
                <a:avLst/>
                <a:gdLst/>
                <a:ahLst/>
                <a:cxnLst/>
                <a:rect l="l" t="t" r="r" b="b"/>
                <a:pathLst>
                  <a:path w="5197" h="3985" extrusionOk="0">
                    <a:moveTo>
                      <a:pt x="3760" y="1"/>
                    </a:moveTo>
                    <a:cubicBezTo>
                      <a:pt x="3054" y="1"/>
                      <a:pt x="2350" y="199"/>
                      <a:pt x="1732" y="589"/>
                    </a:cubicBezTo>
                    <a:cubicBezTo>
                      <a:pt x="660" y="1249"/>
                      <a:pt x="28" y="2431"/>
                      <a:pt x="0" y="3668"/>
                    </a:cubicBezTo>
                    <a:cubicBezTo>
                      <a:pt x="493" y="3885"/>
                      <a:pt x="998" y="3985"/>
                      <a:pt x="1489" y="3985"/>
                    </a:cubicBezTo>
                    <a:cubicBezTo>
                      <a:pt x="3435" y="3985"/>
                      <a:pt x="5175" y="2416"/>
                      <a:pt x="5197" y="287"/>
                    </a:cubicBezTo>
                    <a:cubicBezTo>
                      <a:pt x="4736" y="96"/>
                      <a:pt x="4248" y="1"/>
                      <a:pt x="3760" y="1"/>
                    </a:cubicBezTo>
                    <a:close/>
                  </a:path>
                </a:pathLst>
              </a:custGeom>
              <a:solidFill>
                <a:srgbClr val="FFFFFF">
                  <a:alpha val="1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259;p20">
                <a:extLst>
                  <a:ext uri="{FF2B5EF4-FFF2-40B4-BE49-F238E27FC236}">
                    <a16:creationId xmlns:a16="http://schemas.microsoft.com/office/drawing/2014/main" id="{6DF97016-A4A6-C715-3FA8-F8791ED7180C}"/>
                  </a:ext>
                </a:extLst>
              </p:cNvPr>
              <p:cNvSpPr/>
              <p:nvPr/>
            </p:nvSpPr>
            <p:spPr>
              <a:xfrm>
                <a:off x="5059628" y="1830586"/>
                <a:ext cx="271757" cy="250270"/>
              </a:xfrm>
              <a:custGeom>
                <a:avLst/>
                <a:gdLst/>
                <a:ahLst/>
                <a:cxnLst/>
                <a:rect l="l" t="t" r="r" b="b"/>
                <a:pathLst>
                  <a:path w="8167" h="7438" extrusionOk="0">
                    <a:moveTo>
                      <a:pt x="3707" y="0"/>
                    </a:moveTo>
                    <a:cubicBezTo>
                      <a:pt x="1770" y="0"/>
                      <a:pt x="22" y="1553"/>
                      <a:pt x="0" y="3687"/>
                    </a:cubicBezTo>
                    <a:cubicBezTo>
                      <a:pt x="0" y="4402"/>
                      <a:pt x="193" y="5117"/>
                      <a:pt x="578" y="5722"/>
                    </a:cubicBezTo>
                    <a:cubicBezTo>
                      <a:pt x="1299" y="6856"/>
                      <a:pt x="2502" y="7438"/>
                      <a:pt x="3709" y="7438"/>
                    </a:cubicBezTo>
                    <a:cubicBezTo>
                      <a:pt x="4755" y="7438"/>
                      <a:pt x="5803" y="7001"/>
                      <a:pt x="6544" y="6107"/>
                    </a:cubicBezTo>
                    <a:cubicBezTo>
                      <a:pt x="8166" y="4210"/>
                      <a:pt x="7479" y="1295"/>
                      <a:pt x="5169" y="306"/>
                    </a:cubicBezTo>
                    <a:cubicBezTo>
                      <a:pt x="4686" y="97"/>
                      <a:pt x="4190" y="0"/>
                      <a:pt x="370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260;p20">
                <a:extLst>
                  <a:ext uri="{FF2B5EF4-FFF2-40B4-BE49-F238E27FC236}">
                    <a16:creationId xmlns:a16="http://schemas.microsoft.com/office/drawing/2014/main" id="{FB8E0910-F978-C94E-C38B-F72A288D38B0}"/>
                  </a:ext>
                </a:extLst>
              </p:cNvPr>
              <p:cNvSpPr/>
              <p:nvPr/>
            </p:nvSpPr>
            <p:spPr>
              <a:xfrm>
                <a:off x="5059628" y="1830519"/>
                <a:ext cx="172032" cy="134354"/>
              </a:xfrm>
              <a:custGeom>
                <a:avLst/>
                <a:gdLst/>
                <a:ahLst/>
                <a:cxnLst/>
                <a:rect l="l" t="t" r="r" b="b"/>
                <a:pathLst>
                  <a:path w="5170" h="3993" extrusionOk="0">
                    <a:moveTo>
                      <a:pt x="3703" y="0"/>
                    </a:moveTo>
                    <a:cubicBezTo>
                      <a:pt x="3007" y="0"/>
                      <a:pt x="2314" y="198"/>
                      <a:pt x="1705" y="583"/>
                    </a:cubicBezTo>
                    <a:cubicBezTo>
                      <a:pt x="633" y="1270"/>
                      <a:pt x="0" y="2425"/>
                      <a:pt x="0" y="3689"/>
                    </a:cubicBezTo>
                    <a:cubicBezTo>
                      <a:pt x="480" y="3896"/>
                      <a:pt x="971" y="3992"/>
                      <a:pt x="1451" y="3992"/>
                    </a:cubicBezTo>
                    <a:cubicBezTo>
                      <a:pt x="3393" y="3992"/>
                      <a:pt x="5147" y="2424"/>
                      <a:pt x="5169" y="308"/>
                    </a:cubicBezTo>
                    <a:cubicBezTo>
                      <a:pt x="4699" y="101"/>
                      <a:pt x="4200" y="0"/>
                      <a:pt x="3703" y="0"/>
                    </a:cubicBezTo>
                    <a:close/>
                  </a:path>
                </a:pathLst>
              </a:custGeom>
              <a:solidFill>
                <a:srgbClr val="FFFFFF">
                  <a:alpha val="1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261;p20">
                <a:extLst>
                  <a:ext uri="{FF2B5EF4-FFF2-40B4-BE49-F238E27FC236}">
                    <a16:creationId xmlns:a16="http://schemas.microsoft.com/office/drawing/2014/main" id="{CFA13E52-2D86-0E75-DA6B-9FD5E0CFD4DC}"/>
                  </a:ext>
                </a:extLst>
              </p:cNvPr>
              <p:cNvSpPr/>
              <p:nvPr/>
            </p:nvSpPr>
            <p:spPr>
              <a:xfrm>
                <a:off x="4655237" y="2084322"/>
                <a:ext cx="274519" cy="250236"/>
              </a:xfrm>
              <a:custGeom>
                <a:avLst/>
                <a:gdLst/>
                <a:ahLst/>
                <a:cxnLst/>
                <a:rect l="l" t="t" r="r" b="b"/>
                <a:pathLst>
                  <a:path w="8250" h="7437" extrusionOk="0">
                    <a:moveTo>
                      <a:pt x="4138" y="0"/>
                    </a:moveTo>
                    <a:cubicBezTo>
                      <a:pt x="2882" y="0"/>
                      <a:pt x="1674" y="629"/>
                      <a:pt x="963" y="1755"/>
                    </a:cubicBezTo>
                    <a:cubicBezTo>
                      <a:pt x="1" y="3322"/>
                      <a:pt x="331" y="5357"/>
                      <a:pt x="1733" y="6567"/>
                    </a:cubicBezTo>
                    <a:cubicBezTo>
                      <a:pt x="2422" y="7148"/>
                      <a:pt x="3270" y="7437"/>
                      <a:pt x="4121" y="7437"/>
                    </a:cubicBezTo>
                    <a:cubicBezTo>
                      <a:pt x="5002" y="7437"/>
                      <a:pt x="5886" y="7127"/>
                      <a:pt x="6599" y="6512"/>
                    </a:cubicBezTo>
                    <a:cubicBezTo>
                      <a:pt x="7974" y="5302"/>
                      <a:pt x="8249" y="3267"/>
                      <a:pt x="7259" y="1700"/>
                    </a:cubicBezTo>
                    <a:cubicBezTo>
                      <a:pt x="6874" y="1068"/>
                      <a:pt x="6297" y="600"/>
                      <a:pt x="5610" y="298"/>
                    </a:cubicBezTo>
                    <a:cubicBezTo>
                      <a:pt x="5130" y="97"/>
                      <a:pt x="4630" y="0"/>
                      <a:pt x="413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262;p20">
                <a:extLst>
                  <a:ext uri="{FF2B5EF4-FFF2-40B4-BE49-F238E27FC236}">
                    <a16:creationId xmlns:a16="http://schemas.microsoft.com/office/drawing/2014/main" id="{6F1D0FA1-7920-0125-DD93-58A2F067D635}"/>
                  </a:ext>
                </a:extLst>
              </p:cNvPr>
              <p:cNvSpPr/>
              <p:nvPr/>
            </p:nvSpPr>
            <p:spPr>
              <a:xfrm>
                <a:off x="4668980" y="2084053"/>
                <a:ext cx="172032" cy="134388"/>
              </a:xfrm>
              <a:custGeom>
                <a:avLst/>
                <a:gdLst/>
                <a:ahLst/>
                <a:cxnLst/>
                <a:rect l="l" t="t" r="r" b="b"/>
                <a:pathLst>
                  <a:path w="5170" h="3994" extrusionOk="0">
                    <a:moveTo>
                      <a:pt x="3717" y="0"/>
                    </a:moveTo>
                    <a:cubicBezTo>
                      <a:pt x="3017" y="0"/>
                      <a:pt x="2318" y="205"/>
                      <a:pt x="1705" y="608"/>
                    </a:cubicBezTo>
                    <a:cubicBezTo>
                      <a:pt x="660" y="1268"/>
                      <a:pt x="0" y="2423"/>
                      <a:pt x="0" y="3688"/>
                    </a:cubicBezTo>
                    <a:cubicBezTo>
                      <a:pt x="483" y="3897"/>
                      <a:pt x="979" y="3993"/>
                      <a:pt x="1463" y="3993"/>
                    </a:cubicBezTo>
                    <a:cubicBezTo>
                      <a:pt x="3400" y="3993"/>
                      <a:pt x="5147" y="2440"/>
                      <a:pt x="5169" y="306"/>
                    </a:cubicBezTo>
                    <a:cubicBezTo>
                      <a:pt x="4704" y="102"/>
                      <a:pt x="4210" y="0"/>
                      <a:pt x="3717" y="0"/>
                    </a:cubicBezTo>
                    <a:close/>
                  </a:path>
                </a:pathLst>
              </a:custGeom>
              <a:solidFill>
                <a:srgbClr val="FFFFFF">
                  <a:alpha val="1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263;p20">
                <a:extLst>
                  <a:ext uri="{FF2B5EF4-FFF2-40B4-BE49-F238E27FC236}">
                    <a16:creationId xmlns:a16="http://schemas.microsoft.com/office/drawing/2014/main" id="{26D3BCBD-522D-D1FA-4DA4-E3F8531B30FC}"/>
                  </a:ext>
                </a:extLst>
              </p:cNvPr>
              <p:cNvSpPr/>
              <p:nvPr/>
            </p:nvSpPr>
            <p:spPr>
              <a:xfrm>
                <a:off x="3320444" y="2791290"/>
                <a:ext cx="536160" cy="526011"/>
              </a:xfrm>
              <a:custGeom>
                <a:avLst/>
                <a:gdLst/>
                <a:ahLst/>
                <a:cxnLst/>
                <a:rect l="l" t="t" r="r" b="b"/>
                <a:pathLst>
                  <a:path w="16113" h="15633" extrusionOk="0">
                    <a:moveTo>
                      <a:pt x="5542" y="1"/>
                    </a:moveTo>
                    <a:cubicBezTo>
                      <a:pt x="5235" y="1"/>
                      <a:pt x="4925" y="86"/>
                      <a:pt x="4647" y="265"/>
                    </a:cubicBezTo>
                    <a:lnTo>
                      <a:pt x="2585" y="1585"/>
                    </a:lnTo>
                    <a:cubicBezTo>
                      <a:pt x="1842" y="2080"/>
                      <a:pt x="1622" y="3097"/>
                      <a:pt x="2090" y="3867"/>
                    </a:cubicBezTo>
                    <a:lnTo>
                      <a:pt x="3740" y="6424"/>
                    </a:lnTo>
                    <a:cubicBezTo>
                      <a:pt x="3932" y="6726"/>
                      <a:pt x="3850" y="7111"/>
                      <a:pt x="3575" y="7304"/>
                    </a:cubicBezTo>
                    <a:lnTo>
                      <a:pt x="990" y="8953"/>
                    </a:lnTo>
                    <a:cubicBezTo>
                      <a:pt x="220" y="9448"/>
                      <a:pt x="0" y="10466"/>
                      <a:pt x="495" y="11208"/>
                    </a:cubicBezTo>
                    <a:lnTo>
                      <a:pt x="1815" y="13270"/>
                    </a:lnTo>
                    <a:cubicBezTo>
                      <a:pt x="2131" y="13762"/>
                      <a:pt x="2660" y="14029"/>
                      <a:pt x="3202" y="14029"/>
                    </a:cubicBezTo>
                    <a:cubicBezTo>
                      <a:pt x="3509" y="14029"/>
                      <a:pt x="3819" y="13944"/>
                      <a:pt x="4097" y="13765"/>
                    </a:cubicBezTo>
                    <a:lnTo>
                      <a:pt x="6654" y="12115"/>
                    </a:lnTo>
                    <a:cubicBezTo>
                      <a:pt x="6758" y="12049"/>
                      <a:pt x="6873" y="12018"/>
                      <a:pt x="6985" y="12018"/>
                    </a:cubicBezTo>
                    <a:cubicBezTo>
                      <a:pt x="7199" y="12018"/>
                      <a:pt x="7408" y="12128"/>
                      <a:pt x="7534" y="12308"/>
                    </a:cubicBezTo>
                    <a:lnTo>
                      <a:pt x="9183" y="14892"/>
                    </a:lnTo>
                    <a:cubicBezTo>
                      <a:pt x="9503" y="15371"/>
                      <a:pt x="10039" y="15632"/>
                      <a:pt x="10586" y="15632"/>
                    </a:cubicBezTo>
                    <a:cubicBezTo>
                      <a:pt x="10887" y="15632"/>
                      <a:pt x="11192" y="15553"/>
                      <a:pt x="11465" y="15387"/>
                    </a:cubicBezTo>
                    <a:lnTo>
                      <a:pt x="13528" y="14040"/>
                    </a:lnTo>
                    <a:cubicBezTo>
                      <a:pt x="14270" y="13545"/>
                      <a:pt x="14490" y="12555"/>
                      <a:pt x="14022" y="11785"/>
                    </a:cubicBezTo>
                    <a:lnTo>
                      <a:pt x="12345" y="9201"/>
                    </a:lnTo>
                    <a:cubicBezTo>
                      <a:pt x="12180" y="8926"/>
                      <a:pt x="12263" y="8514"/>
                      <a:pt x="12538" y="8349"/>
                    </a:cubicBezTo>
                    <a:lnTo>
                      <a:pt x="15122" y="6671"/>
                    </a:lnTo>
                    <a:cubicBezTo>
                      <a:pt x="15892" y="6204"/>
                      <a:pt x="16112" y="5187"/>
                      <a:pt x="15617" y="4417"/>
                    </a:cubicBezTo>
                    <a:lnTo>
                      <a:pt x="14297" y="2355"/>
                    </a:lnTo>
                    <a:cubicBezTo>
                      <a:pt x="13982" y="1864"/>
                      <a:pt x="13454" y="1608"/>
                      <a:pt x="12913" y="1608"/>
                    </a:cubicBezTo>
                    <a:cubicBezTo>
                      <a:pt x="12606" y="1608"/>
                      <a:pt x="12294" y="1691"/>
                      <a:pt x="12015" y="1860"/>
                    </a:cubicBezTo>
                    <a:lnTo>
                      <a:pt x="9431" y="3510"/>
                    </a:lnTo>
                    <a:cubicBezTo>
                      <a:pt x="9329" y="3581"/>
                      <a:pt x="9212" y="3614"/>
                      <a:pt x="9095" y="3614"/>
                    </a:cubicBezTo>
                    <a:cubicBezTo>
                      <a:pt x="8897" y="3614"/>
                      <a:pt x="8700" y="3518"/>
                      <a:pt x="8579" y="3345"/>
                    </a:cubicBezTo>
                    <a:lnTo>
                      <a:pt x="6929" y="760"/>
                    </a:lnTo>
                    <a:cubicBezTo>
                      <a:pt x="6613" y="268"/>
                      <a:pt x="6083" y="1"/>
                      <a:pt x="5542" y="1"/>
                    </a:cubicBezTo>
                    <a:close/>
                  </a:path>
                </a:pathLst>
              </a:custGeom>
              <a:solidFill>
                <a:srgbClr val="000000">
                  <a:alpha val="93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264;p20">
                <a:extLst>
                  <a:ext uri="{FF2B5EF4-FFF2-40B4-BE49-F238E27FC236}">
                    <a16:creationId xmlns:a16="http://schemas.microsoft.com/office/drawing/2014/main" id="{9A86698E-9701-5F50-867A-7E69F4CDE43D}"/>
                  </a:ext>
                </a:extLst>
              </p:cNvPr>
              <p:cNvSpPr/>
              <p:nvPr/>
            </p:nvSpPr>
            <p:spPr>
              <a:xfrm>
                <a:off x="3302143" y="2762622"/>
                <a:ext cx="535228" cy="526011"/>
              </a:xfrm>
              <a:custGeom>
                <a:avLst/>
                <a:gdLst/>
                <a:ahLst/>
                <a:cxnLst/>
                <a:rect l="l" t="t" r="r" b="b"/>
                <a:pathLst>
                  <a:path w="16085" h="15633" extrusionOk="0">
                    <a:moveTo>
                      <a:pt x="5521" y="1"/>
                    </a:moveTo>
                    <a:cubicBezTo>
                      <a:pt x="5219" y="1"/>
                      <a:pt x="4915" y="86"/>
                      <a:pt x="4647" y="265"/>
                    </a:cubicBezTo>
                    <a:lnTo>
                      <a:pt x="2585" y="1612"/>
                    </a:lnTo>
                    <a:cubicBezTo>
                      <a:pt x="1815" y="2080"/>
                      <a:pt x="1595" y="3097"/>
                      <a:pt x="2090" y="3867"/>
                    </a:cubicBezTo>
                    <a:lnTo>
                      <a:pt x="3740" y="6451"/>
                    </a:lnTo>
                    <a:cubicBezTo>
                      <a:pt x="3932" y="6726"/>
                      <a:pt x="3850" y="7111"/>
                      <a:pt x="3547" y="7303"/>
                    </a:cubicBezTo>
                    <a:lnTo>
                      <a:pt x="1293" y="8761"/>
                    </a:lnTo>
                    <a:lnTo>
                      <a:pt x="963" y="8953"/>
                    </a:lnTo>
                    <a:cubicBezTo>
                      <a:pt x="220" y="9448"/>
                      <a:pt x="0" y="10465"/>
                      <a:pt x="468" y="11208"/>
                    </a:cubicBezTo>
                    <a:lnTo>
                      <a:pt x="1815" y="13270"/>
                    </a:lnTo>
                    <a:cubicBezTo>
                      <a:pt x="2131" y="13762"/>
                      <a:pt x="2649" y="14029"/>
                      <a:pt x="3183" y="14029"/>
                    </a:cubicBezTo>
                    <a:cubicBezTo>
                      <a:pt x="3485" y="14029"/>
                      <a:pt x="3792" y="13943"/>
                      <a:pt x="4070" y="13765"/>
                    </a:cubicBezTo>
                    <a:lnTo>
                      <a:pt x="6654" y="12115"/>
                    </a:lnTo>
                    <a:cubicBezTo>
                      <a:pt x="6754" y="12045"/>
                      <a:pt x="6868" y="12011"/>
                      <a:pt x="6983" y="12011"/>
                    </a:cubicBezTo>
                    <a:cubicBezTo>
                      <a:pt x="7183" y="12011"/>
                      <a:pt x="7384" y="12115"/>
                      <a:pt x="7506" y="12307"/>
                    </a:cubicBezTo>
                    <a:lnTo>
                      <a:pt x="9184" y="14892"/>
                    </a:lnTo>
                    <a:cubicBezTo>
                      <a:pt x="9485" y="15371"/>
                      <a:pt x="10015" y="15632"/>
                      <a:pt x="10560" y="15632"/>
                    </a:cubicBezTo>
                    <a:cubicBezTo>
                      <a:pt x="10860" y="15632"/>
                      <a:pt x="11165" y="15553"/>
                      <a:pt x="11438" y="15387"/>
                    </a:cubicBezTo>
                    <a:lnTo>
                      <a:pt x="13500" y="14040"/>
                    </a:lnTo>
                    <a:cubicBezTo>
                      <a:pt x="14270" y="13545"/>
                      <a:pt x="14490" y="12527"/>
                      <a:pt x="13995" y="11785"/>
                    </a:cubicBezTo>
                    <a:lnTo>
                      <a:pt x="12345" y="9201"/>
                    </a:lnTo>
                    <a:cubicBezTo>
                      <a:pt x="12153" y="8926"/>
                      <a:pt x="12235" y="8513"/>
                      <a:pt x="12538" y="8348"/>
                    </a:cubicBezTo>
                    <a:lnTo>
                      <a:pt x="15095" y="6671"/>
                    </a:lnTo>
                    <a:cubicBezTo>
                      <a:pt x="15865" y="6204"/>
                      <a:pt x="16085" y="5186"/>
                      <a:pt x="15590" y="4417"/>
                    </a:cubicBezTo>
                    <a:lnTo>
                      <a:pt x="14270" y="2355"/>
                    </a:lnTo>
                    <a:cubicBezTo>
                      <a:pt x="13955" y="1882"/>
                      <a:pt x="13429" y="1622"/>
                      <a:pt x="12897" y="1622"/>
                    </a:cubicBezTo>
                    <a:cubicBezTo>
                      <a:pt x="12592" y="1622"/>
                      <a:pt x="12286" y="1707"/>
                      <a:pt x="12015" y="1887"/>
                    </a:cubicBezTo>
                    <a:lnTo>
                      <a:pt x="11631" y="2107"/>
                    </a:lnTo>
                    <a:lnTo>
                      <a:pt x="9431" y="3537"/>
                    </a:lnTo>
                    <a:cubicBezTo>
                      <a:pt x="9326" y="3594"/>
                      <a:pt x="9211" y="3621"/>
                      <a:pt x="9098" y="3621"/>
                    </a:cubicBezTo>
                    <a:cubicBezTo>
                      <a:pt x="8885" y="3621"/>
                      <a:pt x="8677" y="3524"/>
                      <a:pt x="8551" y="3344"/>
                    </a:cubicBezTo>
                    <a:lnTo>
                      <a:pt x="6902" y="760"/>
                    </a:lnTo>
                    <a:cubicBezTo>
                      <a:pt x="6585" y="268"/>
                      <a:pt x="6056" y="1"/>
                      <a:pt x="5521" y="1"/>
                    </a:cubicBezTo>
                    <a:close/>
                  </a:path>
                </a:pathLst>
              </a:custGeom>
              <a:solidFill>
                <a:srgbClr val="B7B7B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265;p20">
                <a:extLst>
                  <a:ext uri="{FF2B5EF4-FFF2-40B4-BE49-F238E27FC236}">
                    <a16:creationId xmlns:a16="http://schemas.microsoft.com/office/drawing/2014/main" id="{4603A499-8929-3C67-08E5-A26853577976}"/>
                  </a:ext>
                </a:extLst>
              </p:cNvPr>
              <p:cNvSpPr/>
              <p:nvPr/>
            </p:nvSpPr>
            <p:spPr>
              <a:xfrm>
                <a:off x="3345134" y="2762622"/>
                <a:ext cx="344030" cy="306428"/>
              </a:xfrm>
              <a:custGeom>
                <a:avLst/>
                <a:gdLst/>
                <a:ahLst/>
                <a:cxnLst/>
                <a:rect l="l" t="t" r="r" b="b"/>
                <a:pathLst>
                  <a:path w="10339" h="9107" extrusionOk="0">
                    <a:moveTo>
                      <a:pt x="4222" y="1"/>
                    </a:moveTo>
                    <a:cubicBezTo>
                      <a:pt x="3916" y="1"/>
                      <a:pt x="3606" y="86"/>
                      <a:pt x="3327" y="265"/>
                    </a:cubicBezTo>
                    <a:lnTo>
                      <a:pt x="1265" y="1585"/>
                    </a:lnTo>
                    <a:cubicBezTo>
                      <a:pt x="523" y="2080"/>
                      <a:pt x="303" y="3097"/>
                      <a:pt x="770" y="3867"/>
                    </a:cubicBezTo>
                    <a:lnTo>
                      <a:pt x="2448" y="6424"/>
                    </a:lnTo>
                    <a:cubicBezTo>
                      <a:pt x="2640" y="6726"/>
                      <a:pt x="2530" y="7111"/>
                      <a:pt x="2255" y="7303"/>
                    </a:cubicBezTo>
                    <a:lnTo>
                      <a:pt x="1" y="8761"/>
                    </a:lnTo>
                    <a:cubicBezTo>
                      <a:pt x="781" y="8995"/>
                      <a:pt x="1565" y="9106"/>
                      <a:pt x="2334" y="9106"/>
                    </a:cubicBezTo>
                    <a:cubicBezTo>
                      <a:pt x="6257" y="9106"/>
                      <a:pt x="9787" y="6222"/>
                      <a:pt x="10339" y="2107"/>
                    </a:cubicBezTo>
                    <a:lnTo>
                      <a:pt x="10339" y="2107"/>
                    </a:lnTo>
                    <a:lnTo>
                      <a:pt x="8139" y="3509"/>
                    </a:lnTo>
                    <a:cubicBezTo>
                      <a:pt x="8029" y="3579"/>
                      <a:pt x="7908" y="3613"/>
                      <a:pt x="7790" y="3613"/>
                    </a:cubicBezTo>
                    <a:cubicBezTo>
                      <a:pt x="7582" y="3613"/>
                      <a:pt x="7382" y="3509"/>
                      <a:pt x="7259" y="3317"/>
                    </a:cubicBezTo>
                    <a:lnTo>
                      <a:pt x="5610" y="760"/>
                    </a:lnTo>
                    <a:cubicBezTo>
                      <a:pt x="5293" y="268"/>
                      <a:pt x="4764" y="1"/>
                      <a:pt x="4222" y="1"/>
                    </a:cubicBezTo>
                    <a:close/>
                  </a:path>
                </a:pathLst>
              </a:custGeom>
              <a:solidFill>
                <a:srgbClr val="FFFFFF">
                  <a:alpha val="1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266;p20">
                <a:extLst>
                  <a:ext uri="{FF2B5EF4-FFF2-40B4-BE49-F238E27FC236}">
                    <a16:creationId xmlns:a16="http://schemas.microsoft.com/office/drawing/2014/main" id="{38FC5366-CBA5-3100-7FDC-129AC9428549}"/>
                  </a:ext>
                </a:extLst>
              </p:cNvPr>
              <p:cNvSpPr/>
              <p:nvPr/>
            </p:nvSpPr>
            <p:spPr>
              <a:xfrm>
                <a:off x="4230748" y="2619654"/>
                <a:ext cx="328458" cy="275708"/>
              </a:xfrm>
              <a:custGeom>
                <a:avLst/>
                <a:gdLst/>
                <a:ahLst/>
                <a:cxnLst/>
                <a:rect l="l" t="t" r="r" b="b"/>
                <a:pathLst>
                  <a:path w="9871" h="8194" extrusionOk="0">
                    <a:moveTo>
                      <a:pt x="7326" y="1"/>
                    </a:moveTo>
                    <a:cubicBezTo>
                      <a:pt x="7135" y="1"/>
                      <a:pt x="6940" y="56"/>
                      <a:pt x="6764" y="170"/>
                    </a:cubicBezTo>
                    <a:lnTo>
                      <a:pt x="605" y="4102"/>
                    </a:lnTo>
                    <a:cubicBezTo>
                      <a:pt x="138" y="4404"/>
                      <a:pt x="0" y="5036"/>
                      <a:pt x="303" y="5476"/>
                    </a:cubicBezTo>
                    <a:lnTo>
                      <a:pt x="1760" y="7731"/>
                    </a:lnTo>
                    <a:cubicBezTo>
                      <a:pt x="1936" y="8030"/>
                      <a:pt x="2258" y="8194"/>
                      <a:pt x="2590" y="8194"/>
                    </a:cubicBezTo>
                    <a:cubicBezTo>
                      <a:pt x="2777" y="8194"/>
                      <a:pt x="2966" y="8142"/>
                      <a:pt x="3135" y="8033"/>
                    </a:cubicBezTo>
                    <a:lnTo>
                      <a:pt x="9293" y="4074"/>
                    </a:lnTo>
                    <a:cubicBezTo>
                      <a:pt x="9733" y="3772"/>
                      <a:pt x="9871" y="3167"/>
                      <a:pt x="9568" y="2699"/>
                    </a:cubicBezTo>
                    <a:lnTo>
                      <a:pt x="8139" y="445"/>
                    </a:lnTo>
                    <a:cubicBezTo>
                      <a:pt x="7950" y="153"/>
                      <a:pt x="7644" y="1"/>
                      <a:pt x="7326" y="1"/>
                    </a:cubicBezTo>
                    <a:close/>
                  </a:path>
                </a:pathLst>
              </a:custGeom>
              <a:solidFill>
                <a:srgbClr val="000000">
                  <a:alpha val="93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267;p20">
                <a:extLst>
                  <a:ext uri="{FF2B5EF4-FFF2-40B4-BE49-F238E27FC236}">
                    <a16:creationId xmlns:a16="http://schemas.microsoft.com/office/drawing/2014/main" id="{546922B1-B7D1-A002-A447-7C2422BA5E8E}"/>
                  </a:ext>
                </a:extLst>
              </p:cNvPr>
              <p:cNvSpPr/>
              <p:nvPr/>
            </p:nvSpPr>
            <p:spPr>
              <a:xfrm>
                <a:off x="4214277" y="2590784"/>
                <a:ext cx="325729" cy="275910"/>
              </a:xfrm>
              <a:custGeom>
                <a:avLst/>
                <a:gdLst/>
                <a:ahLst/>
                <a:cxnLst/>
                <a:rect l="l" t="t" r="r" b="b"/>
                <a:pathLst>
                  <a:path w="9789" h="8200" extrusionOk="0">
                    <a:moveTo>
                      <a:pt x="7213" y="0"/>
                    </a:moveTo>
                    <a:cubicBezTo>
                      <a:pt x="7164" y="0"/>
                      <a:pt x="7115" y="4"/>
                      <a:pt x="7066" y="11"/>
                    </a:cubicBezTo>
                    <a:cubicBezTo>
                      <a:pt x="6929" y="38"/>
                      <a:pt x="6819" y="93"/>
                      <a:pt x="6682" y="148"/>
                    </a:cubicBezTo>
                    <a:lnTo>
                      <a:pt x="523" y="4107"/>
                    </a:lnTo>
                    <a:cubicBezTo>
                      <a:pt x="385" y="4190"/>
                      <a:pt x="275" y="4327"/>
                      <a:pt x="193" y="4465"/>
                    </a:cubicBezTo>
                    <a:cubicBezTo>
                      <a:pt x="0" y="4795"/>
                      <a:pt x="0" y="5179"/>
                      <a:pt x="220" y="5482"/>
                    </a:cubicBezTo>
                    <a:lnTo>
                      <a:pt x="1678" y="7736"/>
                    </a:lnTo>
                    <a:cubicBezTo>
                      <a:pt x="1854" y="8036"/>
                      <a:pt x="2176" y="8200"/>
                      <a:pt x="2508" y="8200"/>
                    </a:cubicBezTo>
                    <a:cubicBezTo>
                      <a:pt x="2694" y="8200"/>
                      <a:pt x="2884" y="8148"/>
                      <a:pt x="3052" y="8039"/>
                    </a:cubicBezTo>
                    <a:lnTo>
                      <a:pt x="9211" y="4080"/>
                    </a:lnTo>
                    <a:cubicBezTo>
                      <a:pt x="9651" y="3777"/>
                      <a:pt x="9788" y="3172"/>
                      <a:pt x="9486" y="2705"/>
                    </a:cubicBezTo>
                    <a:lnTo>
                      <a:pt x="8056" y="450"/>
                    </a:lnTo>
                    <a:cubicBezTo>
                      <a:pt x="7864" y="162"/>
                      <a:pt x="7547" y="0"/>
                      <a:pt x="7213" y="0"/>
                    </a:cubicBezTo>
                    <a:close/>
                  </a:path>
                </a:pathLst>
              </a:custGeom>
              <a:solidFill>
                <a:srgbClr val="B7B7B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268;p20">
                <a:extLst>
                  <a:ext uri="{FF2B5EF4-FFF2-40B4-BE49-F238E27FC236}">
                    <a16:creationId xmlns:a16="http://schemas.microsoft.com/office/drawing/2014/main" id="{B16A2360-21E8-2705-FCD7-F9DB3562E40F}"/>
                  </a:ext>
                </a:extLst>
              </p:cNvPr>
              <p:cNvSpPr/>
              <p:nvPr/>
            </p:nvSpPr>
            <p:spPr>
              <a:xfrm>
                <a:off x="4220666" y="2591121"/>
                <a:ext cx="236552" cy="169651"/>
              </a:xfrm>
              <a:custGeom>
                <a:avLst/>
                <a:gdLst/>
                <a:ahLst/>
                <a:cxnLst/>
                <a:rect l="l" t="t" r="r" b="b"/>
                <a:pathLst>
                  <a:path w="7109" h="5042" extrusionOk="0">
                    <a:moveTo>
                      <a:pt x="6874" y="1"/>
                    </a:moveTo>
                    <a:lnTo>
                      <a:pt x="6874" y="1"/>
                    </a:lnTo>
                    <a:cubicBezTo>
                      <a:pt x="6737" y="28"/>
                      <a:pt x="6600" y="83"/>
                      <a:pt x="6490" y="138"/>
                    </a:cubicBezTo>
                    <a:lnTo>
                      <a:pt x="358" y="4097"/>
                    </a:lnTo>
                    <a:cubicBezTo>
                      <a:pt x="193" y="4180"/>
                      <a:pt x="83" y="4317"/>
                      <a:pt x="1" y="4455"/>
                    </a:cubicBezTo>
                    <a:cubicBezTo>
                      <a:pt x="732" y="4858"/>
                      <a:pt x="1499" y="5041"/>
                      <a:pt x="2244" y="5041"/>
                    </a:cubicBezTo>
                    <a:cubicBezTo>
                      <a:pt x="4803" y="5041"/>
                      <a:pt x="7109" y="2875"/>
                      <a:pt x="6874" y="1"/>
                    </a:cubicBezTo>
                    <a:close/>
                  </a:path>
                </a:pathLst>
              </a:custGeom>
              <a:solidFill>
                <a:srgbClr val="FFFFFF">
                  <a:alpha val="1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8" name="Google Shape;1088;p32"/>
          <p:cNvGrpSpPr/>
          <p:nvPr/>
        </p:nvGrpSpPr>
        <p:grpSpPr>
          <a:xfrm>
            <a:off x="3216750" y="1358347"/>
            <a:ext cx="2710500" cy="2166187"/>
            <a:chOff x="5957507" y="1078947"/>
            <a:chExt cx="2710500" cy="2166187"/>
          </a:xfrm>
        </p:grpSpPr>
        <p:sp>
          <p:nvSpPr>
            <p:cNvPr id="1089" name="Google Shape;1089;p32"/>
            <p:cNvSpPr/>
            <p:nvPr/>
          </p:nvSpPr>
          <p:spPr>
            <a:xfrm>
              <a:off x="5957507" y="2576734"/>
              <a:ext cx="2710500" cy="668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90" name="Google Shape;1090;p32"/>
            <p:cNvGrpSpPr/>
            <p:nvPr/>
          </p:nvGrpSpPr>
          <p:grpSpPr>
            <a:xfrm>
              <a:off x="6440083" y="1078947"/>
              <a:ext cx="1745335" cy="1768259"/>
              <a:chOff x="6440083" y="1078947"/>
              <a:chExt cx="1745335" cy="1768259"/>
            </a:xfrm>
          </p:grpSpPr>
          <p:sp>
            <p:nvSpPr>
              <p:cNvPr id="1091" name="Google Shape;1091;p32"/>
              <p:cNvSpPr/>
              <p:nvPr/>
            </p:nvSpPr>
            <p:spPr>
              <a:xfrm>
                <a:off x="6507425" y="2406700"/>
                <a:ext cx="283667" cy="43275"/>
              </a:xfrm>
              <a:custGeom>
                <a:avLst/>
                <a:gdLst/>
                <a:ahLst/>
                <a:cxnLst/>
                <a:rect l="l" t="t" r="r" b="b"/>
                <a:pathLst>
                  <a:path w="11449" h="1251" extrusionOk="0">
                    <a:moveTo>
                      <a:pt x="0" y="1"/>
                    </a:moveTo>
                    <a:lnTo>
                      <a:pt x="0" y="1250"/>
                    </a:lnTo>
                    <a:lnTo>
                      <a:pt x="11448" y="1250"/>
                    </a:lnTo>
                    <a:lnTo>
                      <a:pt x="11448" y="1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2" name="Google Shape;1092;p32"/>
              <p:cNvSpPr/>
              <p:nvPr/>
            </p:nvSpPr>
            <p:spPr>
              <a:xfrm>
                <a:off x="6440083" y="2723543"/>
                <a:ext cx="1695671" cy="123662"/>
              </a:xfrm>
              <a:custGeom>
                <a:avLst/>
                <a:gdLst/>
                <a:ahLst/>
                <a:cxnLst/>
                <a:rect l="l" t="t" r="r" b="b"/>
                <a:pathLst>
                  <a:path w="76788" h="5600" extrusionOk="0">
                    <a:moveTo>
                      <a:pt x="38394" y="0"/>
                    </a:moveTo>
                    <a:cubicBezTo>
                      <a:pt x="17198" y="0"/>
                      <a:pt x="1" y="1250"/>
                      <a:pt x="1" y="2800"/>
                    </a:cubicBezTo>
                    <a:cubicBezTo>
                      <a:pt x="1" y="4349"/>
                      <a:pt x="17198" y="5599"/>
                      <a:pt x="38394" y="5599"/>
                    </a:cubicBezTo>
                    <a:cubicBezTo>
                      <a:pt x="59590" y="5599"/>
                      <a:pt x="76787" y="4299"/>
                      <a:pt x="76787" y="2800"/>
                    </a:cubicBezTo>
                    <a:cubicBezTo>
                      <a:pt x="76787" y="1250"/>
                      <a:pt x="59590" y="0"/>
                      <a:pt x="3839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" name="Google Shape;1093;p32"/>
              <p:cNvSpPr/>
              <p:nvPr/>
            </p:nvSpPr>
            <p:spPr>
              <a:xfrm>
                <a:off x="6540537" y="2733480"/>
                <a:ext cx="98289" cy="24291"/>
              </a:xfrm>
              <a:custGeom>
                <a:avLst/>
                <a:gdLst/>
                <a:ahLst/>
                <a:cxnLst/>
                <a:rect l="l" t="t" r="r" b="b"/>
                <a:pathLst>
                  <a:path w="4451" h="1100" extrusionOk="0">
                    <a:moveTo>
                      <a:pt x="1" y="0"/>
                    </a:moveTo>
                    <a:lnTo>
                      <a:pt x="1" y="1100"/>
                    </a:lnTo>
                    <a:lnTo>
                      <a:pt x="4450" y="1100"/>
                    </a:lnTo>
                    <a:lnTo>
                      <a:pt x="4450" y="0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4" name="Google Shape;1094;p32"/>
              <p:cNvSpPr/>
              <p:nvPr/>
            </p:nvSpPr>
            <p:spPr>
              <a:xfrm>
                <a:off x="6490875" y="2434300"/>
                <a:ext cx="283688" cy="299196"/>
              </a:xfrm>
              <a:custGeom>
                <a:avLst/>
                <a:gdLst/>
                <a:ahLst/>
                <a:cxnLst/>
                <a:rect l="l" t="t" r="r" b="b"/>
                <a:pathLst>
                  <a:path w="12199" h="13549" extrusionOk="0">
                    <a:moveTo>
                      <a:pt x="0" y="0"/>
                    </a:moveTo>
                    <a:lnTo>
                      <a:pt x="0" y="13548"/>
                    </a:lnTo>
                    <a:lnTo>
                      <a:pt x="12198" y="13548"/>
                    </a:lnTo>
                    <a:lnTo>
                      <a:pt x="12198" y="0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" name="Google Shape;1095;p32"/>
              <p:cNvSpPr/>
              <p:nvPr/>
            </p:nvSpPr>
            <p:spPr>
              <a:xfrm>
                <a:off x="6760225" y="2406698"/>
                <a:ext cx="1319209" cy="43275"/>
              </a:xfrm>
              <a:custGeom>
                <a:avLst/>
                <a:gdLst/>
                <a:ahLst/>
                <a:cxnLst/>
                <a:rect l="l" t="t" r="r" b="b"/>
                <a:pathLst>
                  <a:path w="59740" h="1251" extrusionOk="0">
                    <a:moveTo>
                      <a:pt x="0" y="1"/>
                    </a:moveTo>
                    <a:lnTo>
                      <a:pt x="0" y="1250"/>
                    </a:lnTo>
                    <a:lnTo>
                      <a:pt x="59740" y="1250"/>
                    </a:lnTo>
                    <a:lnTo>
                      <a:pt x="59740" y="1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" name="Google Shape;1096;p32"/>
              <p:cNvSpPr/>
              <p:nvPr/>
            </p:nvSpPr>
            <p:spPr>
              <a:xfrm>
                <a:off x="6840814" y="1845852"/>
                <a:ext cx="894143" cy="560873"/>
              </a:xfrm>
              <a:custGeom>
                <a:avLst/>
                <a:gdLst/>
                <a:ahLst/>
                <a:cxnLst/>
                <a:rect l="l" t="t" r="r" b="b"/>
                <a:pathLst>
                  <a:path w="40491" h="25399" extrusionOk="0">
                    <a:moveTo>
                      <a:pt x="39119" y="1"/>
                    </a:moveTo>
                    <a:cubicBezTo>
                      <a:pt x="39094" y="1"/>
                      <a:pt x="39069" y="2"/>
                      <a:pt x="39044" y="3"/>
                    </a:cubicBezTo>
                    <a:lnTo>
                      <a:pt x="4050" y="3"/>
                    </a:lnTo>
                    <a:cubicBezTo>
                      <a:pt x="3200" y="3"/>
                      <a:pt x="2500" y="653"/>
                      <a:pt x="2400" y="1503"/>
                    </a:cubicBezTo>
                    <a:lnTo>
                      <a:pt x="151" y="23849"/>
                    </a:lnTo>
                    <a:cubicBezTo>
                      <a:pt x="1" y="24699"/>
                      <a:pt x="650" y="25399"/>
                      <a:pt x="1500" y="25399"/>
                    </a:cubicBezTo>
                    <a:lnTo>
                      <a:pt x="36444" y="25399"/>
                    </a:lnTo>
                    <a:cubicBezTo>
                      <a:pt x="37294" y="25349"/>
                      <a:pt x="37994" y="24699"/>
                      <a:pt x="38094" y="23849"/>
                    </a:cubicBezTo>
                    <a:lnTo>
                      <a:pt x="40394" y="1503"/>
                    </a:lnTo>
                    <a:cubicBezTo>
                      <a:pt x="40490" y="728"/>
                      <a:pt x="39884" y="1"/>
                      <a:pt x="39119" y="1"/>
                    </a:cubicBezTo>
                    <a:close/>
                  </a:path>
                </a:pathLst>
              </a:custGeom>
              <a:solidFill>
                <a:srgbClr val="B7B7B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7" name="Google Shape;1097;p32"/>
              <p:cNvSpPr/>
              <p:nvPr/>
            </p:nvSpPr>
            <p:spPr>
              <a:xfrm>
                <a:off x="6893812" y="1844814"/>
                <a:ext cx="894209" cy="561911"/>
              </a:xfrm>
              <a:custGeom>
                <a:avLst/>
                <a:gdLst/>
                <a:ahLst/>
                <a:cxnLst/>
                <a:rect l="l" t="t" r="r" b="b"/>
                <a:pathLst>
                  <a:path w="40494" h="25446" extrusionOk="0">
                    <a:moveTo>
                      <a:pt x="1500" y="0"/>
                    </a:moveTo>
                    <a:cubicBezTo>
                      <a:pt x="650" y="0"/>
                      <a:pt x="0" y="750"/>
                      <a:pt x="100" y="1550"/>
                    </a:cubicBezTo>
                    <a:lnTo>
                      <a:pt x="2050" y="20547"/>
                    </a:lnTo>
                    <a:lnTo>
                      <a:pt x="2400" y="23896"/>
                    </a:lnTo>
                    <a:cubicBezTo>
                      <a:pt x="2500" y="24746"/>
                      <a:pt x="3200" y="25396"/>
                      <a:pt x="4099" y="25446"/>
                    </a:cubicBezTo>
                    <a:lnTo>
                      <a:pt x="39043" y="25446"/>
                    </a:lnTo>
                    <a:cubicBezTo>
                      <a:pt x="39843" y="25446"/>
                      <a:pt x="40493" y="24746"/>
                      <a:pt x="40393" y="23896"/>
                    </a:cubicBezTo>
                    <a:lnTo>
                      <a:pt x="38094" y="1550"/>
                    </a:lnTo>
                    <a:cubicBezTo>
                      <a:pt x="38044" y="950"/>
                      <a:pt x="37694" y="450"/>
                      <a:pt x="37194" y="200"/>
                    </a:cubicBezTo>
                    <a:cubicBezTo>
                      <a:pt x="36944" y="100"/>
                      <a:pt x="36694" y="50"/>
                      <a:pt x="36444" y="0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8" name="Google Shape;1098;p32"/>
              <p:cNvSpPr/>
              <p:nvPr/>
            </p:nvSpPr>
            <p:spPr>
              <a:xfrm>
                <a:off x="6987707" y="1946261"/>
                <a:ext cx="108138" cy="99482"/>
              </a:xfrm>
              <a:custGeom>
                <a:avLst/>
                <a:gdLst/>
                <a:ahLst/>
                <a:cxnLst/>
                <a:rect l="l" t="t" r="r" b="b"/>
                <a:pathLst>
                  <a:path w="4897" h="4505" extrusionOk="0">
                    <a:moveTo>
                      <a:pt x="621" y="1"/>
                    </a:moveTo>
                    <a:cubicBezTo>
                      <a:pt x="260" y="1"/>
                      <a:pt x="1" y="331"/>
                      <a:pt x="47" y="705"/>
                    </a:cubicBezTo>
                    <a:lnTo>
                      <a:pt x="347" y="3755"/>
                    </a:lnTo>
                    <a:cubicBezTo>
                      <a:pt x="397" y="4155"/>
                      <a:pt x="747" y="4455"/>
                      <a:pt x="1147" y="4505"/>
                    </a:cubicBezTo>
                    <a:lnTo>
                      <a:pt x="4197" y="4505"/>
                    </a:lnTo>
                    <a:cubicBezTo>
                      <a:pt x="4597" y="4505"/>
                      <a:pt x="4897" y="4155"/>
                      <a:pt x="4847" y="3755"/>
                    </a:cubicBezTo>
                    <a:lnTo>
                      <a:pt x="4547" y="705"/>
                    </a:lnTo>
                    <a:cubicBezTo>
                      <a:pt x="4497" y="305"/>
                      <a:pt x="4147" y="5"/>
                      <a:pt x="3747" y="5"/>
                    </a:cubicBezTo>
                    <a:lnTo>
                      <a:pt x="697" y="5"/>
                    </a:lnTo>
                    <a:cubicBezTo>
                      <a:pt x="672" y="2"/>
                      <a:pt x="646" y="1"/>
                      <a:pt x="621" y="1"/>
                    </a:cubicBezTo>
                    <a:close/>
                  </a:path>
                </a:pathLst>
              </a:custGeom>
              <a:solidFill>
                <a:srgbClr val="CCCC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" name="Google Shape;1099;p32"/>
              <p:cNvSpPr/>
              <p:nvPr/>
            </p:nvSpPr>
            <p:spPr>
              <a:xfrm>
                <a:off x="7000957" y="2076526"/>
                <a:ext cx="109242" cy="99482"/>
              </a:xfrm>
              <a:custGeom>
                <a:avLst/>
                <a:gdLst/>
                <a:ahLst/>
                <a:cxnLst/>
                <a:rect l="l" t="t" r="r" b="b"/>
                <a:pathLst>
                  <a:path w="4947" h="4505" extrusionOk="0">
                    <a:moveTo>
                      <a:pt x="621" y="1"/>
                    </a:moveTo>
                    <a:cubicBezTo>
                      <a:pt x="260" y="1"/>
                      <a:pt x="1" y="331"/>
                      <a:pt x="47" y="705"/>
                    </a:cubicBezTo>
                    <a:lnTo>
                      <a:pt x="347" y="3755"/>
                    </a:lnTo>
                    <a:cubicBezTo>
                      <a:pt x="397" y="4155"/>
                      <a:pt x="747" y="4454"/>
                      <a:pt x="1147" y="4504"/>
                    </a:cubicBezTo>
                    <a:lnTo>
                      <a:pt x="4197" y="4504"/>
                    </a:lnTo>
                    <a:cubicBezTo>
                      <a:pt x="4597" y="4504"/>
                      <a:pt x="4946" y="4155"/>
                      <a:pt x="4846" y="3755"/>
                    </a:cubicBezTo>
                    <a:lnTo>
                      <a:pt x="4547" y="705"/>
                    </a:lnTo>
                    <a:cubicBezTo>
                      <a:pt x="4497" y="305"/>
                      <a:pt x="4147" y="5"/>
                      <a:pt x="3747" y="5"/>
                    </a:cubicBezTo>
                    <a:lnTo>
                      <a:pt x="697" y="5"/>
                    </a:lnTo>
                    <a:cubicBezTo>
                      <a:pt x="671" y="2"/>
                      <a:pt x="646" y="1"/>
                      <a:pt x="621" y="1"/>
                    </a:cubicBezTo>
                    <a:close/>
                  </a:path>
                </a:pathLst>
              </a:custGeom>
              <a:solidFill>
                <a:srgbClr val="CCCC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0" name="Google Shape;1100;p32"/>
              <p:cNvSpPr/>
              <p:nvPr/>
            </p:nvSpPr>
            <p:spPr>
              <a:xfrm>
                <a:off x="7014140" y="2205797"/>
                <a:ext cx="109154" cy="99482"/>
              </a:xfrm>
              <a:custGeom>
                <a:avLst/>
                <a:gdLst/>
                <a:ahLst/>
                <a:cxnLst/>
                <a:rect l="l" t="t" r="r" b="b"/>
                <a:pathLst>
                  <a:path w="4943" h="4505" extrusionOk="0">
                    <a:moveTo>
                      <a:pt x="700" y="0"/>
                    </a:moveTo>
                    <a:cubicBezTo>
                      <a:pt x="300" y="0"/>
                      <a:pt x="0" y="350"/>
                      <a:pt x="50" y="750"/>
                    </a:cubicBezTo>
                    <a:lnTo>
                      <a:pt x="350" y="3750"/>
                    </a:lnTo>
                    <a:cubicBezTo>
                      <a:pt x="400" y="4200"/>
                      <a:pt x="750" y="4499"/>
                      <a:pt x="1150" y="4499"/>
                    </a:cubicBezTo>
                    <a:lnTo>
                      <a:pt x="4199" y="4499"/>
                    </a:lnTo>
                    <a:cubicBezTo>
                      <a:pt x="4225" y="4503"/>
                      <a:pt x="4251" y="4504"/>
                      <a:pt x="4276" y="4504"/>
                    </a:cubicBezTo>
                    <a:cubicBezTo>
                      <a:pt x="4642" y="4504"/>
                      <a:pt x="4943" y="4171"/>
                      <a:pt x="4849" y="3750"/>
                    </a:cubicBezTo>
                    <a:lnTo>
                      <a:pt x="4549" y="750"/>
                    </a:lnTo>
                    <a:cubicBezTo>
                      <a:pt x="4499" y="350"/>
                      <a:pt x="4150" y="50"/>
                      <a:pt x="3750" y="0"/>
                    </a:cubicBezTo>
                    <a:close/>
                  </a:path>
                </a:pathLst>
              </a:custGeom>
              <a:solidFill>
                <a:srgbClr val="CCCC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1" name="Google Shape;1101;p32"/>
              <p:cNvSpPr/>
              <p:nvPr/>
            </p:nvSpPr>
            <p:spPr>
              <a:xfrm>
                <a:off x="7131155" y="1946372"/>
                <a:ext cx="108204" cy="99371"/>
              </a:xfrm>
              <a:custGeom>
                <a:avLst/>
                <a:gdLst/>
                <a:ahLst/>
                <a:cxnLst/>
                <a:rect l="l" t="t" r="r" b="b"/>
                <a:pathLst>
                  <a:path w="4900" h="4500" extrusionOk="0">
                    <a:moveTo>
                      <a:pt x="700" y="0"/>
                    </a:moveTo>
                    <a:cubicBezTo>
                      <a:pt x="300" y="0"/>
                      <a:pt x="0" y="350"/>
                      <a:pt x="50" y="700"/>
                    </a:cubicBezTo>
                    <a:lnTo>
                      <a:pt x="350" y="3750"/>
                    </a:lnTo>
                    <a:cubicBezTo>
                      <a:pt x="400" y="4150"/>
                      <a:pt x="750" y="4450"/>
                      <a:pt x="1150" y="4500"/>
                    </a:cubicBezTo>
                    <a:lnTo>
                      <a:pt x="4150" y="4500"/>
                    </a:lnTo>
                    <a:cubicBezTo>
                      <a:pt x="4599" y="4500"/>
                      <a:pt x="4899" y="4150"/>
                      <a:pt x="4849" y="3750"/>
                    </a:cubicBezTo>
                    <a:lnTo>
                      <a:pt x="4550" y="700"/>
                    </a:lnTo>
                    <a:cubicBezTo>
                      <a:pt x="4500" y="300"/>
                      <a:pt x="4150" y="0"/>
                      <a:pt x="3700" y="0"/>
                    </a:cubicBezTo>
                    <a:close/>
                  </a:path>
                </a:pathLst>
              </a:custGeom>
              <a:solidFill>
                <a:srgbClr val="CCCC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2" name="Google Shape;1102;p32"/>
              <p:cNvSpPr/>
              <p:nvPr/>
            </p:nvSpPr>
            <p:spPr>
              <a:xfrm>
                <a:off x="7144471" y="2076526"/>
                <a:ext cx="108138" cy="99482"/>
              </a:xfrm>
              <a:custGeom>
                <a:avLst/>
                <a:gdLst/>
                <a:ahLst/>
                <a:cxnLst/>
                <a:rect l="l" t="t" r="r" b="b"/>
                <a:pathLst>
                  <a:path w="4897" h="4505" extrusionOk="0">
                    <a:moveTo>
                      <a:pt x="621" y="1"/>
                    </a:moveTo>
                    <a:cubicBezTo>
                      <a:pt x="260" y="1"/>
                      <a:pt x="0" y="331"/>
                      <a:pt x="47" y="705"/>
                    </a:cubicBezTo>
                    <a:lnTo>
                      <a:pt x="347" y="3755"/>
                    </a:lnTo>
                    <a:cubicBezTo>
                      <a:pt x="397" y="4155"/>
                      <a:pt x="747" y="4454"/>
                      <a:pt x="1147" y="4504"/>
                    </a:cubicBezTo>
                    <a:lnTo>
                      <a:pt x="4146" y="4504"/>
                    </a:lnTo>
                    <a:cubicBezTo>
                      <a:pt x="4596" y="4504"/>
                      <a:pt x="4896" y="4155"/>
                      <a:pt x="4846" y="3755"/>
                    </a:cubicBezTo>
                    <a:lnTo>
                      <a:pt x="4546" y="705"/>
                    </a:lnTo>
                    <a:cubicBezTo>
                      <a:pt x="4496" y="305"/>
                      <a:pt x="4146" y="5"/>
                      <a:pt x="3697" y="5"/>
                    </a:cubicBezTo>
                    <a:lnTo>
                      <a:pt x="697" y="5"/>
                    </a:lnTo>
                    <a:cubicBezTo>
                      <a:pt x="671" y="2"/>
                      <a:pt x="646" y="1"/>
                      <a:pt x="621" y="1"/>
                    </a:cubicBezTo>
                    <a:close/>
                  </a:path>
                </a:pathLst>
              </a:custGeom>
              <a:solidFill>
                <a:srgbClr val="CCCC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3" name="Google Shape;1103;p32"/>
              <p:cNvSpPr/>
              <p:nvPr/>
            </p:nvSpPr>
            <p:spPr>
              <a:xfrm>
                <a:off x="7157654" y="2205797"/>
                <a:ext cx="108138" cy="99482"/>
              </a:xfrm>
              <a:custGeom>
                <a:avLst/>
                <a:gdLst/>
                <a:ahLst/>
                <a:cxnLst/>
                <a:rect l="l" t="t" r="r" b="b"/>
                <a:pathLst>
                  <a:path w="4897" h="4505" extrusionOk="0">
                    <a:moveTo>
                      <a:pt x="700" y="0"/>
                    </a:moveTo>
                    <a:cubicBezTo>
                      <a:pt x="300" y="0"/>
                      <a:pt x="0" y="350"/>
                      <a:pt x="50" y="750"/>
                    </a:cubicBezTo>
                    <a:lnTo>
                      <a:pt x="350" y="3750"/>
                    </a:lnTo>
                    <a:cubicBezTo>
                      <a:pt x="400" y="4200"/>
                      <a:pt x="750" y="4499"/>
                      <a:pt x="1150" y="4499"/>
                    </a:cubicBezTo>
                    <a:lnTo>
                      <a:pt x="4149" y="4499"/>
                    </a:lnTo>
                    <a:cubicBezTo>
                      <a:pt x="4175" y="4503"/>
                      <a:pt x="4200" y="4504"/>
                      <a:pt x="4225" y="4504"/>
                    </a:cubicBezTo>
                    <a:cubicBezTo>
                      <a:pt x="4592" y="4504"/>
                      <a:pt x="4896" y="4171"/>
                      <a:pt x="4849" y="3750"/>
                    </a:cubicBezTo>
                    <a:lnTo>
                      <a:pt x="4549" y="750"/>
                    </a:lnTo>
                    <a:cubicBezTo>
                      <a:pt x="4499" y="350"/>
                      <a:pt x="4149" y="50"/>
                      <a:pt x="3699" y="0"/>
                    </a:cubicBezTo>
                    <a:close/>
                  </a:path>
                </a:pathLst>
              </a:custGeom>
              <a:solidFill>
                <a:srgbClr val="CCCC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4" name="Google Shape;1104;p32"/>
              <p:cNvSpPr/>
              <p:nvPr/>
            </p:nvSpPr>
            <p:spPr>
              <a:xfrm>
                <a:off x="7273565" y="1946372"/>
                <a:ext cx="109308" cy="99371"/>
              </a:xfrm>
              <a:custGeom>
                <a:avLst/>
                <a:gdLst/>
                <a:ahLst/>
                <a:cxnLst/>
                <a:rect l="l" t="t" r="r" b="b"/>
                <a:pathLst>
                  <a:path w="4950" h="4500" extrusionOk="0">
                    <a:moveTo>
                      <a:pt x="750" y="0"/>
                    </a:moveTo>
                    <a:cubicBezTo>
                      <a:pt x="350" y="0"/>
                      <a:pt x="0" y="350"/>
                      <a:pt x="50" y="700"/>
                    </a:cubicBezTo>
                    <a:lnTo>
                      <a:pt x="350" y="3750"/>
                    </a:lnTo>
                    <a:cubicBezTo>
                      <a:pt x="400" y="4150"/>
                      <a:pt x="750" y="4450"/>
                      <a:pt x="1200" y="4500"/>
                    </a:cubicBezTo>
                    <a:lnTo>
                      <a:pt x="4199" y="4500"/>
                    </a:lnTo>
                    <a:cubicBezTo>
                      <a:pt x="4599" y="4500"/>
                      <a:pt x="4949" y="4150"/>
                      <a:pt x="4849" y="3750"/>
                    </a:cubicBezTo>
                    <a:lnTo>
                      <a:pt x="4549" y="700"/>
                    </a:lnTo>
                    <a:cubicBezTo>
                      <a:pt x="4499" y="300"/>
                      <a:pt x="4149" y="0"/>
                      <a:pt x="3750" y="0"/>
                    </a:cubicBezTo>
                    <a:close/>
                  </a:path>
                </a:pathLst>
              </a:custGeom>
              <a:solidFill>
                <a:srgbClr val="CCCC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5" name="Google Shape;1105;p32"/>
              <p:cNvSpPr/>
              <p:nvPr/>
            </p:nvSpPr>
            <p:spPr>
              <a:xfrm>
                <a:off x="7286881" y="2076526"/>
                <a:ext cx="109242" cy="99482"/>
              </a:xfrm>
              <a:custGeom>
                <a:avLst/>
                <a:gdLst/>
                <a:ahLst/>
                <a:cxnLst/>
                <a:rect l="l" t="t" r="r" b="b"/>
                <a:pathLst>
                  <a:path w="4947" h="4505" extrusionOk="0">
                    <a:moveTo>
                      <a:pt x="662" y="1"/>
                    </a:moveTo>
                    <a:cubicBezTo>
                      <a:pt x="260" y="1"/>
                      <a:pt x="0" y="331"/>
                      <a:pt x="47" y="705"/>
                    </a:cubicBezTo>
                    <a:lnTo>
                      <a:pt x="347" y="3755"/>
                    </a:lnTo>
                    <a:cubicBezTo>
                      <a:pt x="397" y="4155"/>
                      <a:pt x="747" y="4454"/>
                      <a:pt x="1197" y="4504"/>
                    </a:cubicBezTo>
                    <a:lnTo>
                      <a:pt x="4196" y="4504"/>
                    </a:lnTo>
                    <a:cubicBezTo>
                      <a:pt x="4596" y="4504"/>
                      <a:pt x="4946" y="4155"/>
                      <a:pt x="4846" y="3755"/>
                    </a:cubicBezTo>
                    <a:lnTo>
                      <a:pt x="4546" y="755"/>
                    </a:lnTo>
                    <a:cubicBezTo>
                      <a:pt x="4496" y="305"/>
                      <a:pt x="4146" y="5"/>
                      <a:pt x="3746" y="5"/>
                    </a:cubicBezTo>
                    <a:lnTo>
                      <a:pt x="747" y="5"/>
                    </a:lnTo>
                    <a:cubicBezTo>
                      <a:pt x="718" y="2"/>
                      <a:pt x="690" y="1"/>
                      <a:pt x="662" y="1"/>
                    </a:cubicBezTo>
                    <a:close/>
                  </a:path>
                </a:pathLst>
              </a:custGeom>
              <a:solidFill>
                <a:srgbClr val="CCCC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6" name="Google Shape;1106;p32"/>
              <p:cNvSpPr/>
              <p:nvPr/>
            </p:nvSpPr>
            <p:spPr>
              <a:xfrm>
                <a:off x="7300042" y="2205797"/>
                <a:ext cx="108226" cy="99371"/>
              </a:xfrm>
              <a:custGeom>
                <a:avLst/>
                <a:gdLst/>
                <a:ahLst/>
                <a:cxnLst/>
                <a:rect l="l" t="t" r="r" b="b"/>
                <a:pathLst>
                  <a:path w="4901" h="4500" extrusionOk="0">
                    <a:moveTo>
                      <a:pt x="751" y="0"/>
                    </a:moveTo>
                    <a:cubicBezTo>
                      <a:pt x="301" y="0"/>
                      <a:pt x="1" y="350"/>
                      <a:pt x="51" y="750"/>
                    </a:cubicBezTo>
                    <a:lnTo>
                      <a:pt x="351" y="3750"/>
                    </a:lnTo>
                    <a:cubicBezTo>
                      <a:pt x="401" y="4200"/>
                      <a:pt x="751" y="4499"/>
                      <a:pt x="1201" y="4499"/>
                    </a:cubicBezTo>
                    <a:lnTo>
                      <a:pt x="4200" y="4499"/>
                    </a:lnTo>
                    <a:cubicBezTo>
                      <a:pt x="4600" y="4499"/>
                      <a:pt x="4900" y="4150"/>
                      <a:pt x="4850" y="3750"/>
                    </a:cubicBezTo>
                    <a:lnTo>
                      <a:pt x="4550" y="750"/>
                    </a:lnTo>
                    <a:cubicBezTo>
                      <a:pt x="4500" y="350"/>
                      <a:pt x="4150" y="50"/>
                      <a:pt x="3750" y="0"/>
                    </a:cubicBezTo>
                    <a:close/>
                  </a:path>
                </a:pathLst>
              </a:custGeom>
              <a:solidFill>
                <a:srgbClr val="CCCC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7" name="Google Shape;1107;p32"/>
              <p:cNvSpPr/>
              <p:nvPr/>
            </p:nvSpPr>
            <p:spPr>
              <a:xfrm>
                <a:off x="7416108" y="1946261"/>
                <a:ext cx="109176" cy="99482"/>
              </a:xfrm>
              <a:custGeom>
                <a:avLst/>
                <a:gdLst/>
                <a:ahLst/>
                <a:cxnLst/>
                <a:rect l="l" t="t" r="r" b="b"/>
                <a:pathLst>
                  <a:path w="4944" h="4505" extrusionOk="0">
                    <a:moveTo>
                      <a:pt x="667" y="1"/>
                    </a:moveTo>
                    <a:cubicBezTo>
                      <a:pt x="301" y="1"/>
                      <a:pt x="0" y="331"/>
                      <a:pt x="94" y="705"/>
                    </a:cubicBezTo>
                    <a:lnTo>
                      <a:pt x="394" y="3755"/>
                    </a:lnTo>
                    <a:cubicBezTo>
                      <a:pt x="444" y="4155"/>
                      <a:pt x="794" y="4455"/>
                      <a:pt x="1194" y="4505"/>
                    </a:cubicBezTo>
                    <a:lnTo>
                      <a:pt x="4243" y="4505"/>
                    </a:lnTo>
                    <a:cubicBezTo>
                      <a:pt x="4643" y="4505"/>
                      <a:pt x="4943" y="4155"/>
                      <a:pt x="4893" y="3755"/>
                    </a:cubicBezTo>
                    <a:lnTo>
                      <a:pt x="4593" y="705"/>
                    </a:lnTo>
                    <a:cubicBezTo>
                      <a:pt x="4543" y="305"/>
                      <a:pt x="4193" y="5"/>
                      <a:pt x="3743" y="5"/>
                    </a:cubicBezTo>
                    <a:lnTo>
                      <a:pt x="744" y="5"/>
                    </a:lnTo>
                    <a:cubicBezTo>
                      <a:pt x="718" y="2"/>
                      <a:pt x="693" y="1"/>
                      <a:pt x="667" y="1"/>
                    </a:cubicBezTo>
                    <a:close/>
                  </a:path>
                </a:pathLst>
              </a:custGeom>
              <a:solidFill>
                <a:srgbClr val="CCCC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8" name="Google Shape;1108;p32"/>
              <p:cNvSpPr/>
              <p:nvPr/>
            </p:nvSpPr>
            <p:spPr>
              <a:xfrm>
                <a:off x="7430395" y="2076526"/>
                <a:ext cx="108138" cy="99482"/>
              </a:xfrm>
              <a:custGeom>
                <a:avLst/>
                <a:gdLst/>
                <a:ahLst/>
                <a:cxnLst/>
                <a:rect l="l" t="t" r="r" b="b"/>
                <a:pathLst>
                  <a:path w="4897" h="4505" extrusionOk="0">
                    <a:moveTo>
                      <a:pt x="621" y="1"/>
                    </a:moveTo>
                    <a:cubicBezTo>
                      <a:pt x="260" y="1"/>
                      <a:pt x="0" y="331"/>
                      <a:pt x="47" y="705"/>
                    </a:cubicBezTo>
                    <a:lnTo>
                      <a:pt x="347" y="3755"/>
                    </a:lnTo>
                    <a:cubicBezTo>
                      <a:pt x="397" y="4155"/>
                      <a:pt x="747" y="4454"/>
                      <a:pt x="1197" y="4504"/>
                    </a:cubicBezTo>
                    <a:lnTo>
                      <a:pt x="4196" y="4504"/>
                    </a:lnTo>
                    <a:cubicBezTo>
                      <a:pt x="4596" y="4504"/>
                      <a:pt x="4896" y="4155"/>
                      <a:pt x="4846" y="3755"/>
                    </a:cubicBezTo>
                    <a:lnTo>
                      <a:pt x="4546" y="705"/>
                    </a:lnTo>
                    <a:cubicBezTo>
                      <a:pt x="4496" y="305"/>
                      <a:pt x="4146" y="5"/>
                      <a:pt x="3746" y="5"/>
                    </a:cubicBezTo>
                    <a:lnTo>
                      <a:pt x="697" y="5"/>
                    </a:lnTo>
                    <a:cubicBezTo>
                      <a:pt x="671" y="2"/>
                      <a:pt x="646" y="1"/>
                      <a:pt x="621" y="1"/>
                    </a:cubicBezTo>
                    <a:close/>
                  </a:path>
                </a:pathLst>
              </a:custGeom>
              <a:solidFill>
                <a:srgbClr val="CCCC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9" name="Google Shape;1109;p32"/>
              <p:cNvSpPr/>
              <p:nvPr/>
            </p:nvSpPr>
            <p:spPr>
              <a:xfrm>
                <a:off x="7442452" y="2205797"/>
                <a:ext cx="108204" cy="99371"/>
              </a:xfrm>
              <a:custGeom>
                <a:avLst/>
                <a:gdLst/>
                <a:ahLst/>
                <a:cxnLst/>
                <a:rect l="l" t="t" r="r" b="b"/>
                <a:pathLst>
                  <a:path w="4900" h="4500" extrusionOk="0">
                    <a:moveTo>
                      <a:pt x="751" y="0"/>
                    </a:moveTo>
                    <a:cubicBezTo>
                      <a:pt x="351" y="0"/>
                      <a:pt x="1" y="350"/>
                      <a:pt x="101" y="750"/>
                    </a:cubicBezTo>
                    <a:lnTo>
                      <a:pt x="401" y="3750"/>
                    </a:lnTo>
                    <a:cubicBezTo>
                      <a:pt x="451" y="4200"/>
                      <a:pt x="801" y="4499"/>
                      <a:pt x="1201" y="4499"/>
                    </a:cubicBezTo>
                    <a:lnTo>
                      <a:pt x="4250" y="4499"/>
                    </a:lnTo>
                    <a:cubicBezTo>
                      <a:pt x="4600" y="4499"/>
                      <a:pt x="4900" y="4150"/>
                      <a:pt x="4850" y="3750"/>
                    </a:cubicBezTo>
                    <a:lnTo>
                      <a:pt x="4550" y="750"/>
                    </a:lnTo>
                    <a:cubicBezTo>
                      <a:pt x="4500" y="350"/>
                      <a:pt x="4150" y="50"/>
                      <a:pt x="3750" y="0"/>
                    </a:cubicBezTo>
                    <a:close/>
                  </a:path>
                </a:pathLst>
              </a:custGeom>
              <a:solidFill>
                <a:srgbClr val="CCCC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0" name="Google Shape;1110;p32"/>
              <p:cNvSpPr/>
              <p:nvPr/>
            </p:nvSpPr>
            <p:spPr>
              <a:xfrm>
                <a:off x="7559622" y="1946261"/>
                <a:ext cx="108072" cy="99482"/>
              </a:xfrm>
              <a:custGeom>
                <a:avLst/>
                <a:gdLst/>
                <a:ahLst/>
                <a:cxnLst/>
                <a:rect l="l" t="t" r="r" b="b"/>
                <a:pathLst>
                  <a:path w="4894" h="4505" extrusionOk="0">
                    <a:moveTo>
                      <a:pt x="667" y="1"/>
                    </a:moveTo>
                    <a:cubicBezTo>
                      <a:pt x="301" y="1"/>
                      <a:pt x="0" y="331"/>
                      <a:pt x="94" y="705"/>
                    </a:cubicBezTo>
                    <a:lnTo>
                      <a:pt x="394" y="3755"/>
                    </a:lnTo>
                    <a:cubicBezTo>
                      <a:pt x="444" y="4155"/>
                      <a:pt x="794" y="4455"/>
                      <a:pt x="1194" y="4505"/>
                    </a:cubicBezTo>
                    <a:lnTo>
                      <a:pt x="4193" y="4505"/>
                    </a:lnTo>
                    <a:cubicBezTo>
                      <a:pt x="4593" y="4505"/>
                      <a:pt x="4893" y="4155"/>
                      <a:pt x="4893" y="3755"/>
                    </a:cubicBezTo>
                    <a:lnTo>
                      <a:pt x="4543" y="705"/>
                    </a:lnTo>
                    <a:cubicBezTo>
                      <a:pt x="4493" y="305"/>
                      <a:pt x="4143" y="5"/>
                      <a:pt x="3743" y="5"/>
                    </a:cubicBezTo>
                    <a:lnTo>
                      <a:pt x="744" y="5"/>
                    </a:lnTo>
                    <a:cubicBezTo>
                      <a:pt x="718" y="2"/>
                      <a:pt x="693" y="1"/>
                      <a:pt x="667" y="1"/>
                    </a:cubicBezTo>
                    <a:close/>
                  </a:path>
                </a:pathLst>
              </a:custGeom>
              <a:solidFill>
                <a:srgbClr val="CCCC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1" name="Google Shape;1111;p32"/>
              <p:cNvSpPr/>
              <p:nvPr/>
            </p:nvSpPr>
            <p:spPr>
              <a:xfrm>
                <a:off x="7572871" y="2076526"/>
                <a:ext cx="108050" cy="99482"/>
              </a:xfrm>
              <a:custGeom>
                <a:avLst/>
                <a:gdLst/>
                <a:ahLst/>
                <a:cxnLst/>
                <a:rect l="l" t="t" r="r" b="b"/>
                <a:pathLst>
                  <a:path w="4893" h="4505" extrusionOk="0">
                    <a:moveTo>
                      <a:pt x="667" y="1"/>
                    </a:moveTo>
                    <a:cubicBezTo>
                      <a:pt x="301" y="1"/>
                      <a:pt x="0" y="331"/>
                      <a:pt x="94" y="705"/>
                    </a:cubicBezTo>
                    <a:lnTo>
                      <a:pt x="394" y="3755"/>
                    </a:lnTo>
                    <a:cubicBezTo>
                      <a:pt x="444" y="4155"/>
                      <a:pt x="794" y="4454"/>
                      <a:pt x="1194" y="4504"/>
                    </a:cubicBezTo>
                    <a:lnTo>
                      <a:pt x="4193" y="4504"/>
                    </a:lnTo>
                    <a:cubicBezTo>
                      <a:pt x="4593" y="4504"/>
                      <a:pt x="4893" y="4155"/>
                      <a:pt x="4893" y="3755"/>
                    </a:cubicBezTo>
                    <a:lnTo>
                      <a:pt x="4543" y="705"/>
                    </a:lnTo>
                    <a:cubicBezTo>
                      <a:pt x="4493" y="305"/>
                      <a:pt x="4143" y="5"/>
                      <a:pt x="3743" y="5"/>
                    </a:cubicBezTo>
                    <a:lnTo>
                      <a:pt x="744" y="5"/>
                    </a:lnTo>
                    <a:cubicBezTo>
                      <a:pt x="718" y="2"/>
                      <a:pt x="692" y="1"/>
                      <a:pt x="667" y="1"/>
                    </a:cubicBezTo>
                    <a:close/>
                  </a:path>
                </a:pathLst>
              </a:custGeom>
              <a:solidFill>
                <a:srgbClr val="CCCC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2" name="Google Shape;1112;p32"/>
              <p:cNvSpPr/>
              <p:nvPr/>
            </p:nvSpPr>
            <p:spPr>
              <a:xfrm>
                <a:off x="7585966" y="2205797"/>
                <a:ext cx="109176" cy="99482"/>
              </a:xfrm>
              <a:custGeom>
                <a:avLst/>
                <a:gdLst/>
                <a:ahLst/>
                <a:cxnLst/>
                <a:rect l="l" t="t" r="r" b="b"/>
                <a:pathLst>
                  <a:path w="4944" h="4505" extrusionOk="0">
                    <a:moveTo>
                      <a:pt x="751" y="0"/>
                    </a:moveTo>
                    <a:cubicBezTo>
                      <a:pt x="301" y="0"/>
                      <a:pt x="1" y="350"/>
                      <a:pt x="101" y="750"/>
                    </a:cubicBezTo>
                    <a:lnTo>
                      <a:pt x="401" y="3750"/>
                    </a:lnTo>
                    <a:cubicBezTo>
                      <a:pt x="451" y="4200"/>
                      <a:pt x="801" y="4499"/>
                      <a:pt x="1200" y="4499"/>
                    </a:cubicBezTo>
                    <a:lnTo>
                      <a:pt x="4200" y="4499"/>
                    </a:lnTo>
                    <a:cubicBezTo>
                      <a:pt x="4226" y="4503"/>
                      <a:pt x="4251" y="4504"/>
                      <a:pt x="4276" y="4504"/>
                    </a:cubicBezTo>
                    <a:cubicBezTo>
                      <a:pt x="4643" y="4504"/>
                      <a:pt x="4943" y="4171"/>
                      <a:pt x="4850" y="3750"/>
                    </a:cubicBezTo>
                    <a:lnTo>
                      <a:pt x="4550" y="750"/>
                    </a:lnTo>
                    <a:cubicBezTo>
                      <a:pt x="4500" y="350"/>
                      <a:pt x="4150" y="50"/>
                      <a:pt x="3750" y="0"/>
                    </a:cubicBezTo>
                    <a:close/>
                  </a:path>
                </a:pathLst>
              </a:custGeom>
              <a:solidFill>
                <a:srgbClr val="CCCC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3" name="Google Shape;1113;p32"/>
              <p:cNvSpPr/>
              <p:nvPr/>
            </p:nvSpPr>
            <p:spPr>
              <a:xfrm>
                <a:off x="6974436" y="1777397"/>
                <a:ext cx="59490" cy="122690"/>
              </a:xfrm>
              <a:custGeom>
                <a:avLst/>
                <a:gdLst/>
                <a:ahLst/>
                <a:cxnLst/>
                <a:rect l="l" t="t" r="r" b="b"/>
                <a:pathLst>
                  <a:path w="2694" h="5556" extrusionOk="0">
                    <a:moveTo>
                      <a:pt x="973" y="1"/>
                    </a:moveTo>
                    <a:cubicBezTo>
                      <a:pt x="411" y="1"/>
                      <a:pt x="1" y="529"/>
                      <a:pt x="49" y="1103"/>
                    </a:cubicBezTo>
                    <a:lnTo>
                      <a:pt x="398" y="4503"/>
                    </a:lnTo>
                    <a:cubicBezTo>
                      <a:pt x="498" y="5103"/>
                      <a:pt x="998" y="5553"/>
                      <a:pt x="1648" y="5553"/>
                    </a:cubicBezTo>
                    <a:cubicBezTo>
                      <a:pt x="1674" y="5555"/>
                      <a:pt x="1699" y="5556"/>
                      <a:pt x="1724" y="5556"/>
                    </a:cubicBezTo>
                    <a:cubicBezTo>
                      <a:pt x="2285" y="5556"/>
                      <a:pt x="2694" y="5029"/>
                      <a:pt x="2598" y="4503"/>
                    </a:cubicBezTo>
                    <a:lnTo>
                      <a:pt x="2298" y="1103"/>
                    </a:lnTo>
                    <a:cubicBezTo>
                      <a:pt x="2198" y="454"/>
                      <a:pt x="1698" y="4"/>
                      <a:pt x="1048" y="4"/>
                    </a:cubicBezTo>
                    <a:cubicBezTo>
                      <a:pt x="1023" y="2"/>
                      <a:pt x="998" y="1"/>
                      <a:pt x="97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4" name="Google Shape;1114;p32"/>
              <p:cNvSpPr/>
              <p:nvPr/>
            </p:nvSpPr>
            <p:spPr>
              <a:xfrm>
                <a:off x="7077097" y="1777397"/>
                <a:ext cx="59490" cy="122690"/>
              </a:xfrm>
              <a:custGeom>
                <a:avLst/>
                <a:gdLst/>
                <a:ahLst/>
                <a:cxnLst/>
                <a:rect l="l" t="t" r="r" b="b"/>
                <a:pathLst>
                  <a:path w="2694" h="5556" extrusionOk="0">
                    <a:moveTo>
                      <a:pt x="973" y="1"/>
                    </a:moveTo>
                    <a:cubicBezTo>
                      <a:pt x="411" y="1"/>
                      <a:pt x="1" y="529"/>
                      <a:pt x="49" y="1103"/>
                    </a:cubicBezTo>
                    <a:lnTo>
                      <a:pt x="399" y="4503"/>
                    </a:lnTo>
                    <a:cubicBezTo>
                      <a:pt x="499" y="5103"/>
                      <a:pt x="999" y="5553"/>
                      <a:pt x="1648" y="5553"/>
                    </a:cubicBezTo>
                    <a:cubicBezTo>
                      <a:pt x="1672" y="5555"/>
                      <a:pt x="1695" y="5556"/>
                      <a:pt x="1718" y="5556"/>
                    </a:cubicBezTo>
                    <a:cubicBezTo>
                      <a:pt x="2240" y="5556"/>
                      <a:pt x="2694" y="5029"/>
                      <a:pt x="2598" y="4503"/>
                    </a:cubicBezTo>
                    <a:lnTo>
                      <a:pt x="2298" y="1103"/>
                    </a:lnTo>
                    <a:cubicBezTo>
                      <a:pt x="2198" y="454"/>
                      <a:pt x="1698" y="4"/>
                      <a:pt x="1049" y="4"/>
                    </a:cubicBezTo>
                    <a:cubicBezTo>
                      <a:pt x="1023" y="2"/>
                      <a:pt x="998" y="1"/>
                      <a:pt x="97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5" name="Google Shape;1115;p32"/>
              <p:cNvSpPr/>
              <p:nvPr/>
            </p:nvSpPr>
            <p:spPr>
              <a:xfrm>
                <a:off x="7179781" y="1777397"/>
                <a:ext cx="59490" cy="122690"/>
              </a:xfrm>
              <a:custGeom>
                <a:avLst/>
                <a:gdLst/>
                <a:ahLst/>
                <a:cxnLst/>
                <a:rect l="l" t="t" r="r" b="b"/>
                <a:pathLst>
                  <a:path w="2694" h="5556" extrusionOk="0">
                    <a:moveTo>
                      <a:pt x="972" y="1"/>
                    </a:moveTo>
                    <a:cubicBezTo>
                      <a:pt x="411" y="1"/>
                      <a:pt x="0" y="529"/>
                      <a:pt x="48" y="1103"/>
                    </a:cubicBezTo>
                    <a:lnTo>
                      <a:pt x="398" y="4503"/>
                    </a:lnTo>
                    <a:cubicBezTo>
                      <a:pt x="498" y="5103"/>
                      <a:pt x="998" y="5553"/>
                      <a:pt x="1648" y="5553"/>
                    </a:cubicBezTo>
                    <a:cubicBezTo>
                      <a:pt x="1671" y="5555"/>
                      <a:pt x="1694" y="5556"/>
                      <a:pt x="1718" y="5556"/>
                    </a:cubicBezTo>
                    <a:cubicBezTo>
                      <a:pt x="2239" y="5556"/>
                      <a:pt x="2693" y="5029"/>
                      <a:pt x="2597" y="4503"/>
                    </a:cubicBezTo>
                    <a:lnTo>
                      <a:pt x="2298" y="1103"/>
                    </a:lnTo>
                    <a:cubicBezTo>
                      <a:pt x="2198" y="454"/>
                      <a:pt x="1698" y="4"/>
                      <a:pt x="1048" y="4"/>
                    </a:cubicBezTo>
                    <a:cubicBezTo>
                      <a:pt x="1022" y="2"/>
                      <a:pt x="997" y="1"/>
                      <a:pt x="97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6" name="Google Shape;1116;p32"/>
              <p:cNvSpPr/>
              <p:nvPr/>
            </p:nvSpPr>
            <p:spPr>
              <a:xfrm>
                <a:off x="7282442" y="1777397"/>
                <a:ext cx="59490" cy="122690"/>
              </a:xfrm>
              <a:custGeom>
                <a:avLst/>
                <a:gdLst/>
                <a:ahLst/>
                <a:cxnLst/>
                <a:rect l="l" t="t" r="r" b="b"/>
                <a:pathLst>
                  <a:path w="2694" h="5556" extrusionOk="0">
                    <a:moveTo>
                      <a:pt x="972" y="1"/>
                    </a:moveTo>
                    <a:cubicBezTo>
                      <a:pt x="411" y="1"/>
                      <a:pt x="0" y="529"/>
                      <a:pt x="48" y="1103"/>
                    </a:cubicBezTo>
                    <a:lnTo>
                      <a:pt x="398" y="4503"/>
                    </a:lnTo>
                    <a:cubicBezTo>
                      <a:pt x="498" y="5103"/>
                      <a:pt x="998" y="5553"/>
                      <a:pt x="1648" y="5553"/>
                    </a:cubicBezTo>
                    <a:cubicBezTo>
                      <a:pt x="1671" y="5555"/>
                      <a:pt x="1695" y="5556"/>
                      <a:pt x="1718" y="5556"/>
                    </a:cubicBezTo>
                    <a:cubicBezTo>
                      <a:pt x="2239" y="5556"/>
                      <a:pt x="2693" y="5029"/>
                      <a:pt x="2598" y="4503"/>
                    </a:cubicBezTo>
                    <a:lnTo>
                      <a:pt x="2248" y="1103"/>
                    </a:lnTo>
                    <a:cubicBezTo>
                      <a:pt x="2198" y="454"/>
                      <a:pt x="1648" y="4"/>
                      <a:pt x="1048" y="4"/>
                    </a:cubicBezTo>
                    <a:cubicBezTo>
                      <a:pt x="1022" y="2"/>
                      <a:pt x="997" y="1"/>
                      <a:pt x="97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7" name="Google Shape;1117;p32"/>
              <p:cNvSpPr/>
              <p:nvPr/>
            </p:nvSpPr>
            <p:spPr>
              <a:xfrm>
                <a:off x="7385104" y="1777397"/>
                <a:ext cx="59490" cy="122690"/>
              </a:xfrm>
              <a:custGeom>
                <a:avLst/>
                <a:gdLst/>
                <a:ahLst/>
                <a:cxnLst/>
                <a:rect l="l" t="t" r="r" b="b"/>
                <a:pathLst>
                  <a:path w="2694" h="5556" extrusionOk="0">
                    <a:moveTo>
                      <a:pt x="972" y="1"/>
                    </a:moveTo>
                    <a:cubicBezTo>
                      <a:pt x="411" y="1"/>
                      <a:pt x="0" y="529"/>
                      <a:pt x="48" y="1103"/>
                    </a:cubicBezTo>
                    <a:lnTo>
                      <a:pt x="398" y="4503"/>
                    </a:lnTo>
                    <a:cubicBezTo>
                      <a:pt x="498" y="5103"/>
                      <a:pt x="998" y="5553"/>
                      <a:pt x="1648" y="5553"/>
                    </a:cubicBezTo>
                    <a:cubicBezTo>
                      <a:pt x="1671" y="5555"/>
                      <a:pt x="1695" y="5556"/>
                      <a:pt x="1718" y="5556"/>
                    </a:cubicBezTo>
                    <a:cubicBezTo>
                      <a:pt x="2239" y="5556"/>
                      <a:pt x="2694" y="5029"/>
                      <a:pt x="2598" y="4503"/>
                    </a:cubicBezTo>
                    <a:lnTo>
                      <a:pt x="2248" y="1103"/>
                    </a:lnTo>
                    <a:cubicBezTo>
                      <a:pt x="2198" y="454"/>
                      <a:pt x="1698" y="4"/>
                      <a:pt x="1048" y="4"/>
                    </a:cubicBezTo>
                    <a:cubicBezTo>
                      <a:pt x="1023" y="2"/>
                      <a:pt x="997" y="1"/>
                      <a:pt x="97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8" name="Google Shape;1118;p32"/>
              <p:cNvSpPr/>
              <p:nvPr/>
            </p:nvSpPr>
            <p:spPr>
              <a:xfrm>
                <a:off x="7487810" y="1777397"/>
                <a:ext cx="59490" cy="122690"/>
              </a:xfrm>
              <a:custGeom>
                <a:avLst/>
                <a:gdLst/>
                <a:ahLst/>
                <a:cxnLst/>
                <a:rect l="l" t="t" r="r" b="b"/>
                <a:pathLst>
                  <a:path w="2694" h="5556" extrusionOk="0">
                    <a:moveTo>
                      <a:pt x="1020" y="1"/>
                    </a:moveTo>
                    <a:cubicBezTo>
                      <a:pt x="455" y="1"/>
                      <a:pt x="1" y="529"/>
                      <a:pt x="96" y="1103"/>
                    </a:cubicBezTo>
                    <a:lnTo>
                      <a:pt x="446" y="4503"/>
                    </a:lnTo>
                    <a:cubicBezTo>
                      <a:pt x="496" y="5103"/>
                      <a:pt x="996" y="5553"/>
                      <a:pt x="1646" y="5553"/>
                    </a:cubicBezTo>
                    <a:cubicBezTo>
                      <a:pt x="1672" y="5555"/>
                      <a:pt x="1697" y="5556"/>
                      <a:pt x="1722" y="5556"/>
                    </a:cubicBezTo>
                    <a:cubicBezTo>
                      <a:pt x="2283" y="5556"/>
                      <a:pt x="2694" y="5029"/>
                      <a:pt x="2646" y="4503"/>
                    </a:cubicBezTo>
                    <a:lnTo>
                      <a:pt x="2296" y="1103"/>
                    </a:lnTo>
                    <a:cubicBezTo>
                      <a:pt x="2196" y="454"/>
                      <a:pt x="1696" y="4"/>
                      <a:pt x="1096" y="4"/>
                    </a:cubicBezTo>
                    <a:cubicBezTo>
                      <a:pt x="1071" y="2"/>
                      <a:pt x="1045" y="1"/>
                      <a:pt x="102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9" name="Google Shape;1119;p32"/>
              <p:cNvSpPr/>
              <p:nvPr/>
            </p:nvSpPr>
            <p:spPr>
              <a:xfrm>
                <a:off x="7590427" y="1777397"/>
                <a:ext cx="59490" cy="122690"/>
              </a:xfrm>
              <a:custGeom>
                <a:avLst/>
                <a:gdLst/>
                <a:ahLst/>
                <a:cxnLst/>
                <a:rect l="l" t="t" r="r" b="b"/>
                <a:pathLst>
                  <a:path w="2694" h="5556" extrusionOk="0">
                    <a:moveTo>
                      <a:pt x="973" y="1"/>
                    </a:moveTo>
                    <a:cubicBezTo>
                      <a:pt x="411" y="1"/>
                      <a:pt x="1" y="529"/>
                      <a:pt x="49" y="1103"/>
                    </a:cubicBezTo>
                    <a:lnTo>
                      <a:pt x="399" y="4503"/>
                    </a:lnTo>
                    <a:cubicBezTo>
                      <a:pt x="499" y="5103"/>
                      <a:pt x="998" y="5553"/>
                      <a:pt x="1598" y="5553"/>
                    </a:cubicBezTo>
                    <a:cubicBezTo>
                      <a:pt x="1624" y="5555"/>
                      <a:pt x="1649" y="5556"/>
                      <a:pt x="1674" y="5556"/>
                    </a:cubicBezTo>
                    <a:cubicBezTo>
                      <a:pt x="2240" y="5556"/>
                      <a:pt x="2694" y="5029"/>
                      <a:pt x="2598" y="4503"/>
                    </a:cubicBezTo>
                    <a:lnTo>
                      <a:pt x="2248" y="1103"/>
                    </a:lnTo>
                    <a:cubicBezTo>
                      <a:pt x="2198" y="454"/>
                      <a:pt x="1698" y="4"/>
                      <a:pt x="1048" y="4"/>
                    </a:cubicBezTo>
                    <a:cubicBezTo>
                      <a:pt x="1023" y="2"/>
                      <a:pt x="998" y="1"/>
                      <a:pt x="97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0" name="Google Shape;1120;p32"/>
              <p:cNvSpPr/>
              <p:nvPr/>
            </p:nvSpPr>
            <p:spPr>
              <a:xfrm>
                <a:off x="6939059" y="1849231"/>
                <a:ext cx="848962" cy="557495"/>
              </a:xfrm>
              <a:custGeom>
                <a:avLst/>
                <a:gdLst/>
                <a:ahLst/>
                <a:cxnLst/>
                <a:rect l="l" t="t" r="r" b="b"/>
                <a:pathLst>
                  <a:path w="38445" h="25246" extrusionOk="0">
                    <a:moveTo>
                      <a:pt x="35145" y="0"/>
                    </a:moveTo>
                    <a:cubicBezTo>
                      <a:pt x="32595" y="4899"/>
                      <a:pt x="23597" y="18197"/>
                      <a:pt x="1" y="20347"/>
                    </a:cubicBezTo>
                    <a:lnTo>
                      <a:pt x="351" y="23696"/>
                    </a:lnTo>
                    <a:cubicBezTo>
                      <a:pt x="451" y="24546"/>
                      <a:pt x="1151" y="25196"/>
                      <a:pt x="2050" y="25246"/>
                    </a:cubicBezTo>
                    <a:lnTo>
                      <a:pt x="36994" y="25246"/>
                    </a:lnTo>
                    <a:cubicBezTo>
                      <a:pt x="37794" y="25246"/>
                      <a:pt x="38444" y="24546"/>
                      <a:pt x="38344" y="23696"/>
                    </a:cubicBezTo>
                    <a:lnTo>
                      <a:pt x="36045" y="1350"/>
                    </a:lnTo>
                    <a:cubicBezTo>
                      <a:pt x="35995" y="750"/>
                      <a:pt x="35645" y="250"/>
                      <a:pt x="35145" y="0"/>
                    </a:cubicBezTo>
                    <a:close/>
                  </a:path>
                </a:pathLst>
              </a:custGeom>
              <a:solidFill>
                <a:srgbClr val="263238">
                  <a:alpha val="5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1" name="Google Shape;1121;p32"/>
              <p:cNvSpPr/>
              <p:nvPr/>
            </p:nvSpPr>
            <p:spPr>
              <a:xfrm>
                <a:off x="6760235" y="2434307"/>
                <a:ext cx="1351228" cy="299196"/>
              </a:xfrm>
              <a:custGeom>
                <a:avLst/>
                <a:gdLst/>
                <a:ahLst/>
                <a:cxnLst/>
                <a:rect l="l" t="t" r="r" b="b"/>
                <a:pathLst>
                  <a:path w="61190" h="13549" extrusionOk="0">
                    <a:moveTo>
                      <a:pt x="0" y="0"/>
                    </a:moveTo>
                    <a:lnTo>
                      <a:pt x="0" y="13548"/>
                    </a:lnTo>
                    <a:lnTo>
                      <a:pt x="61190" y="13548"/>
                    </a:lnTo>
                    <a:lnTo>
                      <a:pt x="61190" y="0"/>
                    </a:lnTo>
                    <a:close/>
                  </a:path>
                </a:pathLst>
              </a:custGeom>
              <a:solidFill>
                <a:srgbClr val="66666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2" name="Google Shape;1122;p32"/>
              <p:cNvSpPr/>
              <p:nvPr/>
            </p:nvSpPr>
            <p:spPr>
              <a:xfrm>
                <a:off x="6841919" y="2733480"/>
                <a:ext cx="98267" cy="24291"/>
              </a:xfrm>
              <a:custGeom>
                <a:avLst/>
                <a:gdLst/>
                <a:ahLst/>
                <a:cxnLst/>
                <a:rect l="l" t="t" r="r" b="b"/>
                <a:pathLst>
                  <a:path w="4450" h="1100" extrusionOk="0">
                    <a:moveTo>
                      <a:pt x="1" y="0"/>
                    </a:moveTo>
                    <a:lnTo>
                      <a:pt x="1" y="1100"/>
                    </a:lnTo>
                    <a:lnTo>
                      <a:pt x="4450" y="1100"/>
                    </a:lnTo>
                    <a:lnTo>
                      <a:pt x="4450" y="0"/>
                    </a:lnTo>
                    <a:close/>
                  </a:path>
                </a:pathLst>
              </a:custGeom>
              <a:solidFill>
                <a:srgbClr val="66666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3" name="Google Shape;1123;p32"/>
              <p:cNvSpPr/>
              <p:nvPr/>
            </p:nvSpPr>
            <p:spPr>
              <a:xfrm>
                <a:off x="7932595" y="2733480"/>
                <a:ext cx="98289" cy="24291"/>
              </a:xfrm>
              <a:custGeom>
                <a:avLst/>
                <a:gdLst/>
                <a:ahLst/>
                <a:cxnLst/>
                <a:rect l="l" t="t" r="r" b="b"/>
                <a:pathLst>
                  <a:path w="4451" h="1100" extrusionOk="0">
                    <a:moveTo>
                      <a:pt x="1" y="0"/>
                    </a:moveTo>
                    <a:lnTo>
                      <a:pt x="1" y="1100"/>
                    </a:lnTo>
                    <a:lnTo>
                      <a:pt x="4450" y="1100"/>
                    </a:lnTo>
                    <a:lnTo>
                      <a:pt x="4450" y="0"/>
                    </a:lnTo>
                    <a:close/>
                  </a:path>
                </a:pathLst>
              </a:custGeom>
              <a:solidFill>
                <a:srgbClr val="66666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4" name="Google Shape;1124;p32"/>
              <p:cNvSpPr/>
              <p:nvPr/>
            </p:nvSpPr>
            <p:spPr>
              <a:xfrm>
                <a:off x="7456806" y="2503845"/>
                <a:ext cx="592827" cy="55228"/>
              </a:xfrm>
              <a:custGeom>
                <a:avLst/>
                <a:gdLst/>
                <a:ahLst/>
                <a:cxnLst/>
                <a:rect l="l" t="t" r="r" b="b"/>
                <a:pathLst>
                  <a:path w="26846" h="2501" fill="none" extrusionOk="0">
                    <a:moveTo>
                      <a:pt x="1" y="1"/>
                    </a:moveTo>
                    <a:lnTo>
                      <a:pt x="26846" y="1"/>
                    </a:lnTo>
                    <a:lnTo>
                      <a:pt x="26846" y="2500"/>
                    </a:lnTo>
                    <a:lnTo>
                      <a:pt x="1" y="2500"/>
                    </a:lnTo>
                    <a:close/>
                  </a:path>
                </a:pathLst>
              </a:custGeom>
              <a:noFill/>
              <a:ln w="16250" cap="flat" cmpd="sng">
                <a:solidFill>
                  <a:srgbClr val="999999"/>
                </a:solidFill>
                <a:prstDash val="solid"/>
                <a:miter lim="4999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5" name="Google Shape;1125;p32"/>
              <p:cNvSpPr/>
              <p:nvPr/>
            </p:nvSpPr>
            <p:spPr>
              <a:xfrm>
                <a:off x="6811003" y="2472951"/>
                <a:ext cx="49708" cy="43282"/>
              </a:xfrm>
              <a:custGeom>
                <a:avLst/>
                <a:gdLst/>
                <a:ahLst/>
                <a:cxnLst/>
                <a:rect l="l" t="t" r="r" b="b"/>
                <a:pathLst>
                  <a:path w="2251" h="1960" extrusionOk="0">
                    <a:moveTo>
                      <a:pt x="1301" y="0"/>
                    </a:moveTo>
                    <a:cubicBezTo>
                      <a:pt x="401" y="0"/>
                      <a:pt x="1" y="1050"/>
                      <a:pt x="601" y="1650"/>
                    </a:cubicBezTo>
                    <a:cubicBezTo>
                      <a:pt x="799" y="1864"/>
                      <a:pt x="1046" y="1959"/>
                      <a:pt x="1288" y="1959"/>
                    </a:cubicBezTo>
                    <a:cubicBezTo>
                      <a:pt x="1779" y="1959"/>
                      <a:pt x="2250" y="1569"/>
                      <a:pt x="2250" y="1000"/>
                    </a:cubicBezTo>
                    <a:cubicBezTo>
                      <a:pt x="2250" y="450"/>
                      <a:pt x="1801" y="0"/>
                      <a:pt x="1301" y="0"/>
                    </a:cubicBezTo>
                    <a:close/>
                  </a:path>
                </a:pathLst>
              </a:custGeom>
              <a:solidFill>
                <a:srgbClr val="99999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6" name="Google Shape;1126;p32"/>
              <p:cNvSpPr/>
              <p:nvPr/>
            </p:nvSpPr>
            <p:spPr>
              <a:xfrm>
                <a:off x="6889396" y="2472951"/>
                <a:ext cx="49686" cy="42774"/>
              </a:xfrm>
              <a:custGeom>
                <a:avLst/>
                <a:gdLst/>
                <a:ahLst/>
                <a:cxnLst/>
                <a:rect l="l" t="t" r="r" b="b"/>
                <a:pathLst>
                  <a:path w="2250" h="1937" extrusionOk="0">
                    <a:moveTo>
                      <a:pt x="1250" y="0"/>
                    </a:moveTo>
                    <a:cubicBezTo>
                      <a:pt x="400" y="0"/>
                      <a:pt x="0" y="1050"/>
                      <a:pt x="600" y="1650"/>
                    </a:cubicBezTo>
                    <a:cubicBezTo>
                      <a:pt x="798" y="1848"/>
                      <a:pt x="1040" y="1937"/>
                      <a:pt x="1276" y="1937"/>
                    </a:cubicBezTo>
                    <a:cubicBezTo>
                      <a:pt x="1756" y="1937"/>
                      <a:pt x="2216" y="1569"/>
                      <a:pt x="2250" y="1000"/>
                    </a:cubicBezTo>
                    <a:cubicBezTo>
                      <a:pt x="2250" y="450"/>
                      <a:pt x="1800" y="0"/>
                      <a:pt x="1250" y="0"/>
                    </a:cubicBezTo>
                    <a:close/>
                  </a:path>
                </a:pathLst>
              </a:custGeom>
              <a:solidFill>
                <a:srgbClr val="99999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7" name="Google Shape;1127;p32"/>
              <p:cNvSpPr/>
              <p:nvPr/>
            </p:nvSpPr>
            <p:spPr>
              <a:xfrm>
                <a:off x="6668593" y="1718679"/>
                <a:ext cx="51916" cy="96346"/>
              </a:xfrm>
              <a:custGeom>
                <a:avLst/>
                <a:gdLst/>
                <a:ahLst/>
                <a:cxnLst/>
                <a:rect l="l" t="t" r="r" b="b"/>
                <a:pathLst>
                  <a:path w="2351" h="4363" extrusionOk="0">
                    <a:moveTo>
                      <a:pt x="1176" y="1"/>
                    </a:moveTo>
                    <a:cubicBezTo>
                      <a:pt x="588" y="1"/>
                      <a:pt x="1" y="388"/>
                      <a:pt x="1" y="1163"/>
                    </a:cubicBezTo>
                    <a:lnTo>
                      <a:pt x="1" y="3213"/>
                    </a:lnTo>
                    <a:cubicBezTo>
                      <a:pt x="1" y="3812"/>
                      <a:pt x="551" y="4362"/>
                      <a:pt x="1201" y="4362"/>
                    </a:cubicBezTo>
                    <a:cubicBezTo>
                      <a:pt x="1801" y="4362"/>
                      <a:pt x="2351" y="3812"/>
                      <a:pt x="2351" y="3213"/>
                    </a:cubicBezTo>
                    <a:lnTo>
                      <a:pt x="2351" y="1163"/>
                    </a:lnTo>
                    <a:cubicBezTo>
                      <a:pt x="2351" y="388"/>
                      <a:pt x="1763" y="1"/>
                      <a:pt x="117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8" name="Google Shape;1128;p32"/>
              <p:cNvSpPr/>
              <p:nvPr/>
            </p:nvSpPr>
            <p:spPr>
              <a:xfrm>
                <a:off x="6669697" y="1849143"/>
                <a:ext cx="51916" cy="96412"/>
              </a:xfrm>
              <a:custGeom>
                <a:avLst/>
                <a:gdLst/>
                <a:ahLst/>
                <a:cxnLst/>
                <a:rect l="l" t="t" r="r" b="b"/>
                <a:pathLst>
                  <a:path w="2351" h="4366" extrusionOk="0">
                    <a:moveTo>
                      <a:pt x="1233" y="1"/>
                    </a:moveTo>
                    <a:cubicBezTo>
                      <a:pt x="1206" y="1"/>
                      <a:pt x="1178" y="2"/>
                      <a:pt x="1151" y="4"/>
                    </a:cubicBezTo>
                    <a:cubicBezTo>
                      <a:pt x="501" y="4"/>
                      <a:pt x="1" y="504"/>
                      <a:pt x="1" y="1154"/>
                    </a:cubicBezTo>
                    <a:lnTo>
                      <a:pt x="1" y="3204"/>
                    </a:lnTo>
                    <a:cubicBezTo>
                      <a:pt x="1" y="3978"/>
                      <a:pt x="588" y="4366"/>
                      <a:pt x="1176" y="4366"/>
                    </a:cubicBezTo>
                    <a:cubicBezTo>
                      <a:pt x="1763" y="4366"/>
                      <a:pt x="2351" y="3978"/>
                      <a:pt x="2351" y="3204"/>
                    </a:cubicBezTo>
                    <a:lnTo>
                      <a:pt x="2351" y="1154"/>
                    </a:lnTo>
                    <a:cubicBezTo>
                      <a:pt x="2303" y="532"/>
                      <a:pt x="1842" y="1"/>
                      <a:pt x="123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9" name="Google Shape;1129;p32"/>
              <p:cNvSpPr/>
              <p:nvPr/>
            </p:nvSpPr>
            <p:spPr>
              <a:xfrm>
                <a:off x="6701297" y="1806104"/>
                <a:ext cx="117854" cy="52026"/>
              </a:xfrm>
              <a:custGeom>
                <a:avLst/>
                <a:gdLst/>
                <a:ahLst/>
                <a:cxnLst/>
                <a:rect l="l" t="t" r="r" b="b"/>
                <a:pathLst>
                  <a:path w="5337" h="2356" extrusionOk="0">
                    <a:moveTo>
                      <a:pt x="1526" y="1"/>
                    </a:moveTo>
                    <a:cubicBezTo>
                      <a:pt x="1" y="1"/>
                      <a:pt x="1" y="2356"/>
                      <a:pt x="1526" y="2356"/>
                    </a:cubicBezTo>
                    <a:cubicBezTo>
                      <a:pt x="1557" y="2356"/>
                      <a:pt x="1588" y="2355"/>
                      <a:pt x="1619" y="2353"/>
                    </a:cubicBezTo>
                    <a:lnTo>
                      <a:pt x="3669" y="2353"/>
                    </a:lnTo>
                    <a:cubicBezTo>
                      <a:pt x="3702" y="2355"/>
                      <a:pt x="3734" y="2356"/>
                      <a:pt x="3765" y="2356"/>
                    </a:cubicBezTo>
                    <a:cubicBezTo>
                      <a:pt x="5337" y="2356"/>
                      <a:pt x="5337" y="1"/>
                      <a:pt x="3765" y="1"/>
                    </a:cubicBezTo>
                    <a:cubicBezTo>
                      <a:pt x="3734" y="1"/>
                      <a:pt x="3702" y="2"/>
                      <a:pt x="3669" y="3"/>
                    </a:cubicBezTo>
                    <a:lnTo>
                      <a:pt x="1619" y="3"/>
                    </a:lnTo>
                    <a:cubicBezTo>
                      <a:pt x="1588" y="2"/>
                      <a:pt x="1557" y="1"/>
                      <a:pt x="152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0" name="Google Shape;1130;p32"/>
              <p:cNvSpPr/>
              <p:nvPr/>
            </p:nvSpPr>
            <p:spPr>
              <a:xfrm>
                <a:off x="6574764" y="1806170"/>
                <a:ext cx="102684" cy="51916"/>
              </a:xfrm>
              <a:custGeom>
                <a:avLst/>
                <a:gdLst/>
                <a:ahLst/>
                <a:cxnLst/>
                <a:rect l="l" t="t" r="r" b="b"/>
                <a:pathLst>
                  <a:path w="4650" h="2351" extrusionOk="0">
                    <a:moveTo>
                      <a:pt x="1450" y="0"/>
                    </a:moveTo>
                    <a:cubicBezTo>
                      <a:pt x="1" y="100"/>
                      <a:pt x="1" y="2200"/>
                      <a:pt x="1450" y="2350"/>
                    </a:cubicBezTo>
                    <a:lnTo>
                      <a:pt x="3500" y="2350"/>
                    </a:lnTo>
                    <a:cubicBezTo>
                      <a:pt x="4150" y="2350"/>
                      <a:pt x="4650" y="1800"/>
                      <a:pt x="4650" y="1150"/>
                    </a:cubicBezTo>
                    <a:cubicBezTo>
                      <a:pt x="4650" y="500"/>
                      <a:pt x="4150" y="0"/>
                      <a:pt x="350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1" name="Google Shape;1131;p32"/>
              <p:cNvSpPr/>
              <p:nvPr/>
            </p:nvSpPr>
            <p:spPr>
              <a:xfrm>
                <a:off x="7539615" y="1155399"/>
                <a:ext cx="43061" cy="81153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3675" extrusionOk="0">
                    <a:moveTo>
                      <a:pt x="975" y="1"/>
                    </a:moveTo>
                    <a:cubicBezTo>
                      <a:pt x="487" y="1"/>
                      <a:pt x="0" y="326"/>
                      <a:pt x="0" y="975"/>
                    </a:cubicBezTo>
                    <a:lnTo>
                      <a:pt x="0" y="2675"/>
                    </a:lnTo>
                    <a:cubicBezTo>
                      <a:pt x="0" y="3225"/>
                      <a:pt x="450" y="3675"/>
                      <a:pt x="950" y="3675"/>
                    </a:cubicBezTo>
                    <a:cubicBezTo>
                      <a:pt x="1500" y="3675"/>
                      <a:pt x="1950" y="3225"/>
                      <a:pt x="1950" y="2675"/>
                    </a:cubicBezTo>
                    <a:lnTo>
                      <a:pt x="1950" y="975"/>
                    </a:lnTo>
                    <a:cubicBezTo>
                      <a:pt x="1950" y="326"/>
                      <a:pt x="1462" y="1"/>
                      <a:pt x="97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2" name="Google Shape;1132;p32"/>
              <p:cNvSpPr/>
              <p:nvPr/>
            </p:nvSpPr>
            <p:spPr>
              <a:xfrm>
                <a:off x="7539615" y="1265237"/>
                <a:ext cx="43061" cy="80336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3638" extrusionOk="0">
                    <a:moveTo>
                      <a:pt x="950" y="1"/>
                    </a:moveTo>
                    <a:cubicBezTo>
                      <a:pt x="450" y="1"/>
                      <a:pt x="0" y="401"/>
                      <a:pt x="0" y="951"/>
                    </a:cubicBezTo>
                    <a:lnTo>
                      <a:pt x="0" y="2700"/>
                    </a:lnTo>
                    <a:cubicBezTo>
                      <a:pt x="0" y="3325"/>
                      <a:pt x="487" y="3638"/>
                      <a:pt x="975" y="3638"/>
                    </a:cubicBezTo>
                    <a:cubicBezTo>
                      <a:pt x="1462" y="3638"/>
                      <a:pt x="1950" y="3325"/>
                      <a:pt x="1950" y="2700"/>
                    </a:cubicBezTo>
                    <a:lnTo>
                      <a:pt x="1950" y="951"/>
                    </a:lnTo>
                    <a:cubicBezTo>
                      <a:pt x="1950" y="401"/>
                      <a:pt x="1500" y="1"/>
                      <a:pt x="95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3" name="Google Shape;1133;p32"/>
              <p:cNvSpPr/>
              <p:nvPr/>
            </p:nvSpPr>
            <p:spPr>
              <a:xfrm>
                <a:off x="7569404" y="1228823"/>
                <a:ext cx="94977" cy="43061"/>
              </a:xfrm>
              <a:custGeom>
                <a:avLst/>
                <a:gdLst/>
                <a:ahLst/>
                <a:cxnLst/>
                <a:rect l="l" t="t" r="r" b="b"/>
                <a:pathLst>
                  <a:path w="4301" h="1950" extrusionOk="0">
                    <a:moveTo>
                      <a:pt x="1301" y="0"/>
                    </a:moveTo>
                    <a:cubicBezTo>
                      <a:pt x="1" y="0"/>
                      <a:pt x="1" y="1950"/>
                      <a:pt x="1301" y="1950"/>
                    </a:cubicBezTo>
                    <a:lnTo>
                      <a:pt x="3000" y="1950"/>
                    </a:lnTo>
                    <a:cubicBezTo>
                      <a:pt x="4300" y="1950"/>
                      <a:pt x="4300" y="0"/>
                      <a:pt x="300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4" name="Google Shape;1134;p32"/>
              <p:cNvSpPr/>
              <p:nvPr/>
            </p:nvSpPr>
            <p:spPr>
              <a:xfrm>
                <a:off x="7457910" y="1229927"/>
                <a:ext cx="88330" cy="43061"/>
              </a:xfrm>
              <a:custGeom>
                <a:avLst/>
                <a:gdLst/>
                <a:ahLst/>
                <a:cxnLst/>
                <a:rect l="l" t="t" r="r" b="b"/>
                <a:pathLst>
                  <a:path w="4000" h="1950" extrusionOk="0">
                    <a:moveTo>
                      <a:pt x="1300" y="0"/>
                    </a:moveTo>
                    <a:cubicBezTo>
                      <a:pt x="1" y="0"/>
                      <a:pt x="1" y="1950"/>
                      <a:pt x="1300" y="1950"/>
                    </a:cubicBezTo>
                    <a:lnTo>
                      <a:pt x="3050" y="1950"/>
                    </a:lnTo>
                    <a:cubicBezTo>
                      <a:pt x="3600" y="1900"/>
                      <a:pt x="4000" y="1500"/>
                      <a:pt x="4000" y="950"/>
                    </a:cubicBezTo>
                    <a:cubicBezTo>
                      <a:pt x="4000" y="400"/>
                      <a:pt x="3600" y="0"/>
                      <a:pt x="305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5" name="Google Shape;1135;p32"/>
              <p:cNvSpPr/>
              <p:nvPr/>
            </p:nvSpPr>
            <p:spPr>
              <a:xfrm>
                <a:off x="8060652" y="1785744"/>
                <a:ext cx="43083" cy="81153"/>
              </a:xfrm>
              <a:custGeom>
                <a:avLst/>
                <a:gdLst/>
                <a:ahLst/>
                <a:cxnLst/>
                <a:rect l="l" t="t" r="r" b="b"/>
                <a:pathLst>
                  <a:path w="1951" h="3675" extrusionOk="0">
                    <a:moveTo>
                      <a:pt x="976" y="1"/>
                    </a:moveTo>
                    <a:cubicBezTo>
                      <a:pt x="488" y="1"/>
                      <a:pt x="1" y="326"/>
                      <a:pt x="1" y="975"/>
                    </a:cubicBezTo>
                    <a:lnTo>
                      <a:pt x="1" y="2725"/>
                    </a:lnTo>
                    <a:cubicBezTo>
                      <a:pt x="1" y="3275"/>
                      <a:pt x="451" y="3675"/>
                      <a:pt x="1001" y="3675"/>
                    </a:cubicBezTo>
                    <a:cubicBezTo>
                      <a:pt x="1551" y="3675"/>
                      <a:pt x="1951" y="3275"/>
                      <a:pt x="1951" y="2725"/>
                    </a:cubicBezTo>
                    <a:lnTo>
                      <a:pt x="1951" y="975"/>
                    </a:lnTo>
                    <a:cubicBezTo>
                      <a:pt x="1951" y="326"/>
                      <a:pt x="1463" y="1"/>
                      <a:pt x="97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32"/>
              <p:cNvSpPr/>
              <p:nvPr/>
            </p:nvSpPr>
            <p:spPr>
              <a:xfrm>
                <a:off x="8060652" y="1895582"/>
                <a:ext cx="43083" cy="81175"/>
              </a:xfrm>
              <a:custGeom>
                <a:avLst/>
                <a:gdLst/>
                <a:ahLst/>
                <a:cxnLst/>
                <a:rect l="l" t="t" r="r" b="b"/>
                <a:pathLst>
                  <a:path w="1951" h="3676" extrusionOk="0">
                    <a:moveTo>
                      <a:pt x="1001" y="1"/>
                    </a:moveTo>
                    <a:cubicBezTo>
                      <a:pt x="451" y="1"/>
                      <a:pt x="1" y="451"/>
                      <a:pt x="1" y="1001"/>
                    </a:cubicBezTo>
                    <a:lnTo>
                      <a:pt x="1" y="2700"/>
                    </a:lnTo>
                    <a:cubicBezTo>
                      <a:pt x="1" y="3350"/>
                      <a:pt x="488" y="3675"/>
                      <a:pt x="976" y="3675"/>
                    </a:cubicBezTo>
                    <a:cubicBezTo>
                      <a:pt x="1463" y="3675"/>
                      <a:pt x="1951" y="3350"/>
                      <a:pt x="1951" y="2700"/>
                    </a:cubicBezTo>
                    <a:lnTo>
                      <a:pt x="1951" y="1001"/>
                    </a:lnTo>
                    <a:cubicBezTo>
                      <a:pt x="1951" y="451"/>
                      <a:pt x="1551" y="1"/>
                      <a:pt x="100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32"/>
              <p:cNvSpPr/>
              <p:nvPr/>
            </p:nvSpPr>
            <p:spPr>
              <a:xfrm>
                <a:off x="8090463" y="1860272"/>
                <a:ext cx="94955" cy="43061"/>
              </a:xfrm>
              <a:custGeom>
                <a:avLst/>
                <a:gdLst/>
                <a:ahLst/>
                <a:cxnLst/>
                <a:rect l="l" t="t" r="r" b="b"/>
                <a:pathLst>
                  <a:path w="4300" h="1950" extrusionOk="0">
                    <a:moveTo>
                      <a:pt x="1300" y="0"/>
                    </a:moveTo>
                    <a:cubicBezTo>
                      <a:pt x="1" y="0"/>
                      <a:pt x="1" y="1950"/>
                      <a:pt x="1300" y="1950"/>
                    </a:cubicBezTo>
                    <a:lnTo>
                      <a:pt x="3000" y="1950"/>
                    </a:lnTo>
                    <a:cubicBezTo>
                      <a:pt x="4300" y="1950"/>
                      <a:pt x="4300" y="0"/>
                      <a:pt x="300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32"/>
              <p:cNvSpPr/>
              <p:nvPr/>
            </p:nvSpPr>
            <p:spPr>
              <a:xfrm>
                <a:off x="7980073" y="1860272"/>
                <a:ext cx="88330" cy="43061"/>
              </a:xfrm>
              <a:custGeom>
                <a:avLst/>
                <a:gdLst/>
                <a:ahLst/>
                <a:cxnLst/>
                <a:rect l="l" t="t" r="r" b="b"/>
                <a:pathLst>
                  <a:path w="4000" h="1950" extrusionOk="0">
                    <a:moveTo>
                      <a:pt x="1300" y="0"/>
                    </a:moveTo>
                    <a:cubicBezTo>
                      <a:pt x="1" y="0"/>
                      <a:pt x="1" y="1950"/>
                      <a:pt x="1300" y="1950"/>
                    </a:cubicBezTo>
                    <a:lnTo>
                      <a:pt x="3000" y="1950"/>
                    </a:lnTo>
                    <a:cubicBezTo>
                      <a:pt x="3550" y="1950"/>
                      <a:pt x="4000" y="1500"/>
                      <a:pt x="4000" y="950"/>
                    </a:cubicBezTo>
                    <a:cubicBezTo>
                      <a:pt x="4000" y="450"/>
                      <a:pt x="3550" y="0"/>
                      <a:pt x="300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32"/>
              <p:cNvSpPr/>
              <p:nvPr/>
            </p:nvSpPr>
            <p:spPr>
              <a:xfrm>
                <a:off x="6941268" y="1303882"/>
                <a:ext cx="144640" cy="122933"/>
              </a:xfrm>
              <a:custGeom>
                <a:avLst/>
                <a:gdLst/>
                <a:ahLst/>
                <a:cxnLst/>
                <a:rect l="l" t="t" r="r" b="b"/>
                <a:pathLst>
                  <a:path w="6550" h="5567" extrusionOk="0">
                    <a:moveTo>
                      <a:pt x="3750" y="0"/>
                    </a:moveTo>
                    <a:cubicBezTo>
                      <a:pt x="1251" y="0"/>
                      <a:pt x="1" y="3000"/>
                      <a:pt x="1750" y="4750"/>
                    </a:cubicBezTo>
                    <a:cubicBezTo>
                      <a:pt x="2332" y="5315"/>
                      <a:pt x="3038" y="5567"/>
                      <a:pt x="3728" y="5567"/>
                    </a:cubicBezTo>
                    <a:cubicBezTo>
                      <a:pt x="5175" y="5567"/>
                      <a:pt x="6550" y="4458"/>
                      <a:pt x="6550" y="2800"/>
                    </a:cubicBezTo>
                    <a:cubicBezTo>
                      <a:pt x="6550" y="1250"/>
                      <a:pt x="5300" y="0"/>
                      <a:pt x="375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32"/>
              <p:cNvSpPr/>
              <p:nvPr/>
            </p:nvSpPr>
            <p:spPr>
              <a:xfrm>
                <a:off x="8044022" y="1078947"/>
                <a:ext cx="111185" cy="94292"/>
              </a:xfrm>
              <a:custGeom>
                <a:avLst/>
                <a:gdLst/>
                <a:ahLst/>
                <a:cxnLst/>
                <a:rect l="l" t="t" r="r" b="b"/>
                <a:pathLst>
                  <a:path w="5035" h="4270" extrusionOk="0">
                    <a:moveTo>
                      <a:pt x="2873" y="1"/>
                    </a:moveTo>
                    <a:cubicBezTo>
                      <a:pt x="964" y="1"/>
                      <a:pt x="0" y="2265"/>
                      <a:pt x="1335" y="3601"/>
                    </a:cubicBezTo>
                    <a:cubicBezTo>
                      <a:pt x="1781" y="4063"/>
                      <a:pt x="2336" y="4269"/>
                      <a:pt x="2880" y="4269"/>
                    </a:cubicBezTo>
                    <a:cubicBezTo>
                      <a:pt x="3981" y="4269"/>
                      <a:pt x="5035" y="3423"/>
                      <a:pt x="5035" y="2151"/>
                    </a:cubicBezTo>
                    <a:cubicBezTo>
                      <a:pt x="5035" y="951"/>
                      <a:pt x="4085" y="1"/>
                      <a:pt x="2935" y="1"/>
                    </a:cubicBezTo>
                    <a:cubicBezTo>
                      <a:pt x="2914" y="1"/>
                      <a:pt x="2893" y="1"/>
                      <a:pt x="287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41" name="Google Shape;1141;p32"/>
          <p:cNvGrpSpPr/>
          <p:nvPr/>
        </p:nvGrpSpPr>
        <p:grpSpPr>
          <a:xfrm>
            <a:off x="475993" y="1410394"/>
            <a:ext cx="2710500" cy="2114140"/>
            <a:chOff x="475993" y="1130994"/>
            <a:chExt cx="2710500" cy="2114140"/>
          </a:xfrm>
        </p:grpSpPr>
        <p:sp>
          <p:nvSpPr>
            <p:cNvPr id="1142" name="Google Shape;1142;p32"/>
            <p:cNvSpPr/>
            <p:nvPr/>
          </p:nvSpPr>
          <p:spPr>
            <a:xfrm>
              <a:off x="475993" y="2576734"/>
              <a:ext cx="2710500" cy="668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43" name="Google Shape;1143;p32"/>
            <p:cNvGrpSpPr/>
            <p:nvPr/>
          </p:nvGrpSpPr>
          <p:grpSpPr>
            <a:xfrm>
              <a:off x="950295" y="1130994"/>
              <a:ext cx="1761896" cy="1716211"/>
              <a:chOff x="314350" y="2669246"/>
              <a:chExt cx="1994675" cy="1942954"/>
            </a:xfrm>
          </p:grpSpPr>
          <p:sp>
            <p:nvSpPr>
              <p:cNvPr id="1144" name="Google Shape;1144;p32"/>
              <p:cNvSpPr/>
              <p:nvPr/>
            </p:nvSpPr>
            <p:spPr>
              <a:xfrm>
                <a:off x="314350" y="4472200"/>
                <a:ext cx="1919700" cy="140000"/>
              </a:xfrm>
              <a:custGeom>
                <a:avLst/>
                <a:gdLst/>
                <a:ahLst/>
                <a:cxnLst/>
                <a:rect l="l" t="t" r="r" b="b"/>
                <a:pathLst>
                  <a:path w="76788" h="5600" extrusionOk="0">
                    <a:moveTo>
                      <a:pt x="38394" y="0"/>
                    </a:moveTo>
                    <a:cubicBezTo>
                      <a:pt x="17197" y="0"/>
                      <a:pt x="0" y="1250"/>
                      <a:pt x="0" y="2800"/>
                    </a:cubicBezTo>
                    <a:cubicBezTo>
                      <a:pt x="0" y="4349"/>
                      <a:pt x="17197" y="5599"/>
                      <a:pt x="38394" y="5599"/>
                    </a:cubicBezTo>
                    <a:cubicBezTo>
                      <a:pt x="59640" y="5599"/>
                      <a:pt x="76787" y="4299"/>
                      <a:pt x="76787" y="2800"/>
                    </a:cubicBezTo>
                    <a:cubicBezTo>
                      <a:pt x="76787" y="1250"/>
                      <a:pt x="59640" y="0"/>
                      <a:pt x="3839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32"/>
              <p:cNvSpPr/>
              <p:nvPr/>
            </p:nvSpPr>
            <p:spPr>
              <a:xfrm>
                <a:off x="373100" y="3233275"/>
                <a:ext cx="1850950" cy="1320025"/>
              </a:xfrm>
              <a:custGeom>
                <a:avLst/>
                <a:gdLst/>
                <a:ahLst/>
                <a:cxnLst/>
                <a:rect l="l" t="t" r="r" b="b"/>
                <a:pathLst>
                  <a:path w="74038" h="52801" extrusionOk="0">
                    <a:moveTo>
                      <a:pt x="61778" y="0"/>
                    </a:moveTo>
                    <a:cubicBezTo>
                      <a:pt x="61466" y="0"/>
                      <a:pt x="61148" y="68"/>
                      <a:pt x="60839" y="216"/>
                    </a:cubicBezTo>
                    <a:lnTo>
                      <a:pt x="50641" y="4815"/>
                    </a:lnTo>
                    <a:lnTo>
                      <a:pt x="11848" y="22262"/>
                    </a:lnTo>
                    <a:lnTo>
                      <a:pt x="1600" y="26861"/>
                    </a:lnTo>
                    <a:cubicBezTo>
                      <a:pt x="500" y="27361"/>
                      <a:pt x="0" y="28661"/>
                      <a:pt x="500" y="29761"/>
                    </a:cubicBezTo>
                    <a:lnTo>
                      <a:pt x="10248" y="51507"/>
                    </a:lnTo>
                    <a:cubicBezTo>
                      <a:pt x="10616" y="52316"/>
                      <a:pt x="11445" y="52801"/>
                      <a:pt x="12295" y="52801"/>
                    </a:cubicBezTo>
                    <a:cubicBezTo>
                      <a:pt x="12600" y="52801"/>
                      <a:pt x="12907" y="52739"/>
                      <a:pt x="13198" y="52607"/>
                    </a:cubicBezTo>
                    <a:lnTo>
                      <a:pt x="23446" y="48007"/>
                    </a:lnTo>
                    <a:lnTo>
                      <a:pt x="62239" y="30560"/>
                    </a:lnTo>
                    <a:lnTo>
                      <a:pt x="72437" y="26011"/>
                    </a:lnTo>
                    <a:cubicBezTo>
                      <a:pt x="73587" y="25461"/>
                      <a:pt x="74037" y="24162"/>
                      <a:pt x="73537" y="23062"/>
                    </a:cubicBezTo>
                    <a:lnTo>
                      <a:pt x="63789" y="1316"/>
                    </a:lnTo>
                    <a:cubicBezTo>
                      <a:pt x="63423" y="511"/>
                      <a:pt x="62628" y="0"/>
                      <a:pt x="61778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32"/>
              <p:cNvSpPr/>
              <p:nvPr/>
            </p:nvSpPr>
            <p:spPr>
              <a:xfrm>
                <a:off x="456825" y="3752325"/>
                <a:ext cx="586175" cy="763475"/>
              </a:xfrm>
              <a:custGeom>
                <a:avLst/>
                <a:gdLst/>
                <a:ahLst/>
                <a:cxnLst/>
                <a:rect l="l" t="t" r="r" b="b"/>
                <a:pathLst>
                  <a:path w="23447" h="30539" extrusionOk="0">
                    <a:moveTo>
                      <a:pt x="11898" y="0"/>
                    </a:moveTo>
                    <a:lnTo>
                      <a:pt x="1600" y="4599"/>
                    </a:lnTo>
                    <a:cubicBezTo>
                      <a:pt x="500" y="5099"/>
                      <a:pt x="0" y="6399"/>
                      <a:pt x="500" y="7499"/>
                    </a:cubicBezTo>
                    <a:lnTo>
                      <a:pt x="10249" y="29195"/>
                    </a:lnTo>
                    <a:cubicBezTo>
                      <a:pt x="10618" y="30044"/>
                      <a:pt x="11449" y="30538"/>
                      <a:pt x="12302" y="30538"/>
                    </a:cubicBezTo>
                    <a:cubicBezTo>
                      <a:pt x="12605" y="30538"/>
                      <a:pt x="12910" y="30476"/>
                      <a:pt x="13198" y="30345"/>
                    </a:cubicBezTo>
                    <a:lnTo>
                      <a:pt x="23446" y="25746"/>
                    </a:lnTo>
                    <a:lnTo>
                      <a:pt x="11898" y="0"/>
                    </a:lnTo>
                    <a:close/>
                  </a:path>
                </a:pathLst>
              </a:custGeom>
              <a:solidFill>
                <a:srgbClr val="66666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32"/>
              <p:cNvSpPr/>
              <p:nvPr/>
            </p:nvSpPr>
            <p:spPr>
              <a:xfrm>
                <a:off x="1722850" y="3195075"/>
                <a:ext cx="586175" cy="764725"/>
              </a:xfrm>
              <a:custGeom>
                <a:avLst/>
                <a:gdLst/>
                <a:ahLst/>
                <a:cxnLst/>
                <a:rect l="l" t="t" r="r" b="b"/>
                <a:pathLst>
                  <a:path w="23447" h="30589" extrusionOk="0">
                    <a:moveTo>
                      <a:pt x="11116" y="1"/>
                    </a:moveTo>
                    <a:cubicBezTo>
                      <a:pt x="10812" y="1"/>
                      <a:pt x="10500" y="63"/>
                      <a:pt x="10199" y="194"/>
                    </a:cubicBezTo>
                    <a:lnTo>
                      <a:pt x="1" y="4793"/>
                    </a:lnTo>
                    <a:lnTo>
                      <a:pt x="11599" y="30589"/>
                    </a:lnTo>
                    <a:lnTo>
                      <a:pt x="21797" y="25990"/>
                    </a:lnTo>
                    <a:cubicBezTo>
                      <a:pt x="22947" y="25490"/>
                      <a:pt x="23447" y="24140"/>
                      <a:pt x="22947" y="23040"/>
                    </a:cubicBezTo>
                    <a:lnTo>
                      <a:pt x="13148" y="1344"/>
                    </a:lnTo>
                    <a:cubicBezTo>
                      <a:pt x="12779" y="495"/>
                      <a:pt x="11975" y="1"/>
                      <a:pt x="11116" y="1"/>
                    </a:cubicBezTo>
                    <a:close/>
                  </a:path>
                </a:pathLst>
              </a:custGeom>
              <a:solidFill>
                <a:srgbClr val="66666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8" name="Google Shape;1148;p32"/>
              <p:cNvSpPr/>
              <p:nvPr/>
            </p:nvSpPr>
            <p:spPr>
              <a:xfrm>
                <a:off x="753025" y="3314900"/>
                <a:ext cx="1259800" cy="1081075"/>
              </a:xfrm>
              <a:custGeom>
                <a:avLst/>
                <a:gdLst/>
                <a:ahLst/>
                <a:cxnLst/>
                <a:rect l="l" t="t" r="r" b="b"/>
                <a:pathLst>
                  <a:path w="50392" h="43243" extrusionOk="0">
                    <a:moveTo>
                      <a:pt x="38794" y="0"/>
                    </a:moveTo>
                    <a:lnTo>
                      <a:pt x="0" y="17447"/>
                    </a:lnTo>
                    <a:lnTo>
                      <a:pt x="11598" y="43243"/>
                    </a:lnTo>
                    <a:lnTo>
                      <a:pt x="50392" y="25796"/>
                    </a:lnTo>
                    <a:lnTo>
                      <a:pt x="38794" y="0"/>
                    </a:lnTo>
                    <a:close/>
                  </a:path>
                </a:pathLst>
              </a:custGeom>
              <a:solidFill>
                <a:srgbClr val="99999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9" name="Google Shape;1149;p32"/>
              <p:cNvSpPr/>
              <p:nvPr/>
            </p:nvSpPr>
            <p:spPr>
              <a:xfrm>
                <a:off x="810500" y="3375150"/>
                <a:ext cx="1146075" cy="962275"/>
              </a:xfrm>
              <a:custGeom>
                <a:avLst/>
                <a:gdLst/>
                <a:ahLst/>
                <a:cxnLst/>
                <a:rect l="l" t="t" r="r" b="b"/>
                <a:pathLst>
                  <a:path w="45843" h="38491" extrusionOk="0">
                    <a:moveTo>
                      <a:pt x="35334" y="0"/>
                    </a:moveTo>
                    <a:cubicBezTo>
                      <a:pt x="35218" y="0"/>
                      <a:pt x="35102" y="29"/>
                      <a:pt x="34995" y="90"/>
                    </a:cubicBezTo>
                    <a:lnTo>
                      <a:pt x="501" y="15587"/>
                    </a:lnTo>
                    <a:cubicBezTo>
                      <a:pt x="201" y="15737"/>
                      <a:pt x="1" y="16087"/>
                      <a:pt x="101" y="16387"/>
                    </a:cubicBezTo>
                    <a:cubicBezTo>
                      <a:pt x="101" y="16437"/>
                      <a:pt x="101" y="16537"/>
                      <a:pt x="151" y="16587"/>
                    </a:cubicBezTo>
                    <a:lnTo>
                      <a:pt x="9799" y="38083"/>
                    </a:lnTo>
                    <a:cubicBezTo>
                      <a:pt x="9910" y="38342"/>
                      <a:pt x="10184" y="38491"/>
                      <a:pt x="10481" y="38491"/>
                    </a:cubicBezTo>
                    <a:cubicBezTo>
                      <a:pt x="10587" y="38491"/>
                      <a:pt x="10695" y="38472"/>
                      <a:pt x="10799" y="38433"/>
                    </a:cubicBezTo>
                    <a:lnTo>
                      <a:pt x="45293" y="22886"/>
                    </a:lnTo>
                    <a:cubicBezTo>
                      <a:pt x="45643" y="22736"/>
                      <a:pt x="45843" y="22286"/>
                      <a:pt x="45643" y="21886"/>
                    </a:cubicBezTo>
                    <a:lnTo>
                      <a:pt x="35995" y="390"/>
                    </a:lnTo>
                    <a:cubicBezTo>
                      <a:pt x="35856" y="147"/>
                      <a:pt x="35597" y="0"/>
                      <a:pt x="35334" y="0"/>
                    </a:cubicBezTo>
                    <a:close/>
                  </a:path>
                </a:pathLst>
              </a:custGeom>
              <a:solidFill>
                <a:srgbClr val="B7B7B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32"/>
              <p:cNvSpPr/>
              <p:nvPr/>
            </p:nvSpPr>
            <p:spPr>
              <a:xfrm>
                <a:off x="810500" y="3731075"/>
                <a:ext cx="881125" cy="376200"/>
              </a:xfrm>
              <a:custGeom>
                <a:avLst/>
                <a:gdLst/>
                <a:ahLst/>
                <a:cxnLst/>
                <a:rect l="l" t="t" r="r" b="b"/>
                <a:pathLst>
                  <a:path w="35245" h="15048" extrusionOk="0">
                    <a:moveTo>
                      <a:pt x="3500" y="0"/>
                    </a:moveTo>
                    <a:lnTo>
                      <a:pt x="501" y="1300"/>
                    </a:lnTo>
                    <a:cubicBezTo>
                      <a:pt x="201" y="1450"/>
                      <a:pt x="1" y="1800"/>
                      <a:pt x="101" y="2150"/>
                    </a:cubicBezTo>
                    <a:lnTo>
                      <a:pt x="31146" y="15048"/>
                    </a:lnTo>
                    <a:lnTo>
                      <a:pt x="35245" y="13148"/>
                    </a:lnTo>
                    <a:lnTo>
                      <a:pt x="3500" y="0"/>
                    </a:lnTo>
                    <a:close/>
                  </a:path>
                </a:pathLst>
              </a:custGeom>
              <a:solidFill>
                <a:srgbClr val="263238">
                  <a:alpha val="5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32"/>
              <p:cNvSpPr/>
              <p:nvPr/>
            </p:nvSpPr>
            <p:spPr>
              <a:xfrm>
                <a:off x="923000" y="3647325"/>
                <a:ext cx="953600" cy="401225"/>
              </a:xfrm>
              <a:custGeom>
                <a:avLst/>
                <a:gdLst/>
                <a:ahLst/>
                <a:cxnLst/>
                <a:rect l="l" t="t" r="r" b="b"/>
                <a:pathLst>
                  <a:path w="38144" h="16049" extrusionOk="0">
                    <a:moveTo>
                      <a:pt x="6399" y="1"/>
                    </a:moveTo>
                    <a:lnTo>
                      <a:pt x="0" y="2850"/>
                    </a:lnTo>
                    <a:lnTo>
                      <a:pt x="31745" y="16048"/>
                    </a:lnTo>
                    <a:lnTo>
                      <a:pt x="38144" y="13199"/>
                    </a:lnTo>
                    <a:lnTo>
                      <a:pt x="6399" y="1"/>
                    </a:lnTo>
                    <a:close/>
                  </a:path>
                </a:pathLst>
              </a:custGeom>
              <a:solidFill>
                <a:srgbClr val="263238">
                  <a:alpha val="5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32"/>
              <p:cNvSpPr/>
              <p:nvPr/>
            </p:nvSpPr>
            <p:spPr>
              <a:xfrm>
                <a:off x="2102775" y="3963850"/>
                <a:ext cx="60650" cy="112175"/>
              </a:xfrm>
              <a:custGeom>
                <a:avLst/>
                <a:gdLst/>
                <a:ahLst/>
                <a:cxnLst/>
                <a:rect l="l" t="t" r="r" b="b"/>
                <a:pathLst>
                  <a:path w="2426" h="4487" extrusionOk="0">
                    <a:moveTo>
                      <a:pt x="1219" y="0"/>
                    </a:moveTo>
                    <a:cubicBezTo>
                      <a:pt x="613" y="0"/>
                      <a:pt x="1" y="413"/>
                      <a:pt x="51" y="1237"/>
                    </a:cubicBezTo>
                    <a:lnTo>
                      <a:pt x="51" y="3337"/>
                    </a:lnTo>
                    <a:cubicBezTo>
                      <a:pt x="51" y="3937"/>
                      <a:pt x="551" y="4487"/>
                      <a:pt x="1201" y="4487"/>
                    </a:cubicBezTo>
                    <a:cubicBezTo>
                      <a:pt x="1851" y="4487"/>
                      <a:pt x="2351" y="3937"/>
                      <a:pt x="2351" y="3337"/>
                    </a:cubicBezTo>
                    <a:lnTo>
                      <a:pt x="2351" y="1237"/>
                    </a:lnTo>
                    <a:cubicBezTo>
                      <a:pt x="2426" y="413"/>
                      <a:pt x="1826" y="0"/>
                      <a:pt x="121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32"/>
              <p:cNvSpPr/>
              <p:nvPr/>
            </p:nvSpPr>
            <p:spPr>
              <a:xfrm>
                <a:off x="2102775" y="4114750"/>
                <a:ext cx="60650" cy="112200"/>
              </a:xfrm>
              <a:custGeom>
                <a:avLst/>
                <a:gdLst/>
                <a:ahLst/>
                <a:cxnLst/>
                <a:rect l="l" t="t" r="r" b="b"/>
                <a:pathLst>
                  <a:path w="2426" h="4488" extrusionOk="0">
                    <a:moveTo>
                      <a:pt x="1201" y="1"/>
                    </a:moveTo>
                    <a:cubicBezTo>
                      <a:pt x="551" y="1"/>
                      <a:pt x="51" y="501"/>
                      <a:pt x="51" y="1150"/>
                    </a:cubicBezTo>
                    <a:lnTo>
                      <a:pt x="51" y="3250"/>
                    </a:lnTo>
                    <a:cubicBezTo>
                      <a:pt x="1" y="4075"/>
                      <a:pt x="613" y="4487"/>
                      <a:pt x="1219" y="4487"/>
                    </a:cubicBezTo>
                    <a:cubicBezTo>
                      <a:pt x="1826" y="4487"/>
                      <a:pt x="2426" y="4075"/>
                      <a:pt x="2351" y="3250"/>
                    </a:cubicBezTo>
                    <a:lnTo>
                      <a:pt x="2351" y="1150"/>
                    </a:lnTo>
                    <a:cubicBezTo>
                      <a:pt x="2401" y="501"/>
                      <a:pt x="1851" y="1"/>
                      <a:pt x="120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32"/>
              <p:cNvSpPr/>
              <p:nvPr/>
            </p:nvSpPr>
            <p:spPr>
              <a:xfrm>
                <a:off x="2141050" y="4065950"/>
                <a:ext cx="132200" cy="57725"/>
              </a:xfrm>
              <a:custGeom>
                <a:avLst/>
                <a:gdLst/>
                <a:ahLst/>
                <a:cxnLst/>
                <a:rect l="l" t="t" r="r" b="b"/>
                <a:pathLst>
                  <a:path w="5288" h="2309" extrusionOk="0">
                    <a:moveTo>
                      <a:pt x="1526" y="0"/>
                    </a:moveTo>
                    <a:cubicBezTo>
                      <a:pt x="16" y="0"/>
                      <a:pt x="1" y="2309"/>
                      <a:pt x="1482" y="2309"/>
                    </a:cubicBezTo>
                    <a:cubicBezTo>
                      <a:pt x="1526" y="2309"/>
                      <a:pt x="1572" y="2307"/>
                      <a:pt x="1619" y="2303"/>
                    </a:cubicBezTo>
                    <a:lnTo>
                      <a:pt x="3669" y="2303"/>
                    </a:lnTo>
                    <a:cubicBezTo>
                      <a:pt x="3716" y="2307"/>
                      <a:pt x="3762" y="2309"/>
                      <a:pt x="3806" y="2309"/>
                    </a:cubicBezTo>
                    <a:cubicBezTo>
                      <a:pt x="5287" y="2309"/>
                      <a:pt x="5273" y="0"/>
                      <a:pt x="3762" y="0"/>
                    </a:cubicBezTo>
                    <a:cubicBezTo>
                      <a:pt x="3732" y="0"/>
                      <a:pt x="3701" y="1"/>
                      <a:pt x="3669" y="3"/>
                    </a:cubicBezTo>
                    <a:lnTo>
                      <a:pt x="1619" y="3"/>
                    </a:lnTo>
                    <a:cubicBezTo>
                      <a:pt x="1588" y="1"/>
                      <a:pt x="1557" y="0"/>
                      <a:pt x="15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32"/>
              <p:cNvSpPr/>
              <p:nvPr/>
            </p:nvSpPr>
            <p:spPr>
              <a:xfrm>
                <a:off x="1992350" y="4065950"/>
                <a:ext cx="121700" cy="57725"/>
              </a:xfrm>
              <a:custGeom>
                <a:avLst/>
                <a:gdLst/>
                <a:ahLst/>
                <a:cxnLst/>
                <a:rect l="l" t="t" r="r" b="b"/>
                <a:pathLst>
                  <a:path w="4868" h="2309" extrusionOk="0">
                    <a:moveTo>
                      <a:pt x="1525" y="0"/>
                    </a:moveTo>
                    <a:cubicBezTo>
                      <a:pt x="15" y="0"/>
                      <a:pt x="0" y="2309"/>
                      <a:pt x="1481" y="2309"/>
                    </a:cubicBezTo>
                    <a:cubicBezTo>
                      <a:pt x="1525" y="2309"/>
                      <a:pt x="1571" y="2307"/>
                      <a:pt x="1618" y="2303"/>
                    </a:cubicBezTo>
                    <a:lnTo>
                      <a:pt x="3718" y="2303"/>
                    </a:lnTo>
                    <a:cubicBezTo>
                      <a:pt x="4318" y="2303"/>
                      <a:pt x="4868" y="1803"/>
                      <a:pt x="4868" y="1153"/>
                    </a:cubicBezTo>
                    <a:cubicBezTo>
                      <a:pt x="4868" y="503"/>
                      <a:pt x="4318" y="3"/>
                      <a:pt x="3718" y="3"/>
                    </a:cubicBezTo>
                    <a:lnTo>
                      <a:pt x="1618" y="3"/>
                    </a:lnTo>
                    <a:cubicBezTo>
                      <a:pt x="1587" y="1"/>
                      <a:pt x="1556" y="0"/>
                      <a:pt x="152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32"/>
              <p:cNvSpPr/>
              <p:nvPr/>
            </p:nvSpPr>
            <p:spPr>
              <a:xfrm>
                <a:off x="470575" y="3174300"/>
                <a:ext cx="48775" cy="90725"/>
              </a:xfrm>
              <a:custGeom>
                <a:avLst/>
                <a:gdLst/>
                <a:ahLst/>
                <a:cxnLst/>
                <a:rect l="l" t="t" r="r" b="b"/>
                <a:pathLst>
                  <a:path w="1951" h="3629" extrusionOk="0">
                    <a:moveTo>
                      <a:pt x="975" y="0"/>
                    </a:moveTo>
                    <a:cubicBezTo>
                      <a:pt x="488" y="0"/>
                      <a:pt x="0" y="325"/>
                      <a:pt x="0" y="975"/>
                    </a:cubicBezTo>
                    <a:lnTo>
                      <a:pt x="0" y="2675"/>
                    </a:lnTo>
                    <a:cubicBezTo>
                      <a:pt x="0" y="3197"/>
                      <a:pt x="406" y="3628"/>
                      <a:pt x="917" y="3628"/>
                    </a:cubicBezTo>
                    <a:cubicBezTo>
                      <a:pt x="944" y="3628"/>
                      <a:pt x="972" y="3627"/>
                      <a:pt x="1000" y="3625"/>
                    </a:cubicBezTo>
                    <a:cubicBezTo>
                      <a:pt x="1550" y="3625"/>
                      <a:pt x="1950" y="3225"/>
                      <a:pt x="1950" y="2675"/>
                    </a:cubicBezTo>
                    <a:lnTo>
                      <a:pt x="1950" y="975"/>
                    </a:lnTo>
                    <a:cubicBezTo>
                      <a:pt x="1950" y="325"/>
                      <a:pt x="1463" y="0"/>
                      <a:pt x="97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32"/>
              <p:cNvSpPr/>
              <p:nvPr/>
            </p:nvSpPr>
            <p:spPr>
              <a:xfrm>
                <a:off x="470625" y="3298550"/>
                <a:ext cx="49975" cy="90725"/>
              </a:xfrm>
              <a:custGeom>
                <a:avLst/>
                <a:gdLst/>
                <a:ahLst/>
                <a:cxnLst/>
                <a:rect l="l" t="t" r="r" b="b"/>
                <a:pathLst>
                  <a:path w="1999" h="3629" extrusionOk="0">
                    <a:moveTo>
                      <a:pt x="915" y="1"/>
                    </a:moveTo>
                    <a:cubicBezTo>
                      <a:pt x="404" y="1"/>
                      <a:pt x="1" y="432"/>
                      <a:pt x="48" y="954"/>
                    </a:cubicBezTo>
                    <a:lnTo>
                      <a:pt x="48" y="2654"/>
                    </a:lnTo>
                    <a:cubicBezTo>
                      <a:pt x="48" y="3304"/>
                      <a:pt x="536" y="3629"/>
                      <a:pt x="1023" y="3629"/>
                    </a:cubicBezTo>
                    <a:cubicBezTo>
                      <a:pt x="1511" y="3629"/>
                      <a:pt x="1998" y="3304"/>
                      <a:pt x="1998" y="2654"/>
                    </a:cubicBezTo>
                    <a:lnTo>
                      <a:pt x="1998" y="954"/>
                    </a:lnTo>
                    <a:cubicBezTo>
                      <a:pt x="1998" y="404"/>
                      <a:pt x="1548" y="4"/>
                      <a:pt x="998" y="4"/>
                    </a:cubicBezTo>
                    <a:cubicBezTo>
                      <a:pt x="970" y="2"/>
                      <a:pt x="942" y="1"/>
                      <a:pt x="9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32"/>
              <p:cNvSpPr/>
              <p:nvPr/>
            </p:nvSpPr>
            <p:spPr>
              <a:xfrm>
                <a:off x="504325" y="3258650"/>
                <a:ext cx="107500" cy="48775"/>
              </a:xfrm>
              <a:custGeom>
                <a:avLst/>
                <a:gdLst/>
                <a:ahLst/>
                <a:cxnLst/>
                <a:rect l="l" t="t" r="r" b="b"/>
                <a:pathLst>
                  <a:path w="4300" h="1951" extrusionOk="0">
                    <a:moveTo>
                      <a:pt x="1250" y="1"/>
                    </a:moveTo>
                    <a:cubicBezTo>
                      <a:pt x="0" y="1"/>
                      <a:pt x="0" y="1950"/>
                      <a:pt x="1250" y="1950"/>
                    </a:cubicBezTo>
                    <a:lnTo>
                      <a:pt x="3000" y="1950"/>
                    </a:lnTo>
                    <a:cubicBezTo>
                      <a:pt x="4299" y="1950"/>
                      <a:pt x="4299" y="1"/>
                      <a:pt x="300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32"/>
              <p:cNvSpPr/>
              <p:nvPr/>
            </p:nvSpPr>
            <p:spPr>
              <a:xfrm>
                <a:off x="379350" y="3258550"/>
                <a:ext cx="100000" cy="48875"/>
              </a:xfrm>
              <a:custGeom>
                <a:avLst/>
                <a:gdLst/>
                <a:ahLst/>
                <a:cxnLst/>
                <a:rect l="l" t="t" r="r" b="b"/>
                <a:pathLst>
                  <a:path w="4000" h="1955" extrusionOk="0">
                    <a:moveTo>
                      <a:pt x="3126" y="1"/>
                    </a:moveTo>
                    <a:cubicBezTo>
                      <a:pt x="3100" y="1"/>
                      <a:pt x="3075" y="2"/>
                      <a:pt x="3049" y="5"/>
                    </a:cubicBezTo>
                    <a:lnTo>
                      <a:pt x="1300" y="5"/>
                    </a:lnTo>
                    <a:cubicBezTo>
                      <a:pt x="0" y="5"/>
                      <a:pt x="0" y="1954"/>
                      <a:pt x="1300" y="1954"/>
                    </a:cubicBezTo>
                    <a:lnTo>
                      <a:pt x="3049" y="1954"/>
                    </a:lnTo>
                    <a:cubicBezTo>
                      <a:pt x="3549" y="1954"/>
                      <a:pt x="3999" y="1454"/>
                      <a:pt x="3999" y="955"/>
                    </a:cubicBezTo>
                    <a:cubicBezTo>
                      <a:pt x="3999" y="433"/>
                      <a:pt x="3594" y="1"/>
                      <a:pt x="312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32"/>
              <p:cNvSpPr/>
              <p:nvPr/>
            </p:nvSpPr>
            <p:spPr>
              <a:xfrm>
                <a:off x="2054372" y="2669246"/>
                <a:ext cx="48775" cy="91875"/>
              </a:xfrm>
              <a:custGeom>
                <a:avLst/>
                <a:gdLst/>
                <a:ahLst/>
                <a:cxnLst/>
                <a:rect l="l" t="t" r="r" b="b"/>
                <a:pathLst>
                  <a:path w="1951" h="3675" extrusionOk="0">
                    <a:moveTo>
                      <a:pt x="975" y="1"/>
                    </a:moveTo>
                    <a:cubicBezTo>
                      <a:pt x="488" y="1"/>
                      <a:pt x="0" y="326"/>
                      <a:pt x="0" y="975"/>
                    </a:cubicBezTo>
                    <a:lnTo>
                      <a:pt x="0" y="2675"/>
                    </a:lnTo>
                    <a:cubicBezTo>
                      <a:pt x="0" y="3225"/>
                      <a:pt x="400" y="3675"/>
                      <a:pt x="950" y="3675"/>
                    </a:cubicBezTo>
                    <a:cubicBezTo>
                      <a:pt x="1500" y="3675"/>
                      <a:pt x="1950" y="3225"/>
                      <a:pt x="1950" y="2675"/>
                    </a:cubicBezTo>
                    <a:lnTo>
                      <a:pt x="1950" y="975"/>
                    </a:lnTo>
                    <a:cubicBezTo>
                      <a:pt x="1950" y="326"/>
                      <a:pt x="1463" y="1"/>
                      <a:pt x="97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32"/>
              <p:cNvSpPr/>
              <p:nvPr/>
            </p:nvSpPr>
            <p:spPr>
              <a:xfrm>
                <a:off x="2054372" y="2793596"/>
                <a:ext cx="48775" cy="91900"/>
              </a:xfrm>
              <a:custGeom>
                <a:avLst/>
                <a:gdLst/>
                <a:ahLst/>
                <a:cxnLst/>
                <a:rect l="l" t="t" r="r" b="b"/>
                <a:pathLst>
                  <a:path w="1951" h="3676" extrusionOk="0">
                    <a:moveTo>
                      <a:pt x="950" y="1"/>
                    </a:moveTo>
                    <a:cubicBezTo>
                      <a:pt x="400" y="1"/>
                      <a:pt x="0" y="401"/>
                      <a:pt x="0" y="951"/>
                    </a:cubicBezTo>
                    <a:lnTo>
                      <a:pt x="0" y="2700"/>
                    </a:lnTo>
                    <a:cubicBezTo>
                      <a:pt x="0" y="3350"/>
                      <a:pt x="488" y="3675"/>
                      <a:pt x="975" y="3675"/>
                    </a:cubicBezTo>
                    <a:cubicBezTo>
                      <a:pt x="1463" y="3675"/>
                      <a:pt x="1950" y="3350"/>
                      <a:pt x="1950" y="2700"/>
                    </a:cubicBezTo>
                    <a:lnTo>
                      <a:pt x="1950" y="951"/>
                    </a:lnTo>
                    <a:cubicBezTo>
                      <a:pt x="1950" y="401"/>
                      <a:pt x="1500" y="1"/>
                      <a:pt x="95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2" name="Google Shape;1162;p32"/>
              <p:cNvSpPr/>
              <p:nvPr/>
            </p:nvSpPr>
            <p:spPr>
              <a:xfrm>
                <a:off x="2086872" y="2752346"/>
                <a:ext cx="107500" cy="48775"/>
              </a:xfrm>
              <a:custGeom>
                <a:avLst/>
                <a:gdLst/>
                <a:ahLst/>
                <a:cxnLst/>
                <a:rect l="l" t="t" r="r" b="b"/>
                <a:pathLst>
                  <a:path w="4300" h="1951" extrusionOk="0">
                    <a:moveTo>
                      <a:pt x="1300" y="1"/>
                    </a:moveTo>
                    <a:cubicBezTo>
                      <a:pt x="0" y="1"/>
                      <a:pt x="0" y="1951"/>
                      <a:pt x="1300" y="1951"/>
                    </a:cubicBezTo>
                    <a:lnTo>
                      <a:pt x="3000" y="1951"/>
                    </a:lnTo>
                    <a:cubicBezTo>
                      <a:pt x="4299" y="1951"/>
                      <a:pt x="4299" y="1"/>
                      <a:pt x="300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3" name="Google Shape;1163;p32"/>
              <p:cNvSpPr/>
              <p:nvPr/>
            </p:nvSpPr>
            <p:spPr>
              <a:xfrm>
                <a:off x="1961897" y="2752346"/>
                <a:ext cx="100000" cy="48775"/>
              </a:xfrm>
              <a:custGeom>
                <a:avLst/>
                <a:gdLst/>
                <a:ahLst/>
                <a:cxnLst/>
                <a:rect l="l" t="t" r="r" b="b"/>
                <a:pathLst>
                  <a:path w="4000" h="1951" extrusionOk="0">
                    <a:moveTo>
                      <a:pt x="1300" y="1"/>
                    </a:moveTo>
                    <a:cubicBezTo>
                      <a:pt x="0" y="1"/>
                      <a:pt x="0" y="1951"/>
                      <a:pt x="1300" y="1951"/>
                    </a:cubicBezTo>
                    <a:lnTo>
                      <a:pt x="3050" y="1951"/>
                    </a:lnTo>
                    <a:cubicBezTo>
                      <a:pt x="3549" y="1951"/>
                      <a:pt x="3999" y="1501"/>
                      <a:pt x="3999" y="1001"/>
                    </a:cubicBezTo>
                    <a:cubicBezTo>
                      <a:pt x="3999" y="451"/>
                      <a:pt x="3549" y="1"/>
                      <a:pt x="305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4" name="Google Shape;1164;p32"/>
              <p:cNvSpPr/>
              <p:nvPr/>
            </p:nvSpPr>
            <p:spPr>
              <a:xfrm>
                <a:off x="1229200" y="3042450"/>
                <a:ext cx="138750" cy="140000"/>
              </a:xfrm>
              <a:custGeom>
                <a:avLst/>
                <a:gdLst/>
                <a:ahLst/>
                <a:cxnLst/>
                <a:rect l="l" t="t" r="r" b="b"/>
                <a:pathLst>
                  <a:path w="5550" h="5600" extrusionOk="0">
                    <a:moveTo>
                      <a:pt x="2800" y="0"/>
                    </a:moveTo>
                    <a:cubicBezTo>
                      <a:pt x="1250" y="0"/>
                      <a:pt x="0" y="1250"/>
                      <a:pt x="0" y="2800"/>
                    </a:cubicBezTo>
                    <a:cubicBezTo>
                      <a:pt x="0" y="4349"/>
                      <a:pt x="1250" y="5599"/>
                      <a:pt x="2800" y="5599"/>
                    </a:cubicBezTo>
                    <a:cubicBezTo>
                      <a:pt x="4299" y="5599"/>
                      <a:pt x="5549" y="4349"/>
                      <a:pt x="5549" y="2800"/>
                    </a:cubicBezTo>
                    <a:cubicBezTo>
                      <a:pt x="5549" y="1250"/>
                      <a:pt x="4299" y="0"/>
                      <a:pt x="280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32"/>
              <p:cNvSpPr/>
              <p:nvPr/>
            </p:nvSpPr>
            <p:spPr>
              <a:xfrm>
                <a:off x="740808" y="2698621"/>
                <a:ext cx="125000" cy="107100"/>
              </a:xfrm>
              <a:custGeom>
                <a:avLst/>
                <a:gdLst/>
                <a:ahLst/>
                <a:cxnLst/>
                <a:rect l="l" t="t" r="r" b="b"/>
                <a:pathLst>
                  <a:path w="5000" h="4284" extrusionOk="0">
                    <a:moveTo>
                      <a:pt x="2850" y="0"/>
                    </a:moveTo>
                    <a:cubicBezTo>
                      <a:pt x="950" y="0"/>
                      <a:pt x="0" y="2300"/>
                      <a:pt x="1350" y="3650"/>
                    </a:cubicBezTo>
                    <a:cubicBezTo>
                      <a:pt x="1788" y="4088"/>
                      <a:pt x="2325" y="4283"/>
                      <a:pt x="2852" y="4283"/>
                    </a:cubicBezTo>
                    <a:cubicBezTo>
                      <a:pt x="3949" y="4283"/>
                      <a:pt x="4999" y="3433"/>
                      <a:pt x="4999" y="2150"/>
                    </a:cubicBezTo>
                    <a:cubicBezTo>
                      <a:pt x="4999" y="950"/>
                      <a:pt x="4049" y="0"/>
                      <a:pt x="285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32"/>
              <p:cNvSpPr/>
              <p:nvPr/>
            </p:nvSpPr>
            <p:spPr>
              <a:xfrm>
                <a:off x="1994050" y="3638675"/>
                <a:ext cx="196575" cy="167750"/>
              </a:xfrm>
              <a:custGeom>
                <a:avLst/>
                <a:gdLst/>
                <a:ahLst/>
                <a:cxnLst/>
                <a:rect l="l" t="t" r="r" b="b"/>
                <a:pathLst>
                  <a:path w="7863" h="6710" extrusionOk="0">
                    <a:moveTo>
                      <a:pt x="3839" y="1"/>
                    </a:moveTo>
                    <a:cubicBezTo>
                      <a:pt x="3386" y="1"/>
                      <a:pt x="2917" y="93"/>
                      <a:pt x="2450" y="297"/>
                    </a:cubicBezTo>
                    <a:cubicBezTo>
                      <a:pt x="801" y="1047"/>
                      <a:pt x="1" y="3046"/>
                      <a:pt x="801" y="4746"/>
                    </a:cubicBezTo>
                    <a:cubicBezTo>
                      <a:pt x="1384" y="6059"/>
                      <a:pt x="2606" y="6710"/>
                      <a:pt x="3829" y="6710"/>
                    </a:cubicBezTo>
                    <a:cubicBezTo>
                      <a:pt x="5119" y="6710"/>
                      <a:pt x="6410" y="5984"/>
                      <a:pt x="6949" y="4546"/>
                    </a:cubicBezTo>
                    <a:cubicBezTo>
                      <a:pt x="7863" y="2222"/>
                      <a:pt x="6053" y="1"/>
                      <a:pt x="3839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32"/>
              <p:cNvSpPr/>
              <p:nvPr/>
            </p:nvSpPr>
            <p:spPr>
              <a:xfrm>
                <a:off x="2041550" y="3679475"/>
                <a:ext cx="100125" cy="85850"/>
              </a:xfrm>
              <a:custGeom>
                <a:avLst/>
                <a:gdLst/>
                <a:ahLst/>
                <a:cxnLst/>
                <a:rect l="l" t="t" r="r" b="b"/>
                <a:pathLst>
                  <a:path w="4005" h="3434" extrusionOk="0">
                    <a:moveTo>
                      <a:pt x="1973" y="1"/>
                    </a:moveTo>
                    <a:cubicBezTo>
                      <a:pt x="1738" y="1"/>
                      <a:pt x="1493" y="52"/>
                      <a:pt x="1250" y="165"/>
                    </a:cubicBezTo>
                    <a:cubicBezTo>
                      <a:pt x="350" y="565"/>
                      <a:pt x="0" y="1564"/>
                      <a:pt x="400" y="2414"/>
                    </a:cubicBezTo>
                    <a:cubicBezTo>
                      <a:pt x="692" y="3096"/>
                      <a:pt x="1316" y="3434"/>
                      <a:pt x="1943" y="3434"/>
                    </a:cubicBezTo>
                    <a:cubicBezTo>
                      <a:pt x="2604" y="3434"/>
                      <a:pt x="3268" y="3058"/>
                      <a:pt x="3550" y="2314"/>
                    </a:cubicBezTo>
                    <a:cubicBezTo>
                      <a:pt x="4004" y="1158"/>
                      <a:pt x="3093" y="1"/>
                      <a:pt x="1973" y="1"/>
                    </a:cubicBezTo>
                    <a:close/>
                  </a:path>
                </a:pathLst>
              </a:custGeom>
              <a:solidFill>
                <a:srgbClr val="B7B7B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32"/>
              <p:cNvSpPr/>
              <p:nvPr/>
            </p:nvSpPr>
            <p:spPr>
              <a:xfrm>
                <a:off x="1897825" y="3352925"/>
                <a:ext cx="88750" cy="90000"/>
              </a:xfrm>
              <a:custGeom>
                <a:avLst/>
                <a:gdLst/>
                <a:ahLst/>
                <a:cxnLst/>
                <a:rect l="l" t="t" r="r" b="b"/>
                <a:pathLst>
                  <a:path w="3550" h="3600" extrusionOk="0">
                    <a:moveTo>
                      <a:pt x="2085" y="1"/>
                    </a:moveTo>
                    <a:cubicBezTo>
                      <a:pt x="1972" y="1"/>
                      <a:pt x="1857" y="25"/>
                      <a:pt x="1750" y="79"/>
                    </a:cubicBezTo>
                    <a:lnTo>
                      <a:pt x="600" y="579"/>
                    </a:lnTo>
                    <a:cubicBezTo>
                      <a:pt x="200" y="779"/>
                      <a:pt x="0" y="1229"/>
                      <a:pt x="200" y="1679"/>
                    </a:cubicBezTo>
                    <a:lnTo>
                      <a:pt x="800" y="2978"/>
                    </a:lnTo>
                    <a:cubicBezTo>
                      <a:pt x="950" y="3278"/>
                      <a:pt x="1150" y="3478"/>
                      <a:pt x="1450" y="3528"/>
                    </a:cubicBezTo>
                    <a:lnTo>
                      <a:pt x="2200" y="3578"/>
                    </a:lnTo>
                    <a:cubicBezTo>
                      <a:pt x="2244" y="3593"/>
                      <a:pt x="2288" y="3599"/>
                      <a:pt x="2332" y="3599"/>
                    </a:cubicBezTo>
                    <a:cubicBezTo>
                      <a:pt x="2438" y="3599"/>
                      <a:pt x="2544" y="3564"/>
                      <a:pt x="2650" y="3528"/>
                    </a:cubicBezTo>
                    <a:cubicBezTo>
                      <a:pt x="2750" y="3478"/>
                      <a:pt x="2900" y="3378"/>
                      <a:pt x="3000" y="3228"/>
                    </a:cubicBezTo>
                    <a:lnTo>
                      <a:pt x="3400" y="2629"/>
                    </a:lnTo>
                    <a:cubicBezTo>
                      <a:pt x="3550" y="2379"/>
                      <a:pt x="3550" y="2079"/>
                      <a:pt x="3450" y="1829"/>
                    </a:cubicBezTo>
                    <a:lnTo>
                      <a:pt x="2850" y="479"/>
                    </a:lnTo>
                    <a:cubicBezTo>
                      <a:pt x="2704" y="186"/>
                      <a:pt x="2396" y="1"/>
                      <a:pt x="208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9" name="Google Shape;1169;p32"/>
              <p:cNvSpPr/>
              <p:nvPr/>
            </p:nvSpPr>
            <p:spPr>
              <a:xfrm>
                <a:off x="1959050" y="3480875"/>
                <a:ext cx="88775" cy="89925"/>
              </a:xfrm>
              <a:custGeom>
                <a:avLst/>
                <a:gdLst/>
                <a:ahLst/>
                <a:cxnLst/>
                <a:rect l="l" t="t" r="r" b="b"/>
                <a:pathLst>
                  <a:path w="3551" h="3597" extrusionOk="0">
                    <a:moveTo>
                      <a:pt x="1268" y="1"/>
                    </a:moveTo>
                    <a:cubicBezTo>
                      <a:pt x="976" y="1"/>
                      <a:pt x="731" y="142"/>
                      <a:pt x="601" y="360"/>
                    </a:cubicBezTo>
                    <a:lnTo>
                      <a:pt x="201" y="960"/>
                    </a:lnTo>
                    <a:cubicBezTo>
                      <a:pt x="1" y="1210"/>
                      <a:pt x="1" y="1510"/>
                      <a:pt x="101" y="1810"/>
                    </a:cubicBezTo>
                    <a:lnTo>
                      <a:pt x="751" y="3110"/>
                    </a:lnTo>
                    <a:cubicBezTo>
                      <a:pt x="857" y="3428"/>
                      <a:pt x="1139" y="3596"/>
                      <a:pt x="1454" y="3596"/>
                    </a:cubicBezTo>
                    <a:cubicBezTo>
                      <a:pt x="1584" y="3596"/>
                      <a:pt x="1719" y="3568"/>
                      <a:pt x="1851" y="3509"/>
                    </a:cubicBezTo>
                    <a:lnTo>
                      <a:pt x="2950" y="3010"/>
                    </a:lnTo>
                    <a:cubicBezTo>
                      <a:pt x="3350" y="2860"/>
                      <a:pt x="3550" y="2360"/>
                      <a:pt x="3350" y="1910"/>
                    </a:cubicBezTo>
                    <a:lnTo>
                      <a:pt x="2750" y="610"/>
                    </a:lnTo>
                    <a:cubicBezTo>
                      <a:pt x="2650" y="310"/>
                      <a:pt x="2401" y="110"/>
                      <a:pt x="2101" y="110"/>
                    </a:cubicBezTo>
                    <a:lnTo>
                      <a:pt x="1401" y="10"/>
                    </a:lnTo>
                    <a:cubicBezTo>
                      <a:pt x="1356" y="4"/>
                      <a:pt x="1311" y="1"/>
                      <a:pt x="1268" y="1"/>
                    </a:cubicBezTo>
                    <a:close/>
                  </a:path>
                </a:pathLst>
              </a:custGeom>
              <a:solidFill>
                <a:srgbClr val="9451C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0" name="Google Shape;1170;p32"/>
              <p:cNvSpPr/>
              <p:nvPr/>
            </p:nvSpPr>
            <p:spPr>
              <a:xfrm>
                <a:off x="1990300" y="3390450"/>
                <a:ext cx="95025" cy="84825"/>
              </a:xfrm>
              <a:custGeom>
                <a:avLst/>
                <a:gdLst/>
                <a:ahLst/>
                <a:cxnLst/>
                <a:rect l="l" t="t" r="r" b="b"/>
                <a:pathLst>
                  <a:path w="3801" h="3393" extrusionOk="0">
                    <a:moveTo>
                      <a:pt x="2309" y="0"/>
                    </a:moveTo>
                    <a:cubicBezTo>
                      <a:pt x="2190" y="0"/>
                      <a:pt x="2069" y="25"/>
                      <a:pt x="1950" y="78"/>
                    </a:cubicBezTo>
                    <a:lnTo>
                      <a:pt x="651" y="728"/>
                    </a:lnTo>
                    <a:cubicBezTo>
                      <a:pt x="401" y="828"/>
                      <a:pt x="201" y="1028"/>
                      <a:pt x="151" y="1328"/>
                    </a:cubicBezTo>
                    <a:lnTo>
                      <a:pt x="51" y="2027"/>
                    </a:lnTo>
                    <a:cubicBezTo>
                      <a:pt x="1" y="2377"/>
                      <a:pt x="151" y="2677"/>
                      <a:pt x="401" y="2827"/>
                    </a:cubicBezTo>
                    <a:lnTo>
                      <a:pt x="1051" y="3227"/>
                    </a:lnTo>
                    <a:cubicBezTo>
                      <a:pt x="1197" y="3344"/>
                      <a:pt x="1361" y="3393"/>
                      <a:pt x="1521" y="3393"/>
                    </a:cubicBezTo>
                    <a:cubicBezTo>
                      <a:pt x="1635" y="3393"/>
                      <a:pt x="1747" y="3369"/>
                      <a:pt x="1850" y="3327"/>
                    </a:cubicBezTo>
                    <a:lnTo>
                      <a:pt x="3200" y="2727"/>
                    </a:lnTo>
                    <a:cubicBezTo>
                      <a:pt x="3600" y="2527"/>
                      <a:pt x="3800" y="2027"/>
                      <a:pt x="3600" y="1627"/>
                    </a:cubicBezTo>
                    <a:lnTo>
                      <a:pt x="3100" y="528"/>
                    </a:lnTo>
                    <a:cubicBezTo>
                      <a:pt x="2953" y="196"/>
                      <a:pt x="2642" y="0"/>
                      <a:pt x="230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32"/>
              <p:cNvSpPr/>
              <p:nvPr/>
            </p:nvSpPr>
            <p:spPr>
              <a:xfrm>
                <a:off x="1860325" y="3448850"/>
                <a:ext cx="95000" cy="85475"/>
              </a:xfrm>
              <a:custGeom>
                <a:avLst/>
                <a:gdLst/>
                <a:ahLst/>
                <a:cxnLst/>
                <a:rect l="l" t="t" r="r" b="b"/>
                <a:pathLst>
                  <a:path w="3800" h="3419" extrusionOk="0">
                    <a:moveTo>
                      <a:pt x="2283" y="1"/>
                    </a:moveTo>
                    <a:cubicBezTo>
                      <a:pt x="2168" y="1"/>
                      <a:pt x="2055" y="28"/>
                      <a:pt x="1950" y="91"/>
                    </a:cubicBezTo>
                    <a:lnTo>
                      <a:pt x="601" y="691"/>
                    </a:lnTo>
                    <a:cubicBezTo>
                      <a:pt x="201" y="891"/>
                      <a:pt x="1" y="1391"/>
                      <a:pt x="201" y="1791"/>
                    </a:cubicBezTo>
                    <a:lnTo>
                      <a:pt x="701" y="2891"/>
                    </a:lnTo>
                    <a:cubicBezTo>
                      <a:pt x="848" y="3222"/>
                      <a:pt x="1158" y="3418"/>
                      <a:pt x="1471" y="3418"/>
                    </a:cubicBezTo>
                    <a:cubicBezTo>
                      <a:pt x="1583" y="3418"/>
                      <a:pt x="1695" y="3393"/>
                      <a:pt x="1800" y="3341"/>
                    </a:cubicBezTo>
                    <a:lnTo>
                      <a:pt x="3150" y="2741"/>
                    </a:lnTo>
                    <a:cubicBezTo>
                      <a:pt x="3400" y="2641"/>
                      <a:pt x="3550" y="2391"/>
                      <a:pt x="3600" y="2091"/>
                    </a:cubicBezTo>
                    <a:lnTo>
                      <a:pt x="3750" y="1341"/>
                    </a:lnTo>
                    <a:cubicBezTo>
                      <a:pt x="3800" y="1041"/>
                      <a:pt x="3650" y="741"/>
                      <a:pt x="3400" y="541"/>
                    </a:cubicBezTo>
                    <a:lnTo>
                      <a:pt x="2750" y="141"/>
                    </a:lnTo>
                    <a:cubicBezTo>
                      <a:pt x="2605" y="54"/>
                      <a:pt x="2443" y="1"/>
                      <a:pt x="228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32"/>
              <p:cNvSpPr/>
              <p:nvPr/>
            </p:nvSpPr>
            <p:spPr>
              <a:xfrm>
                <a:off x="622500" y="3936200"/>
                <a:ext cx="91800" cy="75225"/>
              </a:xfrm>
              <a:custGeom>
                <a:avLst/>
                <a:gdLst/>
                <a:ahLst/>
                <a:cxnLst/>
                <a:rect l="l" t="t" r="r" b="b"/>
                <a:pathLst>
                  <a:path w="3672" h="3009" extrusionOk="0">
                    <a:moveTo>
                      <a:pt x="1846" y="0"/>
                    </a:moveTo>
                    <a:cubicBezTo>
                      <a:pt x="816" y="0"/>
                      <a:pt x="1" y="1072"/>
                      <a:pt x="472" y="2144"/>
                    </a:cubicBezTo>
                    <a:cubicBezTo>
                      <a:pt x="732" y="2700"/>
                      <a:pt x="1294" y="3008"/>
                      <a:pt x="1873" y="3008"/>
                    </a:cubicBezTo>
                    <a:cubicBezTo>
                      <a:pt x="2074" y="3008"/>
                      <a:pt x="2278" y="2971"/>
                      <a:pt x="2472" y="2893"/>
                    </a:cubicBezTo>
                    <a:cubicBezTo>
                      <a:pt x="3672" y="2343"/>
                      <a:pt x="3622" y="594"/>
                      <a:pt x="2372" y="94"/>
                    </a:cubicBezTo>
                    <a:cubicBezTo>
                      <a:pt x="2194" y="30"/>
                      <a:pt x="2017" y="0"/>
                      <a:pt x="1846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32"/>
              <p:cNvSpPr/>
              <p:nvPr/>
            </p:nvSpPr>
            <p:spPr>
              <a:xfrm>
                <a:off x="679275" y="4062375"/>
                <a:ext cx="91650" cy="73975"/>
              </a:xfrm>
              <a:custGeom>
                <a:avLst/>
                <a:gdLst/>
                <a:ahLst/>
                <a:cxnLst/>
                <a:rect l="l" t="t" r="r" b="b"/>
                <a:pathLst>
                  <a:path w="3666" h="2959" extrusionOk="0">
                    <a:moveTo>
                      <a:pt x="1872" y="0"/>
                    </a:moveTo>
                    <a:cubicBezTo>
                      <a:pt x="1660" y="0"/>
                      <a:pt x="1448" y="47"/>
                      <a:pt x="1251" y="146"/>
                    </a:cubicBezTo>
                    <a:cubicBezTo>
                      <a:pt x="1" y="646"/>
                      <a:pt x="51" y="2396"/>
                      <a:pt x="1301" y="2846"/>
                    </a:cubicBezTo>
                    <a:cubicBezTo>
                      <a:pt x="1494" y="2923"/>
                      <a:pt x="1687" y="2958"/>
                      <a:pt x="1871" y="2958"/>
                    </a:cubicBezTo>
                    <a:cubicBezTo>
                      <a:pt x="2880" y="2958"/>
                      <a:pt x="3665" y="1902"/>
                      <a:pt x="3200" y="846"/>
                    </a:cubicBezTo>
                    <a:cubicBezTo>
                      <a:pt x="2949" y="307"/>
                      <a:pt x="2413" y="0"/>
                      <a:pt x="1872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32"/>
              <p:cNvSpPr/>
              <p:nvPr/>
            </p:nvSpPr>
            <p:spPr>
              <a:xfrm>
                <a:off x="714275" y="3971375"/>
                <a:ext cx="90550" cy="74500"/>
              </a:xfrm>
              <a:custGeom>
                <a:avLst/>
                <a:gdLst/>
                <a:ahLst/>
                <a:cxnLst/>
                <a:rect l="l" t="t" r="r" b="b"/>
                <a:pathLst>
                  <a:path w="3622" h="2980" extrusionOk="0">
                    <a:moveTo>
                      <a:pt x="1814" y="0"/>
                    </a:moveTo>
                    <a:cubicBezTo>
                      <a:pt x="1609" y="0"/>
                      <a:pt x="1399" y="44"/>
                      <a:pt x="1200" y="137"/>
                    </a:cubicBezTo>
                    <a:cubicBezTo>
                      <a:pt x="1" y="637"/>
                      <a:pt x="51" y="2386"/>
                      <a:pt x="1300" y="2886"/>
                    </a:cubicBezTo>
                    <a:cubicBezTo>
                      <a:pt x="1472" y="2950"/>
                      <a:pt x="1643" y="2980"/>
                      <a:pt x="1810" y="2980"/>
                    </a:cubicBezTo>
                    <a:cubicBezTo>
                      <a:pt x="2807" y="2980"/>
                      <a:pt x="3621" y="1915"/>
                      <a:pt x="3150" y="886"/>
                    </a:cubicBezTo>
                    <a:cubicBezTo>
                      <a:pt x="2930" y="335"/>
                      <a:pt x="2385" y="0"/>
                      <a:pt x="1814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5" name="Google Shape;1175;p32"/>
              <p:cNvSpPr/>
              <p:nvPr/>
            </p:nvSpPr>
            <p:spPr>
              <a:xfrm>
                <a:off x="588050" y="4027600"/>
                <a:ext cx="91800" cy="74525"/>
              </a:xfrm>
              <a:custGeom>
                <a:avLst/>
                <a:gdLst/>
                <a:ahLst/>
                <a:cxnLst/>
                <a:rect l="l" t="t" r="r" b="b"/>
                <a:pathLst>
                  <a:path w="3672" h="2981" extrusionOk="0">
                    <a:moveTo>
                      <a:pt x="1857" y="1"/>
                    </a:moveTo>
                    <a:cubicBezTo>
                      <a:pt x="1655" y="1"/>
                      <a:pt x="1449" y="44"/>
                      <a:pt x="1250" y="137"/>
                    </a:cubicBezTo>
                    <a:cubicBezTo>
                      <a:pt x="1" y="687"/>
                      <a:pt x="51" y="2437"/>
                      <a:pt x="1300" y="2887"/>
                    </a:cubicBezTo>
                    <a:cubicBezTo>
                      <a:pt x="1479" y="2951"/>
                      <a:pt x="1656" y="2981"/>
                      <a:pt x="1828" y="2981"/>
                    </a:cubicBezTo>
                    <a:cubicBezTo>
                      <a:pt x="2857" y="2981"/>
                      <a:pt x="3671" y="1915"/>
                      <a:pt x="3200" y="887"/>
                    </a:cubicBezTo>
                    <a:cubicBezTo>
                      <a:pt x="2943" y="336"/>
                      <a:pt x="2416" y="1"/>
                      <a:pt x="1857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6" name="Google Shape;1176;p32"/>
              <p:cNvSpPr/>
              <p:nvPr/>
            </p:nvSpPr>
            <p:spPr>
              <a:xfrm>
                <a:off x="711775" y="4212475"/>
                <a:ext cx="204325" cy="167900"/>
              </a:xfrm>
              <a:custGeom>
                <a:avLst/>
                <a:gdLst/>
                <a:ahLst/>
                <a:cxnLst/>
                <a:rect l="l" t="t" r="r" b="b"/>
                <a:pathLst>
                  <a:path w="8173" h="6716" extrusionOk="0">
                    <a:moveTo>
                      <a:pt x="4073" y="0"/>
                    </a:moveTo>
                    <a:cubicBezTo>
                      <a:pt x="3614" y="0"/>
                      <a:pt x="3147" y="94"/>
                      <a:pt x="2700" y="291"/>
                    </a:cubicBezTo>
                    <a:cubicBezTo>
                      <a:pt x="1" y="1541"/>
                      <a:pt x="101" y="5440"/>
                      <a:pt x="2900" y="6490"/>
                    </a:cubicBezTo>
                    <a:cubicBezTo>
                      <a:pt x="3313" y="6645"/>
                      <a:pt x="3722" y="6716"/>
                      <a:pt x="4116" y="6716"/>
                    </a:cubicBezTo>
                    <a:cubicBezTo>
                      <a:pt x="6397" y="6716"/>
                      <a:pt x="8172" y="4335"/>
                      <a:pt x="7149" y="1991"/>
                    </a:cubicBezTo>
                    <a:cubicBezTo>
                      <a:pt x="6597" y="737"/>
                      <a:pt x="5364" y="0"/>
                      <a:pt x="4073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7" name="Google Shape;1177;p32"/>
              <p:cNvSpPr/>
              <p:nvPr/>
            </p:nvSpPr>
            <p:spPr>
              <a:xfrm>
                <a:off x="761775" y="4254375"/>
                <a:ext cx="105250" cy="85400"/>
              </a:xfrm>
              <a:custGeom>
                <a:avLst/>
                <a:gdLst/>
                <a:ahLst/>
                <a:cxnLst/>
                <a:rect l="l" t="t" r="r" b="b"/>
                <a:pathLst>
                  <a:path w="4210" h="3416" extrusionOk="0">
                    <a:moveTo>
                      <a:pt x="2125" y="1"/>
                    </a:moveTo>
                    <a:cubicBezTo>
                      <a:pt x="1882" y="1"/>
                      <a:pt x="1635" y="54"/>
                      <a:pt x="1400" y="165"/>
                    </a:cubicBezTo>
                    <a:cubicBezTo>
                      <a:pt x="0" y="765"/>
                      <a:pt x="50" y="2764"/>
                      <a:pt x="1500" y="3314"/>
                    </a:cubicBezTo>
                    <a:cubicBezTo>
                      <a:pt x="1694" y="3383"/>
                      <a:pt x="1887" y="3415"/>
                      <a:pt x="2075" y="3415"/>
                    </a:cubicBezTo>
                    <a:cubicBezTo>
                      <a:pt x="3248" y="3415"/>
                      <a:pt x="4210" y="2178"/>
                      <a:pt x="3650" y="1014"/>
                    </a:cubicBezTo>
                    <a:cubicBezTo>
                      <a:pt x="3361" y="364"/>
                      <a:pt x="2758" y="1"/>
                      <a:pt x="212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78" name="Google Shape;1178;p32"/>
          <p:cNvGrpSpPr/>
          <p:nvPr/>
        </p:nvGrpSpPr>
        <p:grpSpPr>
          <a:xfrm>
            <a:off x="5957507" y="1368021"/>
            <a:ext cx="2710500" cy="2156513"/>
            <a:chOff x="3216750" y="1088621"/>
            <a:chExt cx="2710500" cy="2156513"/>
          </a:xfrm>
        </p:grpSpPr>
        <p:sp>
          <p:nvSpPr>
            <p:cNvPr id="1179" name="Google Shape;1179;p32"/>
            <p:cNvSpPr/>
            <p:nvPr/>
          </p:nvSpPr>
          <p:spPr>
            <a:xfrm>
              <a:off x="3216750" y="2576734"/>
              <a:ext cx="2710500" cy="668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80" name="Google Shape;1180;p32"/>
            <p:cNvGrpSpPr/>
            <p:nvPr/>
          </p:nvGrpSpPr>
          <p:grpSpPr>
            <a:xfrm>
              <a:off x="3641588" y="1088621"/>
              <a:ext cx="1860824" cy="1758584"/>
              <a:chOff x="2749725" y="2621275"/>
              <a:chExt cx="2106672" cy="1990925"/>
            </a:xfrm>
          </p:grpSpPr>
          <p:sp>
            <p:nvSpPr>
              <p:cNvPr id="1181" name="Google Shape;1181;p32"/>
              <p:cNvSpPr/>
              <p:nvPr/>
            </p:nvSpPr>
            <p:spPr>
              <a:xfrm>
                <a:off x="2855150" y="4472200"/>
                <a:ext cx="1919700" cy="140000"/>
              </a:xfrm>
              <a:custGeom>
                <a:avLst/>
                <a:gdLst/>
                <a:ahLst/>
                <a:cxnLst/>
                <a:rect l="l" t="t" r="r" b="b"/>
                <a:pathLst>
                  <a:path w="76788" h="5600" extrusionOk="0">
                    <a:moveTo>
                      <a:pt x="38394" y="0"/>
                    </a:moveTo>
                    <a:cubicBezTo>
                      <a:pt x="17148" y="0"/>
                      <a:pt x="1" y="1250"/>
                      <a:pt x="1" y="2800"/>
                    </a:cubicBezTo>
                    <a:cubicBezTo>
                      <a:pt x="1" y="4349"/>
                      <a:pt x="17198" y="5599"/>
                      <a:pt x="38394" y="5599"/>
                    </a:cubicBezTo>
                    <a:cubicBezTo>
                      <a:pt x="59590" y="5599"/>
                      <a:pt x="76787" y="4299"/>
                      <a:pt x="76787" y="2800"/>
                    </a:cubicBezTo>
                    <a:cubicBezTo>
                      <a:pt x="76787" y="1250"/>
                      <a:pt x="59590" y="0"/>
                      <a:pt x="3839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2" name="Google Shape;1182;p32"/>
              <p:cNvSpPr/>
              <p:nvPr/>
            </p:nvSpPr>
            <p:spPr>
              <a:xfrm>
                <a:off x="3615025" y="2935050"/>
                <a:ext cx="623050" cy="693225"/>
              </a:xfrm>
              <a:custGeom>
                <a:avLst/>
                <a:gdLst/>
                <a:ahLst/>
                <a:cxnLst/>
                <a:rect l="l" t="t" r="r" b="b"/>
                <a:pathLst>
                  <a:path w="24922" h="27729" extrusionOk="0">
                    <a:moveTo>
                      <a:pt x="12939" y="0"/>
                    </a:moveTo>
                    <a:cubicBezTo>
                      <a:pt x="12466" y="0"/>
                      <a:pt x="11985" y="32"/>
                      <a:pt x="11498" y="97"/>
                    </a:cubicBezTo>
                    <a:cubicBezTo>
                      <a:pt x="4050" y="1147"/>
                      <a:pt x="0" y="9395"/>
                      <a:pt x="3750" y="15894"/>
                    </a:cubicBezTo>
                    <a:cubicBezTo>
                      <a:pt x="4550" y="17244"/>
                      <a:pt x="4800" y="18844"/>
                      <a:pt x="4400" y="20393"/>
                    </a:cubicBezTo>
                    <a:lnTo>
                      <a:pt x="4400" y="20443"/>
                    </a:lnTo>
                    <a:cubicBezTo>
                      <a:pt x="3600" y="23543"/>
                      <a:pt x="5449" y="26742"/>
                      <a:pt x="8549" y="27542"/>
                    </a:cubicBezTo>
                    <a:cubicBezTo>
                      <a:pt x="9044" y="27668"/>
                      <a:pt x="9539" y="27728"/>
                      <a:pt x="10025" y="27728"/>
                    </a:cubicBezTo>
                    <a:cubicBezTo>
                      <a:pt x="12631" y="27728"/>
                      <a:pt x="14974" y="25997"/>
                      <a:pt x="15648" y="23343"/>
                    </a:cubicBezTo>
                    <a:cubicBezTo>
                      <a:pt x="16098" y="21793"/>
                      <a:pt x="17097" y="20493"/>
                      <a:pt x="18447" y="19643"/>
                    </a:cubicBezTo>
                    <a:cubicBezTo>
                      <a:pt x="20797" y="18244"/>
                      <a:pt x="22496" y="15944"/>
                      <a:pt x="23196" y="13295"/>
                    </a:cubicBezTo>
                    <a:lnTo>
                      <a:pt x="23146" y="13295"/>
                    </a:lnTo>
                    <a:cubicBezTo>
                      <a:pt x="24922" y="6473"/>
                      <a:pt x="19710" y="0"/>
                      <a:pt x="1293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3" name="Google Shape;1183;p32"/>
              <p:cNvSpPr/>
              <p:nvPr/>
            </p:nvSpPr>
            <p:spPr>
              <a:xfrm>
                <a:off x="3775000" y="3235750"/>
                <a:ext cx="263725" cy="311625"/>
              </a:xfrm>
              <a:custGeom>
                <a:avLst/>
                <a:gdLst/>
                <a:ahLst/>
                <a:cxnLst/>
                <a:rect l="l" t="t" r="r" b="b"/>
                <a:pathLst>
                  <a:path w="10549" h="12465" extrusionOk="0">
                    <a:moveTo>
                      <a:pt x="3350" y="3166"/>
                    </a:moveTo>
                    <a:cubicBezTo>
                      <a:pt x="3700" y="4366"/>
                      <a:pt x="3850" y="5716"/>
                      <a:pt x="3500" y="6266"/>
                    </a:cubicBezTo>
                    <a:cubicBezTo>
                      <a:pt x="3450" y="6466"/>
                      <a:pt x="3250" y="6516"/>
                      <a:pt x="3100" y="6516"/>
                    </a:cubicBezTo>
                    <a:cubicBezTo>
                      <a:pt x="2950" y="6516"/>
                      <a:pt x="2800" y="6416"/>
                      <a:pt x="2800" y="6316"/>
                    </a:cubicBezTo>
                    <a:cubicBezTo>
                      <a:pt x="2500" y="5766"/>
                      <a:pt x="2800" y="4416"/>
                      <a:pt x="3350" y="3166"/>
                    </a:cubicBezTo>
                    <a:close/>
                    <a:moveTo>
                      <a:pt x="6949" y="4266"/>
                    </a:moveTo>
                    <a:cubicBezTo>
                      <a:pt x="6899" y="5516"/>
                      <a:pt x="6649" y="6666"/>
                      <a:pt x="6199" y="7066"/>
                    </a:cubicBezTo>
                    <a:cubicBezTo>
                      <a:pt x="6149" y="7166"/>
                      <a:pt x="5999" y="7166"/>
                      <a:pt x="5849" y="7166"/>
                    </a:cubicBezTo>
                    <a:cubicBezTo>
                      <a:pt x="5799" y="7116"/>
                      <a:pt x="5799" y="7066"/>
                      <a:pt x="5799" y="6966"/>
                    </a:cubicBezTo>
                    <a:cubicBezTo>
                      <a:pt x="5699" y="6416"/>
                      <a:pt x="6199" y="5266"/>
                      <a:pt x="6899" y="4266"/>
                    </a:cubicBezTo>
                    <a:close/>
                    <a:moveTo>
                      <a:pt x="5714" y="0"/>
                    </a:moveTo>
                    <a:cubicBezTo>
                      <a:pt x="5215" y="0"/>
                      <a:pt x="4677" y="356"/>
                      <a:pt x="4100" y="1067"/>
                    </a:cubicBezTo>
                    <a:cubicBezTo>
                      <a:pt x="3850" y="1417"/>
                      <a:pt x="3600" y="1767"/>
                      <a:pt x="3400" y="2116"/>
                    </a:cubicBezTo>
                    <a:cubicBezTo>
                      <a:pt x="3350" y="1966"/>
                      <a:pt x="3300" y="1817"/>
                      <a:pt x="3200" y="1717"/>
                    </a:cubicBezTo>
                    <a:cubicBezTo>
                      <a:pt x="2900" y="1167"/>
                      <a:pt x="2600" y="917"/>
                      <a:pt x="2250" y="917"/>
                    </a:cubicBezTo>
                    <a:cubicBezTo>
                      <a:pt x="2000" y="917"/>
                      <a:pt x="1750" y="1017"/>
                      <a:pt x="1550" y="1167"/>
                    </a:cubicBezTo>
                    <a:cubicBezTo>
                      <a:pt x="0" y="2816"/>
                      <a:pt x="400" y="10215"/>
                      <a:pt x="400" y="10565"/>
                    </a:cubicBezTo>
                    <a:lnTo>
                      <a:pt x="850" y="10565"/>
                    </a:lnTo>
                    <a:cubicBezTo>
                      <a:pt x="850" y="10465"/>
                      <a:pt x="450" y="2966"/>
                      <a:pt x="1850" y="1467"/>
                    </a:cubicBezTo>
                    <a:cubicBezTo>
                      <a:pt x="1950" y="1367"/>
                      <a:pt x="2150" y="1267"/>
                      <a:pt x="2300" y="1267"/>
                    </a:cubicBezTo>
                    <a:cubicBezTo>
                      <a:pt x="2310" y="1262"/>
                      <a:pt x="2321" y="1259"/>
                      <a:pt x="2333" y="1259"/>
                    </a:cubicBezTo>
                    <a:cubicBezTo>
                      <a:pt x="2440" y="1259"/>
                      <a:pt x="2625" y="1462"/>
                      <a:pt x="2850" y="1867"/>
                    </a:cubicBezTo>
                    <a:cubicBezTo>
                      <a:pt x="3000" y="2066"/>
                      <a:pt x="3100" y="2316"/>
                      <a:pt x="3200" y="2566"/>
                    </a:cubicBezTo>
                    <a:cubicBezTo>
                      <a:pt x="2500" y="4016"/>
                      <a:pt x="2050" y="5666"/>
                      <a:pt x="2400" y="6466"/>
                    </a:cubicBezTo>
                    <a:cubicBezTo>
                      <a:pt x="2550" y="6716"/>
                      <a:pt x="2800" y="6916"/>
                      <a:pt x="3100" y="6916"/>
                    </a:cubicBezTo>
                    <a:cubicBezTo>
                      <a:pt x="3450" y="6916"/>
                      <a:pt x="3750" y="6766"/>
                      <a:pt x="3900" y="6466"/>
                    </a:cubicBezTo>
                    <a:cubicBezTo>
                      <a:pt x="4399" y="5666"/>
                      <a:pt x="4150" y="3916"/>
                      <a:pt x="3650" y="2566"/>
                    </a:cubicBezTo>
                    <a:cubicBezTo>
                      <a:pt x="3900" y="2116"/>
                      <a:pt x="4200" y="1667"/>
                      <a:pt x="4499" y="1267"/>
                    </a:cubicBezTo>
                    <a:cubicBezTo>
                      <a:pt x="4964" y="663"/>
                      <a:pt x="5428" y="361"/>
                      <a:pt x="5772" y="361"/>
                    </a:cubicBezTo>
                    <a:cubicBezTo>
                      <a:pt x="5798" y="361"/>
                      <a:pt x="5824" y="363"/>
                      <a:pt x="5849" y="367"/>
                    </a:cubicBezTo>
                    <a:cubicBezTo>
                      <a:pt x="6199" y="467"/>
                      <a:pt x="6499" y="867"/>
                      <a:pt x="6699" y="1567"/>
                    </a:cubicBezTo>
                    <a:cubicBezTo>
                      <a:pt x="6849" y="2216"/>
                      <a:pt x="6949" y="2866"/>
                      <a:pt x="6949" y="3516"/>
                    </a:cubicBezTo>
                    <a:cubicBezTo>
                      <a:pt x="5999" y="4616"/>
                      <a:pt x="5299" y="6216"/>
                      <a:pt x="5399" y="7016"/>
                    </a:cubicBezTo>
                    <a:cubicBezTo>
                      <a:pt x="5399" y="7216"/>
                      <a:pt x="5549" y="7466"/>
                      <a:pt x="5799" y="7516"/>
                    </a:cubicBezTo>
                    <a:cubicBezTo>
                      <a:pt x="5878" y="7547"/>
                      <a:pt x="5963" y="7564"/>
                      <a:pt x="6047" y="7564"/>
                    </a:cubicBezTo>
                    <a:cubicBezTo>
                      <a:pt x="6229" y="7564"/>
                      <a:pt x="6412" y="7486"/>
                      <a:pt x="6549" y="7316"/>
                    </a:cubicBezTo>
                    <a:cubicBezTo>
                      <a:pt x="7149" y="6766"/>
                      <a:pt x="7399" y="5216"/>
                      <a:pt x="7399" y="3666"/>
                    </a:cubicBezTo>
                    <a:cubicBezTo>
                      <a:pt x="7649" y="3416"/>
                      <a:pt x="7899" y="3166"/>
                      <a:pt x="8199" y="2966"/>
                    </a:cubicBezTo>
                    <a:cubicBezTo>
                      <a:pt x="8391" y="2829"/>
                      <a:pt x="8629" y="2752"/>
                      <a:pt x="8870" y="2752"/>
                    </a:cubicBezTo>
                    <a:cubicBezTo>
                      <a:pt x="9068" y="2752"/>
                      <a:pt x="9268" y="2804"/>
                      <a:pt x="9449" y="2916"/>
                    </a:cubicBezTo>
                    <a:cubicBezTo>
                      <a:pt x="9649" y="3066"/>
                      <a:pt x="9799" y="3316"/>
                      <a:pt x="9849" y="3616"/>
                    </a:cubicBezTo>
                    <a:cubicBezTo>
                      <a:pt x="10148" y="6066"/>
                      <a:pt x="4799" y="12065"/>
                      <a:pt x="4749" y="12165"/>
                    </a:cubicBezTo>
                    <a:lnTo>
                      <a:pt x="5049" y="12465"/>
                    </a:lnTo>
                    <a:cubicBezTo>
                      <a:pt x="5249" y="12215"/>
                      <a:pt x="10548" y="6266"/>
                      <a:pt x="10248" y="3616"/>
                    </a:cubicBezTo>
                    <a:cubicBezTo>
                      <a:pt x="10248" y="3216"/>
                      <a:pt x="9999" y="2816"/>
                      <a:pt x="9649" y="2616"/>
                    </a:cubicBezTo>
                    <a:cubicBezTo>
                      <a:pt x="9393" y="2454"/>
                      <a:pt x="9116" y="2378"/>
                      <a:pt x="8843" y="2378"/>
                    </a:cubicBezTo>
                    <a:cubicBezTo>
                      <a:pt x="8527" y="2378"/>
                      <a:pt x="8217" y="2479"/>
                      <a:pt x="7949" y="2666"/>
                    </a:cubicBezTo>
                    <a:cubicBezTo>
                      <a:pt x="7749" y="2816"/>
                      <a:pt x="7499" y="2966"/>
                      <a:pt x="7349" y="3166"/>
                    </a:cubicBezTo>
                    <a:cubicBezTo>
                      <a:pt x="7299" y="2616"/>
                      <a:pt x="7199" y="2066"/>
                      <a:pt x="7049" y="1517"/>
                    </a:cubicBezTo>
                    <a:cubicBezTo>
                      <a:pt x="6799" y="667"/>
                      <a:pt x="6449" y="117"/>
                      <a:pt x="5899" y="17"/>
                    </a:cubicBezTo>
                    <a:cubicBezTo>
                      <a:pt x="5838" y="6"/>
                      <a:pt x="5776" y="0"/>
                      <a:pt x="571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4" name="Google Shape;1184;p32"/>
              <p:cNvSpPr/>
              <p:nvPr/>
            </p:nvSpPr>
            <p:spPr>
              <a:xfrm>
                <a:off x="3761250" y="2984950"/>
                <a:ext cx="461200" cy="642800"/>
              </a:xfrm>
              <a:custGeom>
                <a:avLst/>
                <a:gdLst/>
                <a:ahLst/>
                <a:cxnLst/>
                <a:rect l="l" t="t" r="r" b="b"/>
                <a:pathLst>
                  <a:path w="18448" h="25712" extrusionOk="0">
                    <a:moveTo>
                      <a:pt x="13248" y="1"/>
                    </a:moveTo>
                    <a:cubicBezTo>
                      <a:pt x="13648" y="750"/>
                      <a:pt x="13898" y="1550"/>
                      <a:pt x="13998" y="2400"/>
                    </a:cubicBezTo>
                    <a:cubicBezTo>
                      <a:pt x="14198" y="3800"/>
                      <a:pt x="14048" y="5200"/>
                      <a:pt x="13648" y="6549"/>
                    </a:cubicBezTo>
                    <a:cubicBezTo>
                      <a:pt x="12698" y="9499"/>
                      <a:pt x="10449" y="11948"/>
                      <a:pt x="7899" y="13798"/>
                    </a:cubicBezTo>
                    <a:cubicBezTo>
                      <a:pt x="6099" y="15098"/>
                      <a:pt x="4050" y="16198"/>
                      <a:pt x="2600" y="17897"/>
                    </a:cubicBezTo>
                    <a:cubicBezTo>
                      <a:pt x="1250" y="19597"/>
                      <a:pt x="400" y="21597"/>
                      <a:pt x="50" y="23746"/>
                    </a:cubicBezTo>
                    <a:cubicBezTo>
                      <a:pt x="50" y="23796"/>
                      <a:pt x="0" y="23896"/>
                      <a:pt x="0" y="23946"/>
                    </a:cubicBezTo>
                    <a:cubicBezTo>
                      <a:pt x="1189" y="25153"/>
                      <a:pt x="2687" y="25712"/>
                      <a:pt x="4161" y="25712"/>
                    </a:cubicBezTo>
                    <a:cubicBezTo>
                      <a:pt x="6655" y="25712"/>
                      <a:pt x="9076" y="24112"/>
                      <a:pt x="9799" y="21347"/>
                    </a:cubicBezTo>
                    <a:cubicBezTo>
                      <a:pt x="10249" y="19797"/>
                      <a:pt x="11248" y="18497"/>
                      <a:pt x="12598" y="17647"/>
                    </a:cubicBezTo>
                    <a:cubicBezTo>
                      <a:pt x="14948" y="16248"/>
                      <a:pt x="16647" y="13948"/>
                      <a:pt x="17347" y="11299"/>
                    </a:cubicBezTo>
                    <a:cubicBezTo>
                      <a:pt x="18447" y="7049"/>
                      <a:pt x="16847" y="2550"/>
                      <a:pt x="13248" y="1"/>
                    </a:cubicBezTo>
                    <a:close/>
                  </a:path>
                </a:pathLst>
              </a:custGeom>
              <a:solidFill>
                <a:srgbClr val="263238">
                  <a:alpha val="5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5" name="Google Shape;1185;p32"/>
              <p:cNvSpPr/>
              <p:nvPr/>
            </p:nvSpPr>
            <p:spPr>
              <a:xfrm>
                <a:off x="3661275" y="3466600"/>
                <a:ext cx="349950" cy="275225"/>
              </a:xfrm>
              <a:custGeom>
                <a:avLst/>
                <a:gdLst/>
                <a:ahLst/>
                <a:cxnLst/>
                <a:rect l="l" t="t" r="r" b="b"/>
                <a:pathLst>
                  <a:path w="13998" h="11009" extrusionOk="0">
                    <a:moveTo>
                      <a:pt x="2169" y="0"/>
                    </a:moveTo>
                    <a:cubicBezTo>
                      <a:pt x="1952" y="0"/>
                      <a:pt x="1779" y="144"/>
                      <a:pt x="1700" y="381"/>
                    </a:cubicBezTo>
                    <a:lnTo>
                      <a:pt x="550" y="4880"/>
                    </a:lnTo>
                    <a:cubicBezTo>
                      <a:pt x="0" y="6980"/>
                      <a:pt x="1250" y="9130"/>
                      <a:pt x="3349" y="9680"/>
                    </a:cubicBezTo>
                    <a:lnTo>
                      <a:pt x="7999" y="10879"/>
                    </a:lnTo>
                    <a:cubicBezTo>
                      <a:pt x="8334" y="10967"/>
                      <a:pt x="8670" y="11009"/>
                      <a:pt x="9000" y="11009"/>
                    </a:cubicBezTo>
                    <a:cubicBezTo>
                      <a:pt x="10742" y="11009"/>
                      <a:pt x="12328" y="9845"/>
                      <a:pt x="12748" y="8080"/>
                    </a:cubicBezTo>
                    <a:lnTo>
                      <a:pt x="13948" y="3531"/>
                    </a:lnTo>
                    <a:cubicBezTo>
                      <a:pt x="13998" y="3281"/>
                      <a:pt x="13848" y="3031"/>
                      <a:pt x="13598" y="2931"/>
                    </a:cubicBezTo>
                    <a:lnTo>
                      <a:pt x="2350" y="31"/>
                    </a:lnTo>
                    <a:cubicBezTo>
                      <a:pt x="2287" y="10"/>
                      <a:pt x="2227" y="0"/>
                      <a:pt x="2169" y="0"/>
                    </a:cubicBezTo>
                    <a:close/>
                  </a:path>
                </a:pathLst>
              </a:custGeom>
              <a:solidFill>
                <a:srgbClr val="66666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6" name="Google Shape;1186;p32"/>
              <p:cNvSpPr/>
              <p:nvPr/>
            </p:nvSpPr>
            <p:spPr>
              <a:xfrm>
                <a:off x="3750000" y="3691775"/>
                <a:ext cx="106250" cy="57375"/>
              </a:xfrm>
              <a:custGeom>
                <a:avLst/>
                <a:gdLst/>
                <a:ahLst/>
                <a:cxnLst/>
                <a:rect l="l" t="t" r="r" b="b"/>
                <a:pathLst>
                  <a:path w="4250" h="2295" extrusionOk="0">
                    <a:moveTo>
                      <a:pt x="919" y="1"/>
                    </a:moveTo>
                    <a:cubicBezTo>
                      <a:pt x="574" y="1"/>
                      <a:pt x="235" y="232"/>
                      <a:pt x="150" y="573"/>
                    </a:cubicBezTo>
                    <a:lnTo>
                      <a:pt x="150" y="623"/>
                    </a:lnTo>
                    <a:cubicBezTo>
                      <a:pt x="0" y="1072"/>
                      <a:pt x="300" y="1522"/>
                      <a:pt x="700" y="1622"/>
                    </a:cubicBezTo>
                    <a:lnTo>
                      <a:pt x="3150" y="2272"/>
                    </a:lnTo>
                    <a:cubicBezTo>
                      <a:pt x="3216" y="2287"/>
                      <a:pt x="3283" y="2294"/>
                      <a:pt x="3348" y="2294"/>
                    </a:cubicBezTo>
                    <a:cubicBezTo>
                      <a:pt x="3725" y="2294"/>
                      <a:pt x="4064" y="2056"/>
                      <a:pt x="4150" y="1672"/>
                    </a:cubicBezTo>
                    <a:lnTo>
                      <a:pt x="4150" y="1622"/>
                    </a:lnTo>
                    <a:cubicBezTo>
                      <a:pt x="4250" y="1172"/>
                      <a:pt x="4000" y="772"/>
                      <a:pt x="3600" y="673"/>
                    </a:cubicBezTo>
                    <a:lnTo>
                      <a:pt x="1100" y="23"/>
                    </a:lnTo>
                    <a:cubicBezTo>
                      <a:pt x="1041" y="8"/>
                      <a:pt x="980" y="1"/>
                      <a:pt x="919" y="1"/>
                    </a:cubicBezTo>
                    <a:close/>
                  </a:path>
                </a:pathLst>
              </a:custGeom>
              <a:solidFill>
                <a:srgbClr val="4C57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7" name="Google Shape;1187;p32"/>
              <p:cNvSpPr/>
              <p:nvPr/>
            </p:nvSpPr>
            <p:spPr>
              <a:xfrm>
                <a:off x="3768750" y="3722075"/>
                <a:ext cx="60000" cy="32300"/>
              </a:xfrm>
              <a:custGeom>
                <a:avLst/>
                <a:gdLst/>
                <a:ahLst/>
                <a:cxnLst/>
                <a:rect l="l" t="t" r="r" b="b"/>
                <a:pathLst>
                  <a:path w="2400" h="1292" extrusionOk="0">
                    <a:moveTo>
                      <a:pt x="554" y="1"/>
                    </a:moveTo>
                    <a:cubicBezTo>
                      <a:pt x="339" y="1"/>
                      <a:pt x="144" y="143"/>
                      <a:pt x="100" y="360"/>
                    </a:cubicBezTo>
                    <a:lnTo>
                      <a:pt x="50" y="360"/>
                    </a:lnTo>
                    <a:cubicBezTo>
                      <a:pt x="0" y="610"/>
                      <a:pt x="150" y="860"/>
                      <a:pt x="400" y="910"/>
                    </a:cubicBezTo>
                    <a:lnTo>
                      <a:pt x="1800" y="1260"/>
                    </a:lnTo>
                    <a:cubicBezTo>
                      <a:pt x="1853" y="1282"/>
                      <a:pt x="1905" y="1292"/>
                      <a:pt x="1953" y="1292"/>
                    </a:cubicBezTo>
                    <a:cubicBezTo>
                      <a:pt x="2131" y="1292"/>
                      <a:pt x="2271" y="1157"/>
                      <a:pt x="2350" y="960"/>
                    </a:cubicBezTo>
                    <a:lnTo>
                      <a:pt x="2350" y="910"/>
                    </a:lnTo>
                    <a:cubicBezTo>
                      <a:pt x="2400" y="710"/>
                      <a:pt x="2250" y="460"/>
                      <a:pt x="2000" y="360"/>
                    </a:cubicBezTo>
                    <a:lnTo>
                      <a:pt x="650" y="10"/>
                    </a:lnTo>
                    <a:cubicBezTo>
                      <a:pt x="618" y="4"/>
                      <a:pt x="586" y="1"/>
                      <a:pt x="554" y="1"/>
                    </a:cubicBezTo>
                    <a:close/>
                  </a:path>
                </a:pathLst>
              </a:custGeom>
              <a:solidFill>
                <a:srgbClr val="4C57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8" name="Google Shape;1188;p32"/>
              <p:cNvSpPr/>
              <p:nvPr/>
            </p:nvSpPr>
            <p:spPr>
              <a:xfrm>
                <a:off x="4019950" y="2621275"/>
                <a:ext cx="95000" cy="243725"/>
              </a:xfrm>
              <a:custGeom>
                <a:avLst/>
                <a:gdLst/>
                <a:ahLst/>
                <a:cxnLst/>
                <a:rect l="l" t="t" r="r" b="b"/>
                <a:pathLst>
                  <a:path w="3800" h="9749" extrusionOk="0">
                    <a:moveTo>
                      <a:pt x="1200" y="0"/>
                    </a:moveTo>
                    <a:lnTo>
                      <a:pt x="1" y="9748"/>
                    </a:lnTo>
                    <a:lnTo>
                      <a:pt x="3800" y="250"/>
                    </a:lnTo>
                    <a:lnTo>
                      <a:pt x="120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9" name="Google Shape;1189;p32"/>
              <p:cNvSpPr/>
              <p:nvPr/>
            </p:nvSpPr>
            <p:spPr>
              <a:xfrm>
                <a:off x="4127425" y="2748750"/>
                <a:ext cx="113750" cy="157500"/>
              </a:xfrm>
              <a:custGeom>
                <a:avLst/>
                <a:gdLst/>
                <a:ahLst/>
                <a:cxnLst/>
                <a:rect l="l" t="t" r="r" b="b"/>
                <a:pathLst>
                  <a:path w="4550" h="6300" extrusionOk="0">
                    <a:moveTo>
                      <a:pt x="2700" y="0"/>
                    </a:moveTo>
                    <a:lnTo>
                      <a:pt x="1" y="6299"/>
                    </a:lnTo>
                    <a:lnTo>
                      <a:pt x="4550" y="800"/>
                    </a:lnTo>
                    <a:lnTo>
                      <a:pt x="270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0" name="Google Shape;1190;p32"/>
              <p:cNvSpPr/>
              <p:nvPr/>
            </p:nvSpPr>
            <p:spPr>
              <a:xfrm>
                <a:off x="4206175" y="2816225"/>
                <a:ext cx="222475" cy="153750"/>
              </a:xfrm>
              <a:custGeom>
                <a:avLst/>
                <a:gdLst/>
                <a:ahLst/>
                <a:cxnLst/>
                <a:rect l="l" t="t" r="r" b="b"/>
                <a:pathLst>
                  <a:path w="8899" h="6150" extrusionOk="0">
                    <a:moveTo>
                      <a:pt x="8349" y="1"/>
                    </a:moveTo>
                    <a:lnTo>
                      <a:pt x="0" y="6150"/>
                    </a:lnTo>
                    <a:lnTo>
                      <a:pt x="8899" y="2700"/>
                    </a:lnTo>
                    <a:lnTo>
                      <a:pt x="834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1" name="Google Shape;1191;p32"/>
              <p:cNvSpPr/>
              <p:nvPr/>
            </p:nvSpPr>
            <p:spPr>
              <a:xfrm>
                <a:off x="4261150" y="3042450"/>
                <a:ext cx="161250" cy="41250"/>
              </a:xfrm>
              <a:custGeom>
                <a:avLst/>
                <a:gdLst/>
                <a:ahLst/>
                <a:cxnLst/>
                <a:rect l="l" t="t" r="r" b="b"/>
                <a:pathLst>
                  <a:path w="6450" h="1650" extrusionOk="0">
                    <a:moveTo>
                      <a:pt x="6450" y="0"/>
                    </a:moveTo>
                    <a:lnTo>
                      <a:pt x="1" y="500"/>
                    </a:lnTo>
                    <a:lnTo>
                      <a:pt x="5400" y="1650"/>
                    </a:lnTo>
                    <a:lnTo>
                      <a:pt x="645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2" name="Google Shape;1192;p32"/>
              <p:cNvSpPr/>
              <p:nvPr/>
            </p:nvSpPr>
            <p:spPr>
              <a:xfrm>
                <a:off x="3873725" y="2672500"/>
                <a:ext cx="50025" cy="176250"/>
              </a:xfrm>
              <a:custGeom>
                <a:avLst/>
                <a:gdLst/>
                <a:ahLst/>
                <a:cxnLst/>
                <a:rect l="l" t="t" r="r" b="b"/>
                <a:pathLst>
                  <a:path w="2001" h="7050" extrusionOk="0">
                    <a:moveTo>
                      <a:pt x="1" y="1"/>
                    </a:moveTo>
                    <a:lnTo>
                      <a:pt x="1300" y="7050"/>
                    </a:lnTo>
                    <a:lnTo>
                      <a:pt x="2000" y="25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3" name="Google Shape;1193;p32"/>
              <p:cNvSpPr/>
              <p:nvPr/>
            </p:nvSpPr>
            <p:spPr>
              <a:xfrm>
                <a:off x="3653775" y="2630025"/>
                <a:ext cx="151250" cy="236225"/>
              </a:xfrm>
              <a:custGeom>
                <a:avLst/>
                <a:gdLst/>
                <a:ahLst/>
                <a:cxnLst/>
                <a:rect l="l" t="t" r="r" b="b"/>
                <a:pathLst>
                  <a:path w="6050" h="9449" extrusionOk="0">
                    <a:moveTo>
                      <a:pt x="1800" y="0"/>
                    </a:moveTo>
                    <a:lnTo>
                      <a:pt x="0" y="2100"/>
                    </a:lnTo>
                    <a:lnTo>
                      <a:pt x="6049" y="9448"/>
                    </a:lnTo>
                    <a:lnTo>
                      <a:pt x="180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4" name="Google Shape;1194;p32"/>
              <p:cNvSpPr/>
              <p:nvPr/>
            </p:nvSpPr>
            <p:spPr>
              <a:xfrm>
                <a:off x="3592525" y="2827475"/>
                <a:ext cx="135000" cy="88775"/>
              </a:xfrm>
              <a:custGeom>
                <a:avLst/>
                <a:gdLst/>
                <a:ahLst/>
                <a:cxnLst/>
                <a:rect l="l" t="t" r="r" b="b"/>
                <a:pathLst>
                  <a:path w="5400" h="3551" extrusionOk="0">
                    <a:moveTo>
                      <a:pt x="1" y="1"/>
                    </a:moveTo>
                    <a:lnTo>
                      <a:pt x="151" y="1950"/>
                    </a:lnTo>
                    <a:lnTo>
                      <a:pt x="5400" y="3550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5" name="Google Shape;1195;p32"/>
              <p:cNvSpPr/>
              <p:nvPr/>
            </p:nvSpPr>
            <p:spPr>
              <a:xfrm>
                <a:off x="3891225" y="3585600"/>
                <a:ext cx="77500" cy="96000"/>
              </a:xfrm>
              <a:custGeom>
                <a:avLst/>
                <a:gdLst/>
                <a:ahLst/>
                <a:cxnLst/>
                <a:rect l="l" t="t" r="r" b="b"/>
                <a:pathLst>
                  <a:path w="3100" h="3840" extrusionOk="0">
                    <a:moveTo>
                      <a:pt x="1313" y="1"/>
                    </a:moveTo>
                    <a:cubicBezTo>
                      <a:pt x="1231" y="1"/>
                      <a:pt x="1150" y="47"/>
                      <a:pt x="1150" y="120"/>
                    </a:cubicBezTo>
                    <a:lnTo>
                      <a:pt x="0" y="2970"/>
                    </a:lnTo>
                    <a:cubicBezTo>
                      <a:pt x="0" y="3070"/>
                      <a:pt x="50" y="3170"/>
                      <a:pt x="150" y="3220"/>
                    </a:cubicBezTo>
                    <a:lnTo>
                      <a:pt x="1700" y="3820"/>
                    </a:lnTo>
                    <a:cubicBezTo>
                      <a:pt x="1727" y="3833"/>
                      <a:pt x="1754" y="3839"/>
                      <a:pt x="1780" y="3839"/>
                    </a:cubicBezTo>
                    <a:cubicBezTo>
                      <a:pt x="1850" y="3839"/>
                      <a:pt x="1914" y="3793"/>
                      <a:pt x="1950" y="3720"/>
                    </a:cubicBezTo>
                    <a:lnTo>
                      <a:pt x="3050" y="870"/>
                    </a:lnTo>
                    <a:cubicBezTo>
                      <a:pt x="3100" y="770"/>
                      <a:pt x="3050" y="670"/>
                      <a:pt x="2950" y="620"/>
                    </a:cubicBezTo>
                    <a:lnTo>
                      <a:pt x="1400" y="20"/>
                    </a:lnTo>
                    <a:cubicBezTo>
                      <a:pt x="1373" y="7"/>
                      <a:pt x="1343" y="1"/>
                      <a:pt x="1313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6" name="Google Shape;1196;p32"/>
              <p:cNvSpPr/>
              <p:nvPr/>
            </p:nvSpPr>
            <p:spPr>
              <a:xfrm>
                <a:off x="3432550" y="3443175"/>
                <a:ext cx="249975" cy="128400"/>
              </a:xfrm>
              <a:custGeom>
                <a:avLst/>
                <a:gdLst/>
                <a:ahLst/>
                <a:cxnLst/>
                <a:rect l="l" t="t" r="r" b="b"/>
                <a:pathLst>
                  <a:path w="9999" h="5136" extrusionOk="0">
                    <a:moveTo>
                      <a:pt x="789" y="0"/>
                    </a:moveTo>
                    <a:cubicBezTo>
                      <a:pt x="664" y="0"/>
                      <a:pt x="539" y="66"/>
                      <a:pt x="501" y="218"/>
                    </a:cubicBezTo>
                    <a:lnTo>
                      <a:pt x="101" y="1268"/>
                    </a:lnTo>
                    <a:cubicBezTo>
                      <a:pt x="1" y="1468"/>
                      <a:pt x="101" y="1618"/>
                      <a:pt x="251" y="1718"/>
                    </a:cubicBezTo>
                    <a:lnTo>
                      <a:pt x="9099" y="5117"/>
                    </a:lnTo>
                    <a:cubicBezTo>
                      <a:pt x="9146" y="5129"/>
                      <a:pt x="9191" y="5136"/>
                      <a:pt x="9232" y="5136"/>
                    </a:cubicBezTo>
                    <a:cubicBezTo>
                      <a:pt x="9367" y="5136"/>
                      <a:pt x="9473" y="5070"/>
                      <a:pt x="9549" y="4918"/>
                    </a:cubicBezTo>
                    <a:lnTo>
                      <a:pt x="9949" y="3868"/>
                    </a:lnTo>
                    <a:cubicBezTo>
                      <a:pt x="9999" y="3668"/>
                      <a:pt x="9949" y="3518"/>
                      <a:pt x="9749" y="3418"/>
                    </a:cubicBezTo>
                    <a:lnTo>
                      <a:pt x="900" y="18"/>
                    </a:lnTo>
                    <a:cubicBezTo>
                      <a:pt x="865" y="7"/>
                      <a:pt x="827" y="0"/>
                      <a:pt x="789" y="0"/>
                    </a:cubicBezTo>
                    <a:close/>
                  </a:path>
                </a:pathLst>
              </a:custGeom>
              <a:solidFill>
                <a:srgbClr val="66666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7" name="Google Shape;1197;p32"/>
              <p:cNvSpPr/>
              <p:nvPr/>
            </p:nvSpPr>
            <p:spPr>
              <a:xfrm>
                <a:off x="4156175" y="3741875"/>
                <a:ext cx="249975" cy="129650"/>
              </a:xfrm>
              <a:custGeom>
                <a:avLst/>
                <a:gdLst/>
                <a:ahLst/>
                <a:cxnLst/>
                <a:rect l="l" t="t" r="r" b="b"/>
                <a:pathLst>
                  <a:path w="9999" h="5186" extrusionOk="0">
                    <a:moveTo>
                      <a:pt x="768" y="0"/>
                    </a:moveTo>
                    <a:cubicBezTo>
                      <a:pt x="635" y="0"/>
                      <a:pt x="539" y="65"/>
                      <a:pt x="500" y="218"/>
                    </a:cubicBezTo>
                    <a:lnTo>
                      <a:pt x="51" y="1268"/>
                    </a:lnTo>
                    <a:cubicBezTo>
                      <a:pt x="1" y="1468"/>
                      <a:pt x="51" y="1618"/>
                      <a:pt x="251" y="1718"/>
                    </a:cubicBezTo>
                    <a:lnTo>
                      <a:pt x="9099" y="5167"/>
                    </a:lnTo>
                    <a:cubicBezTo>
                      <a:pt x="9134" y="5179"/>
                      <a:pt x="9173" y="5185"/>
                      <a:pt x="9211" y="5185"/>
                    </a:cubicBezTo>
                    <a:cubicBezTo>
                      <a:pt x="9335" y="5185"/>
                      <a:pt x="9461" y="5120"/>
                      <a:pt x="9499" y="4967"/>
                    </a:cubicBezTo>
                    <a:lnTo>
                      <a:pt x="9949" y="3868"/>
                    </a:lnTo>
                    <a:cubicBezTo>
                      <a:pt x="9999" y="3718"/>
                      <a:pt x="9899" y="3518"/>
                      <a:pt x="9749" y="3468"/>
                    </a:cubicBezTo>
                    <a:lnTo>
                      <a:pt x="900" y="18"/>
                    </a:lnTo>
                    <a:cubicBezTo>
                      <a:pt x="853" y="6"/>
                      <a:pt x="809" y="0"/>
                      <a:pt x="768" y="0"/>
                    </a:cubicBezTo>
                    <a:close/>
                  </a:path>
                </a:pathLst>
              </a:custGeom>
              <a:solidFill>
                <a:srgbClr val="66666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8" name="Google Shape;1198;p32"/>
              <p:cNvSpPr/>
              <p:nvPr/>
            </p:nvSpPr>
            <p:spPr>
              <a:xfrm>
                <a:off x="2881400" y="3503625"/>
                <a:ext cx="1717225" cy="1087300"/>
              </a:xfrm>
              <a:custGeom>
                <a:avLst/>
                <a:gdLst/>
                <a:ahLst/>
                <a:cxnLst/>
                <a:rect l="l" t="t" r="r" b="b"/>
                <a:pathLst>
                  <a:path w="68689" h="43492" extrusionOk="0">
                    <a:moveTo>
                      <a:pt x="16967" y="0"/>
                    </a:moveTo>
                    <a:cubicBezTo>
                      <a:pt x="10968" y="0"/>
                      <a:pt x="5298" y="3608"/>
                      <a:pt x="2950" y="9498"/>
                    </a:cubicBezTo>
                    <a:cubicBezTo>
                      <a:pt x="1" y="17197"/>
                      <a:pt x="3800" y="25845"/>
                      <a:pt x="11449" y="28895"/>
                    </a:cubicBezTo>
                    <a:lnTo>
                      <a:pt x="46342" y="42492"/>
                    </a:lnTo>
                    <a:cubicBezTo>
                      <a:pt x="48112" y="43170"/>
                      <a:pt x="49932" y="43492"/>
                      <a:pt x="51722" y="43492"/>
                    </a:cubicBezTo>
                    <a:cubicBezTo>
                      <a:pt x="57719" y="43492"/>
                      <a:pt x="63379" y="39884"/>
                      <a:pt x="65689" y="33994"/>
                    </a:cubicBezTo>
                    <a:cubicBezTo>
                      <a:pt x="68688" y="26295"/>
                      <a:pt x="64889" y="17647"/>
                      <a:pt x="57191" y="14597"/>
                    </a:cubicBezTo>
                    <a:lnTo>
                      <a:pt x="22347" y="1000"/>
                    </a:lnTo>
                    <a:cubicBezTo>
                      <a:pt x="20577" y="322"/>
                      <a:pt x="18757" y="0"/>
                      <a:pt x="16967" y="0"/>
                    </a:cubicBezTo>
                    <a:close/>
                  </a:path>
                </a:pathLst>
              </a:custGeom>
              <a:solidFill>
                <a:srgbClr val="66666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9" name="Google Shape;1199;p32"/>
              <p:cNvSpPr/>
              <p:nvPr/>
            </p:nvSpPr>
            <p:spPr>
              <a:xfrm>
                <a:off x="2921400" y="3472950"/>
                <a:ext cx="1717225" cy="1088500"/>
              </a:xfrm>
              <a:custGeom>
                <a:avLst/>
                <a:gdLst/>
                <a:ahLst/>
                <a:cxnLst/>
                <a:rect l="l" t="t" r="r" b="b"/>
                <a:pathLst>
                  <a:path w="68689" h="43540" extrusionOk="0">
                    <a:moveTo>
                      <a:pt x="16915" y="1"/>
                    </a:moveTo>
                    <a:cubicBezTo>
                      <a:pt x="10938" y="1"/>
                      <a:pt x="5303" y="3613"/>
                      <a:pt x="3000" y="9525"/>
                    </a:cubicBezTo>
                    <a:cubicBezTo>
                      <a:pt x="0" y="17224"/>
                      <a:pt x="3800" y="25873"/>
                      <a:pt x="11498" y="28922"/>
                    </a:cubicBezTo>
                    <a:lnTo>
                      <a:pt x="46342" y="42520"/>
                    </a:lnTo>
                    <a:cubicBezTo>
                      <a:pt x="48119" y="43212"/>
                      <a:pt x="49947" y="43540"/>
                      <a:pt x="51744" y="43540"/>
                    </a:cubicBezTo>
                    <a:cubicBezTo>
                      <a:pt x="57733" y="43540"/>
                      <a:pt x="63382" y="39904"/>
                      <a:pt x="65689" y="34021"/>
                    </a:cubicBezTo>
                    <a:cubicBezTo>
                      <a:pt x="68688" y="26323"/>
                      <a:pt x="64889" y="17624"/>
                      <a:pt x="57190" y="14625"/>
                    </a:cubicBezTo>
                    <a:lnTo>
                      <a:pt x="22346" y="1027"/>
                    </a:lnTo>
                    <a:cubicBezTo>
                      <a:pt x="20560" y="331"/>
                      <a:pt x="18722" y="1"/>
                      <a:pt x="16915" y="1"/>
                    </a:cubicBezTo>
                    <a:close/>
                  </a:path>
                </a:pathLst>
              </a:custGeom>
              <a:solidFill>
                <a:srgbClr val="99999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0" name="Google Shape;1200;p32"/>
              <p:cNvSpPr/>
              <p:nvPr/>
            </p:nvSpPr>
            <p:spPr>
              <a:xfrm>
                <a:off x="3625025" y="3648125"/>
                <a:ext cx="472425" cy="323400"/>
              </a:xfrm>
              <a:custGeom>
                <a:avLst/>
                <a:gdLst/>
                <a:ahLst/>
                <a:cxnLst/>
                <a:rect l="l" t="t" r="r" b="b"/>
                <a:pathLst>
                  <a:path w="18897" h="12936" extrusionOk="0">
                    <a:moveTo>
                      <a:pt x="3216" y="1"/>
                    </a:moveTo>
                    <a:cubicBezTo>
                      <a:pt x="2794" y="1"/>
                      <a:pt x="2404" y="246"/>
                      <a:pt x="2250" y="669"/>
                    </a:cubicBezTo>
                    <a:lnTo>
                      <a:pt x="200" y="5868"/>
                    </a:lnTo>
                    <a:cubicBezTo>
                      <a:pt x="0" y="6418"/>
                      <a:pt x="250" y="7018"/>
                      <a:pt x="800" y="7218"/>
                    </a:cubicBezTo>
                    <a:lnTo>
                      <a:pt x="15298" y="12867"/>
                    </a:lnTo>
                    <a:cubicBezTo>
                      <a:pt x="15425" y="12913"/>
                      <a:pt x="15554" y="12935"/>
                      <a:pt x="15681" y="12935"/>
                    </a:cubicBezTo>
                    <a:cubicBezTo>
                      <a:pt x="16103" y="12935"/>
                      <a:pt x="16494" y="12690"/>
                      <a:pt x="16647" y="12267"/>
                    </a:cubicBezTo>
                    <a:lnTo>
                      <a:pt x="18697" y="7068"/>
                    </a:lnTo>
                    <a:cubicBezTo>
                      <a:pt x="18897" y="6518"/>
                      <a:pt x="18647" y="5918"/>
                      <a:pt x="18097" y="5718"/>
                    </a:cubicBezTo>
                    <a:lnTo>
                      <a:pt x="3600" y="69"/>
                    </a:lnTo>
                    <a:cubicBezTo>
                      <a:pt x="3473" y="23"/>
                      <a:pt x="3343" y="1"/>
                      <a:pt x="3216" y="1"/>
                    </a:cubicBezTo>
                    <a:close/>
                  </a:path>
                </a:pathLst>
              </a:custGeom>
              <a:solidFill>
                <a:srgbClr val="66666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1" name="Google Shape;1201;p32"/>
              <p:cNvSpPr/>
              <p:nvPr/>
            </p:nvSpPr>
            <p:spPr>
              <a:xfrm>
                <a:off x="3934825" y="3414850"/>
                <a:ext cx="151400" cy="191175"/>
              </a:xfrm>
              <a:custGeom>
                <a:avLst/>
                <a:gdLst/>
                <a:ahLst/>
                <a:cxnLst/>
                <a:rect l="l" t="t" r="r" b="b"/>
                <a:pathLst>
                  <a:path w="6056" h="7647" extrusionOk="0">
                    <a:moveTo>
                      <a:pt x="5766" y="0"/>
                    </a:moveTo>
                    <a:cubicBezTo>
                      <a:pt x="5646" y="0"/>
                      <a:pt x="5528" y="64"/>
                      <a:pt x="5505" y="202"/>
                    </a:cubicBezTo>
                    <a:cubicBezTo>
                      <a:pt x="5405" y="2051"/>
                      <a:pt x="2956" y="2301"/>
                      <a:pt x="1756" y="3101"/>
                    </a:cubicBezTo>
                    <a:cubicBezTo>
                      <a:pt x="1106" y="3451"/>
                      <a:pt x="656" y="4101"/>
                      <a:pt x="506" y="4801"/>
                    </a:cubicBezTo>
                    <a:cubicBezTo>
                      <a:pt x="356" y="5601"/>
                      <a:pt x="506" y="6500"/>
                      <a:pt x="106" y="7200"/>
                    </a:cubicBezTo>
                    <a:cubicBezTo>
                      <a:pt x="1" y="7411"/>
                      <a:pt x="167" y="7646"/>
                      <a:pt x="327" y="7646"/>
                    </a:cubicBezTo>
                    <a:cubicBezTo>
                      <a:pt x="395" y="7646"/>
                      <a:pt x="461" y="7604"/>
                      <a:pt x="506" y="7500"/>
                    </a:cubicBezTo>
                    <a:cubicBezTo>
                      <a:pt x="856" y="6800"/>
                      <a:pt x="1006" y="6001"/>
                      <a:pt x="956" y="5251"/>
                    </a:cubicBezTo>
                    <a:cubicBezTo>
                      <a:pt x="1106" y="4351"/>
                      <a:pt x="1656" y="3601"/>
                      <a:pt x="2506" y="3251"/>
                    </a:cubicBezTo>
                    <a:cubicBezTo>
                      <a:pt x="3855" y="2601"/>
                      <a:pt x="5955" y="2151"/>
                      <a:pt x="6055" y="252"/>
                    </a:cubicBezTo>
                    <a:cubicBezTo>
                      <a:pt x="6055" y="89"/>
                      <a:pt x="5909" y="0"/>
                      <a:pt x="5766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2" name="Google Shape;1202;p32"/>
              <p:cNvSpPr/>
              <p:nvPr/>
            </p:nvSpPr>
            <p:spPr>
              <a:xfrm>
                <a:off x="2860150" y="3229275"/>
                <a:ext cx="61275" cy="111900"/>
              </a:xfrm>
              <a:custGeom>
                <a:avLst/>
                <a:gdLst/>
                <a:ahLst/>
                <a:cxnLst/>
                <a:rect l="l" t="t" r="r" b="b"/>
                <a:pathLst>
                  <a:path w="2451" h="4476" extrusionOk="0">
                    <a:moveTo>
                      <a:pt x="1225" y="1"/>
                    </a:moveTo>
                    <a:cubicBezTo>
                      <a:pt x="613" y="1"/>
                      <a:pt x="1" y="426"/>
                      <a:pt x="51" y="1276"/>
                    </a:cubicBezTo>
                    <a:lnTo>
                      <a:pt x="51" y="3325"/>
                    </a:lnTo>
                    <a:cubicBezTo>
                      <a:pt x="51" y="3975"/>
                      <a:pt x="551" y="4475"/>
                      <a:pt x="1200" y="4475"/>
                    </a:cubicBezTo>
                    <a:cubicBezTo>
                      <a:pt x="1850" y="4475"/>
                      <a:pt x="2400" y="3975"/>
                      <a:pt x="2400" y="3325"/>
                    </a:cubicBezTo>
                    <a:lnTo>
                      <a:pt x="2400" y="1276"/>
                    </a:lnTo>
                    <a:cubicBezTo>
                      <a:pt x="2450" y="426"/>
                      <a:pt x="1838" y="1"/>
                      <a:pt x="122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3" name="Google Shape;1203;p32"/>
              <p:cNvSpPr/>
              <p:nvPr/>
            </p:nvSpPr>
            <p:spPr>
              <a:xfrm>
                <a:off x="2860150" y="3379875"/>
                <a:ext cx="61275" cy="112200"/>
              </a:xfrm>
              <a:custGeom>
                <a:avLst/>
                <a:gdLst/>
                <a:ahLst/>
                <a:cxnLst/>
                <a:rect l="l" t="t" r="r" b="b"/>
                <a:pathLst>
                  <a:path w="2451" h="4488" extrusionOk="0">
                    <a:moveTo>
                      <a:pt x="1200" y="1"/>
                    </a:moveTo>
                    <a:cubicBezTo>
                      <a:pt x="551" y="1"/>
                      <a:pt x="51" y="501"/>
                      <a:pt x="51" y="1151"/>
                    </a:cubicBezTo>
                    <a:lnTo>
                      <a:pt x="51" y="3250"/>
                    </a:lnTo>
                    <a:cubicBezTo>
                      <a:pt x="1" y="4075"/>
                      <a:pt x="613" y="4488"/>
                      <a:pt x="1225" y="4488"/>
                    </a:cubicBezTo>
                    <a:cubicBezTo>
                      <a:pt x="1838" y="4488"/>
                      <a:pt x="2450" y="4075"/>
                      <a:pt x="2400" y="3250"/>
                    </a:cubicBezTo>
                    <a:lnTo>
                      <a:pt x="2400" y="1201"/>
                    </a:lnTo>
                    <a:cubicBezTo>
                      <a:pt x="2400" y="551"/>
                      <a:pt x="1850" y="1"/>
                      <a:pt x="120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4" name="Google Shape;1204;p32"/>
              <p:cNvSpPr/>
              <p:nvPr/>
            </p:nvSpPr>
            <p:spPr>
              <a:xfrm>
                <a:off x="2898425" y="3331075"/>
                <a:ext cx="132200" cy="58900"/>
              </a:xfrm>
              <a:custGeom>
                <a:avLst/>
                <a:gdLst/>
                <a:ahLst/>
                <a:cxnLst/>
                <a:rect l="l" t="t" r="r" b="b"/>
                <a:pathLst>
                  <a:path w="5288" h="2356" extrusionOk="0">
                    <a:moveTo>
                      <a:pt x="1526" y="0"/>
                    </a:moveTo>
                    <a:cubicBezTo>
                      <a:pt x="1" y="0"/>
                      <a:pt x="1" y="2356"/>
                      <a:pt x="1526" y="2356"/>
                    </a:cubicBezTo>
                    <a:cubicBezTo>
                      <a:pt x="1556" y="2356"/>
                      <a:pt x="1587" y="2355"/>
                      <a:pt x="1619" y="2353"/>
                    </a:cubicBezTo>
                    <a:lnTo>
                      <a:pt x="3669" y="2353"/>
                    </a:lnTo>
                    <a:cubicBezTo>
                      <a:pt x="3700" y="2355"/>
                      <a:pt x="3732" y="2356"/>
                      <a:pt x="3762" y="2356"/>
                    </a:cubicBezTo>
                    <a:cubicBezTo>
                      <a:pt x="5287" y="2356"/>
                      <a:pt x="5287" y="0"/>
                      <a:pt x="3762" y="0"/>
                    </a:cubicBezTo>
                    <a:cubicBezTo>
                      <a:pt x="3732" y="0"/>
                      <a:pt x="3700" y="1"/>
                      <a:pt x="3669" y="3"/>
                    </a:cubicBezTo>
                    <a:lnTo>
                      <a:pt x="1619" y="3"/>
                    </a:lnTo>
                    <a:cubicBezTo>
                      <a:pt x="1587" y="1"/>
                      <a:pt x="1556" y="0"/>
                      <a:pt x="152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5" name="Google Shape;1205;p32"/>
              <p:cNvSpPr/>
              <p:nvPr/>
            </p:nvSpPr>
            <p:spPr>
              <a:xfrm>
                <a:off x="2749725" y="3331075"/>
                <a:ext cx="121700" cy="58900"/>
              </a:xfrm>
              <a:custGeom>
                <a:avLst/>
                <a:gdLst/>
                <a:ahLst/>
                <a:cxnLst/>
                <a:rect l="l" t="t" r="r" b="b"/>
                <a:pathLst>
                  <a:path w="4868" h="2356" extrusionOk="0">
                    <a:moveTo>
                      <a:pt x="1572" y="0"/>
                    </a:moveTo>
                    <a:cubicBezTo>
                      <a:pt x="1" y="0"/>
                      <a:pt x="1" y="2356"/>
                      <a:pt x="1572" y="2356"/>
                    </a:cubicBezTo>
                    <a:cubicBezTo>
                      <a:pt x="1603" y="2356"/>
                      <a:pt x="1635" y="2355"/>
                      <a:pt x="1668" y="2353"/>
                    </a:cubicBezTo>
                    <a:lnTo>
                      <a:pt x="3718" y="2353"/>
                    </a:lnTo>
                    <a:cubicBezTo>
                      <a:pt x="4318" y="2353"/>
                      <a:pt x="4868" y="1803"/>
                      <a:pt x="4868" y="1203"/>
                    </a:cubicBezTo>
                    <a:cubicBezTo>
                      <a:pt x="4868" y="553"/>
                      <a:pt x="4318" y="3"/>
                      <a:pt x="3718" y="3"/>
                    </a:cubicBezTo>
                    <a:lnTo>
                      <a:pt x="1668" y="3"/>
                    </a:lnTo>
                    <a:cubicBezTo>
                      <a:pt x="1635" y="1"/>
                      <a:pt x="1603" y="0"/>
                      <a:pt x="157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6" name="Google Shape;1206;p32"/>
              <p:cNvSpPr/>
              <p:nvPr/>
            </p:nvSpPr>
            <p:spPr>
              <a:xfrm>
                <a:off x="4676075" y="3497975"/>
                <a:ext cx="48775" cy="91900"/>
              </a:xfrm>
              <a:custGeom>
                <a:avLst/>
                <a:gdLst/>
                <a:ahLst/>
                <a:cxnLst/>
                <a:rect l="l" t="t" r="r" b="b"/>
                <a:pathLst>
                  <a:path w="1951" h="3676" extrusionOk="0">
                    <a:moveTo>
                      <a:pt x="976" y="1"/>
                    </a:moveTo>
                    <a:cubicBezTo>
                      <a:pt x="488" y="1"/>
                      <a:pt x="1" y="326"/>
                      <a:pt x="1" y="976"/>
                    </a:cubicBezTo>
                    <a:lnTo>
                      <a:pt x="1" y="2676"/>
                    </a:lnTo>
                    <a:cubicBezTo>
                      <a:pt x="1" y="3225"/>
                      <a:pt x="451" y="3675"/>
                      <a:pt x="1001" y="3675"/>
                    </a:cubicBezTo>
                    <a:cubicBezTo>
                      <a:pt x="1551" y="3675"/>
                      <a:pt x="1951" y="3225"/>
                      <a:pt x="1951" y="2676"/>
                    </a:cubicBezTo>
                    <a:lnTo>
                      <a:pt x="1951" y="976"/>
                    </a:lnTo>
                    <a:cubicBezTo>
                      <a:pt x="1951" y="326"/>
                      <a:pt x="1463" y="1"/>
                      <a:pt x="97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7" name="Google Shape;1207;p32"/>
              <p:cNvSpPr/>
              <p:nvPr/>
            </p:nvSpPr>
            <p:spPr>
              <a:xfrm>
                <a:off x="4676075" y="3622350"/>
                <a:ext cx="48775" cy="91875"/>
              </a:xfrm>
              <a:custGeom>
                <a:avLst/>
                <a:gdLst/>
                <a:ahLst/>
                <a:cxnLst/>
                <a:rect l="l" t="t" r="r" b="b"/>
                <a:pathLst>
                  <a:path w="1951" h="3675" extrusionOk="0">
                    <a:moveTo>
                      <a:pt x="1001" y="0"/>
                    </a:moveTo>
                    <a:cubicBezTo>
                      <a:pt x="451" y="0"/>
                      <a:pt x="1" y="400"/>
                      <a:pt x="1" y="950"/>
                    </a:cubicBezTo>
                    <a:lnTo>
                      <a:pt x="1" y="2700"/>
                    </a:lnTo>
                    <a:cubicBezTo>
                      <a:pt x="1" y="3350"/>
                      <a:pt x="488" y="3674"/>
                      <a:pt x="976" y="3674"/>
                    </a:cubicBezTo>
                    <a:cubicBezTo>
                      <a:pt x="1463" y="3674"/>
                      <a:pt x="1951" y="3350"/>
                      <a:pt x="1951" y="2700"/>
                    </a:cubicBezTo>
                    <a:lnTo>
                      <a:pt x="1951" y="950"/>
                    </a:lnTo>
                    <a:cubicBezTo>
                      <a:pt x="1951" y="400"/>
                      <a:pt x="1551" y="0"/>
                      <a:pt x="100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8" name="Google Shape;1208;p32"/>
              <p:cNvSpPr/>
              <p:nvPr/>
            </p:nvSpPr>
            <p:spPr>
              <a:xfrm>
                <a:off x="4708575" y="3581100"/>
                <a:ext cx="107500" cy="48775"/>
              </a:xfrm>
              <a:custGeom>
                <a:avLst/>
                <a:gdLst/>
                <a:ahLst/>
                <a:cxnLst/>
                <a:rect l="l" t="t" r="r" b="b"/>
                <a:pathLst>
                  <a:path w="4300" h="1951" extrusionOk="0">
                    <a:moveTo>
                      <a:pt x="1300" y="0"/>
                    </a:moveTo>
                    <a:cubicBezTo>
                      <a:pt x="1" y="0"/>
                      <a:pt x="1" y="1950"/>
                      <a:pt x="1300" y="1950"/>
                    </a:cubicBezTo>
                    <a:lnTo>
                      <a:pt x="3050" y="1950"/>
                    </a:lnTo>
                    <a:cubicBezTo>
                      <a:pt x="4300" y="1950"/>
                      <a:pt x="4300" y="0"/>
                      <a:pt x="305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9" name="Google Shape;1209;p32"/>
              <p:cNvSpPr/>
              <p:nvPr/>
            </p:nvSpPr>
            <p:spPr>
              <a:xfrm>
                <a:off x="4584850" y="3581100"/>
                <a:ext cx="100000" cy="48775"/>
              </a:xfrm>
              <a:custGeom>
                <a:avLst/>
                <a:gdLst/>
                <a:ahLst/>
                <a:cxnLst/>
                <a:rect l="l" t="t" r="r" b="b"/>
                <a:pathLst>
                  <a:path w="4000" h="1951" extrusionOk="0">
                    <a:moveTo>
                      <a:pt x="1300" y="0"/>
                    </a:moveTo>
                    <a:cubicBezTo>
                      <a:pt x="1" y="0"/>
                      <a:pt x="1" y="1950"/>
                      <a:pt x="1300" y="1950"/>
                    </a:cubicBezTo>
                    <a:lnTo>
                      <a:pt x="3050" y="1950"/>
                    </a:lnTo>
                    <a:cubicBezTo>
                      <a:pt x="3550" y="1950"/>
                      <a:pt x="4000" y="1500"/>
                      <a:pt x="4000" y="1000"/>
                    </a:cubicBezTo>
                    <a:cubicBezTo>
                      <a:pt x="4000" y="450"/>
                      <a:pt x="3550" y="0"/>
                      <a:pt x="305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0" name="Google Shape;1210;p32"/>
              <p:cNvSpPr/>
              <p:nvPr/>
            </p:nvSpPr>
            <p:spPr>
              <a:xfrm>
                <a:off x="3175100" y="3042450"/>
                <a:ext cx="163750" cy="140375"/>
              </a:xfrm>
              <a:custGeom>
                <a:avLst/>
                <a:gdLst/>
                <a:ahLst/>
                <a:cxnLst/>
                <a:rect l="l" t="t" r="r" b="b"/>
                <a:pathLst>
                  <a:path w="6550" h="5615" extrusionOk="0">
                    <a:moveTo>
                      <a:pt x="3750" y="0"/>
                    </a:moveTo>
                    <a:cubicBezTo>
                      <a:pt x="1250" y="0"/>
                      <a:pt x="0" y="3050"/>
                      <a:pt x="1800" y="4799"/>
                    </a:cubicBezTo>
                    <a:cubicBezTo>
                      <a:pt x="2363" y="5363"/>
                      <a:pt x="3056" y="5615"/>
                      <a:pt x="3736" y="5615"/>
                    </a:cubicBezTo>
                    <a:cubicBezTo>
                      <a:pt x="5170" y="5615"/>
                      <a:pt x="6549" y="4495"/>
                      <a:pt x="6549" y="2800"/>
                    </a:cubicBezTo>
                    <a:cubicBezTo>
                      <a:pt x="6549" y="1250"/>
                      <a:pt x="5300" y="0"/>
                      <a:pt x="375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1" name="Google Shape;1211;p32"/>
              <p:cNvSpPr/>
              <p:nvPr/>
            </p:nvSpPr>
            <p:spPr>
              <a:xfrm>
                <a:off x="4731397" y="2695322"/>
                <a:ext cx="125000" cy="107100"/>
              </a:xfrm>
              <a:custGeom>
                <a:avLst/>
                <a:gdLst/>
                <a:ahLst/>
                <a:cxnLst/>
                <a:rect l="l" t="t" r="r" b="b"/>
                <a:pathLst>
                  <a:path w="5000" h="4284" extrusionOk="0">
                    <a:moveTo>
                      <a:pt x="2850" y="1"/>
                    </a:moveTo>
                    <a:cubicBezTo>
                      <a:pt x="951" y="1"/>
                      <a:pt x="1" y="2300"/>
                      <a:pt x="1350" y="3650"/>
                    </a:cubicBezTo>
                    <a:cubicBezTo>
                      <a:pt x="1788" y="4088"/>
                      <a:pt x="2326" y="4284"/>
                      <a:pt x="2853" y="4284"/>
                    </a:cubicBezTo>
                    <a:cubicBezTo>
                      <a:pt x="3950" y="4284"/>
                      <a:pt x="5000" y="3434"/>
                      <a:pt x="5000" y="2150"/>
                    </a:cubicBezTo>
                    <a:cubicBezTo>
                      <a:pt x="5000" y="951"/>
                      <a:pt x="4050" y="1"/>
                      <a:pt x="285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2" name="Google Shape;1212;p32"/>
              <p:cNvSpPr/>
              <p:nvPr/>
            </p:nvSpPr>
            <p:spPr>
              <a:xfrm>
                <a:off x="3266325" y="3621600"/>
                <a:ext cx="165000" cy="159500"/>
              </a:xfrm>
              <a:custGeom>
                <a:avLst/>
                <a:gdLst/>
                <a:ahLst/>
                <a:cxnLst/>
                <a:rect l="l" t="t" r="r" b="b"/>
                <a:pathLst>
                  <a:path w="6600" h="6380" extrusionOk="0">
                    <a:moveTo>
                      <a:pt x="2237" y="0"/>
                    </a:moveTo>
                    <a:cubicBezTo>
                      <a:pt x="1950" y="0"/>
                      <a:pt x="1671" y="160"/>
                      <a:pt x="1551" y="480"/>
                    </a:cubicBezTo>
                    <a:lnTo>
                      <a:pt x="151" y="4029"/>
                    </a:lnTo>
                    <a:cubicBezTo>
                      <a:pt x="1" y="4379"/>
                      <a:pt x="201" y="4779"/>
                      <a:pt x="551" y="4929"/>
                    </a:cubicBezTo>
                    <a:lnTo>
                      <a:pt x="4100" y="6329"/>
                    </a:lnTo>
                    <a:cubicBezTo>
                      <a:pt x="4192" y="6363"/>
                      <a:pt x="4284" y="6379"/>
                      <a:pt x="4372" y="6379"/>
                    </a:cubicBezTo>
                    <a:cubicBezTo>
                      <a:pt x="4670" y="6379"/>
                      <a:pt x="4934" y="6199"/>
                      <a:pt x="5050" y="5929"/>
                    </a:cubicBezTo>
                    <a:lnTo>
                      <a:pt x="6450" y="2380"/>
                    </a:lnTo>
                    <a:cubicBezTo>
                      <a:pt x="6600" y="1980"/>
                      <a:pt x="6400" y="1580"/>
                      <a:pt x="6050" y="1430"/>
                    </a:cubicBezTo>
                    <a:lnTo>
                      <a:pt x="2450" y="30"/>
                    </a:lnTo>
                    <a:cubicBezTo>
                      <a:pt x="2380" y="10"/>
                      <a:pt x="2308" y="0"/>
                      <a:pt x="2237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3" name="Google Shape;1213;p32"/>
              <p:cNvSpPr/>
              <p:nvPr/>
            </p:nvSpPr>
            <p:spPr>
              <a:xfrm>
                <a:off x="3165100" y="3879775"/>
                <a:ext cx="165000" cy="160025"/>
              </a:xfrm>
              <a:custGeom>
                <a:avLst/>
                <a:gdLst/>
                <a:ahLst/>
                <a:cxnLst/>
                <a:rect l="l" t="t" r="r" b="b"/>
                <a:pathLst>
                  <a:path w="6600" h="6401" extrusionOk="0">
                    <a:moveTo>
                      <a:pt x="2228" y="1"/>
                    </a:moveTo>
                    <a:cubicBezTo>
                      <a:pt x="1930" y="1"/>
                      <a:pt x="1666" y="182"/>
                      <a:pt x="1550" y="451"/>
                    </a:cubicBezTo>
                    <a:lnTo>
                      <a:pt x="150" y="4051"/>
                    </a:lnTo>
                    <a:cubicBezTo>
                      <a:pt x="1" y="4401"/>
                      <a:pt x="200" y="4800"/>
                      <a:pt x="550" y="4950"/>
                    </a:cubicBezTo>
                    <a:lnTo>
                      <a:pt x="4150" y="6350"/>
                    </a:lnTo>
                    <a:cubicBezTo>
                      <a:pt x="4230" y="6385"/>
                      <a:pt x="4313" y="6401"/>
                      <a:pt x="4395" y="6401"/>
                    </a:cubicBezTo>
                    <a:cubicBezTo>
                      <a:pt x="4670" y="6401"/>
                      <a:pt x="4934" y="6220"/>
                      <a:pt x="5050" y="5950"/>
                    </a:cubicBezTo>
                    <a:lnTo>
                      <a:pt x="6449" y="2401"/>
                    </a:lnTo>
                    <a:cubicBezTo>
                      <a:pt x="6599" y="2001"/>
                      <a:pt x="6399" y="1601"/>
                      <a:pt x="6049" y="1451"/>
                    </a:cubicBezTo>
                    <a:lnTo>
                      <a:pt x="2500" y="51"/>
                    </a:lnTo>
                    <a:cubicBezTo>
                      <a:pt x="2408" y="17"/>
                      <a:pt x="2317" y="1"/>
                      <a:pt x="2228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4" name="Google Shape;1214;p32"/>
              <p:cNvSpPr/>
              <p:nvPr/>
            </p:nvSpPr>
            <p:spPr>
              <a:xfrm>
                <a:off x="3345075" y="3801050"/>
                <a:ext cx="165000" cy="160025"/>
              </a:xfrm>
              <a:custGeom>
                <a:avLst/>
                <a:gdLst/>
                <a:ahLst/>
                <a:cxnLst/>
                <a:rect l="l" t="t" r="r" b="b"/>
                <a:pathLst>
                  <a:path w="6600" h="6401" extrusionOk="0">
                    <a:moveTo>
                      <a:pt x="2205" y="0"/>
                    </a:moveTo>
                    <a:cubicBezTo>
                      <a:pt x="1930" y="0"/>
                      <a:pt x="1666" y="181"/>
                      <a:pt x="1550" y="451"/>
                    </a:cubicBezTo>
                    <a:lnTo>
                      <a:pt x="150" y="4050"/>
                    </a:lnTo>
                    <a:cubicBezTo>
                      <a:pt x="0" y="4400"/>
                      <a:pt x="200" y="4800"/>
                      <a:pt x="550" y="4950"/>
                    </a:cubicBezTo>
                    <a:lnTo>
                      <a:pt x="4100" y="6350"/>
                    </a:lnTo>
                    <a:cubicBezTo>
                      <a:pt x="4191" y="6384"/>
                      <a:pt x="4283" y="6400"/>
                      <a:pt x="4372" y="6400"/>
                    </a:cubicBezTo>
                    <a:cubicBezTo>
                      <a:pt x="4670" y="6400"/>
                      <a:pt x="4934" y="6219"/>
                      <a:pt x="5049" y="5950"/>
                    </a:cubicBezTo>
                    <a:lnTo>
                      <a:pt x="6449" y="2350"/>
                    </a:lnTo>
                    <a:cubicBezTo>
                      <a:pt x="6599" y="2000"/>
                      <a:pt x="6399" y="1601"/>
                      <a:pt x="6049" y="1451"/>
                    </a:cubicBezTo>
                    <a:lnTo>
                      <a:pt x="2450" y="51"/>
                    </a:lnTo>
                    <a:cubicBezTo>
                      <a:pt x="2370" y="16"/>
                      <a:pt x="2287" y="0"/>
                      <a:pt x="2205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5" name="Google Shape;1215;p32"/>
              <p:cNvSpPr/>
              <p:nvPr/>
            </p:nvSpPr>
            <p:spPr>
              <a:xfrm>
                <a:off x="3086375" y="3700325"/>
                <a:ext cx="164975" cy="159500"/>
              </a:xfrm>
              <a:custGeom>
                <a:avLst/>
                <a:gdLst/>
                <a:ahLst/>
                <a:cxnLst/>
                <a:rect l="l" t="t" r="r" b="b"/>
                <a:pathLst>
                  <a:path w="6599" h="6380" extrusionOk="0">
                    <a:moveTo>
                      <a:pt x="2262" y="1"/>
                    </a:moveTo>
                    <a:cubicBezTo>
                      <a:pt x="1950" y="1"/>
                      <a:pt x="1670" y="161"/>
                      <a:pt x="1550" y="480"/>
                    </a:cubicBezTo>
                    <a:lnTo>
                      <a:pt x="150" y="4030"/>
                    </a:lnTo>
                    <a:cubicBezTo>
                      <a:pt x="0" y="4380"/>
                      <a:pt x="200" y="4780"/>
                      <a:pt x="550" y="4930"/>
                    </a:cubicBezTo>
                    <a:lnTo>
                      <a:pt x="4149" y="6329"/>
                    </a:lnTo>
                    <a:cubicBezTo>
                      <a:pt x="4230" y="6364"/>
                      <a:pt x="4312" y="6380"/>
                      <a:pt x="4394" y="6380"/>
                    </a:cubicBezTo>
                    <a:cubicBezTo>
                      <a:pt x="4670" y="6380"/>
                      <a:pt x="4934" y="6199"/>
                      <a:pt x="5049" y="5930"/>
                    </a:cubicBezTo>
                    <a:lnTo>
                      <a:pt x="6449" y="2380"/>
                    </a:lnTo>
                    <a:cubicBezTo>
                      <a:pt x="6599" y="1980"/>
                      <a:pt x="6399" y="1580"/>
                      <a:pt x="6049" y="1430"/>
                    </a:cubicBezTo>
                    <a:lnTo>
                      <a:pt x="2500" y="31"/>
                    </a:lnTo>
                    <a:cubicBezTo>
                      <a:pt x="2420" y="11"/>
                      <a:pt x="2340" y="1"/>
                      <a:pt x="2262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6" name="Google Shape;1216;p32"/>
              <p:cNvSpPr/>
              <p:nvPr/>
            </p:nvSpPr>
            <p:spPr>
              <a:xfrm>
                <a:off x="4236075" y="4017500"/>
                <a:ext cx="150075" cy="127925"/>
              </a:xfrm>
              <a:custGeom>
                <a:avLst/>
                <a:gdLst/>
                <a:ahLst/>
                <a:cxnLst/>
                <a:rect l="l" t="t" r="r" b="b"/>
                <a:pathLst>
                  <a:path w="6003" h="5117" extrusionOk="0">
                    <a:moveTo>
                      <a:pt x="3096" y="1"/>
                    </a:moveTo>
                    <a:cubicBezTo>
                      <a:pt x="1380" y="1"/>
                      <a:pt x="0" y="1814"/>
                      <a:pt x="804" y="3591"/>
                    </a:cubicBezTo>
                    <a:cubicBezTo>
                      <a:pt x="1243" y="4616"/>
                      <a:pt x="2171" y="5116"/>
                      <a:pt x="3104" y="5116"/>
                    </a:cubicBezTo>
                    <a:cubicBezTo>
                      <a:pt x="4083" y="5116"/>
                      <a:pt x="5068" y="4566"/>
                      <a:pt x="5503" y="3491"/>
                    </a:cubicBezTo>
                    <a:cubicBezTo>
                      <a:pt x="6003" y="2191"/>
                      <a:pt x="5353" y="691"/>
                      <a:pt x="4053" y="191"/>
                    </a:cubicBezTo>
                    <a:cubicBezTo>
                      <a:pt x="3731" y="61"/>
                      <a:pt x="3408" y="1"/>
                      <a:pt x="309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7" name="Google Shape;1217;p32"/>
              <p:cNvSpPr/>
              <p:nvPr/>
            </p:nvSpPr>
            <p:spPr>
              <a:xfrm>
                <a:off x="4138225" y="4270450"/>
                <a:ext cx="149200" cy="127425"/>
              </a:xfrm>
              <a:custGeom>
                <a:avLst/>
                <a:gdLst/>
                <a:ahLst/>
                <a:cxnLst/>
                <a:rect l="l" t="t" r="r" b="b"/>
                <a:pathLst>
                  <a:path w="5968" h="5097" extrusionOk="0">
                    <a:moveTo>
                      <a:pt x="3106" y="0"/>
                    </a:moveTo>
                    <a:cubicBezTo>
                      <a:pt x="1380" y="0"/>
                      <a:pt x="1" y="1822"/>
                      <a:pt x="769" y="3571"/>
                    </a:cubicBezTo>
                    <a:cubicBezTo>
                      <a:pt x="1208" y="4596"/>
                      <a:pt x="2135" y="5097"/>
                      <a:pt x="3069" y="5097"/>
                    </a:cubicBezTo>
                    <a:cubicBezTo>
                      <a:pt x="4047" y="5097"/>
                      <a:pt x="5033" y="4546"/>
                      <a:pt x="5468" y="3471"/>
                    </a:cubicBezTo>
                    <a:cubicBezTo>
                      <a:pt x="5968" y="2171"/>
                      <a:pt x="5318" y="721"/>
                      <a:pt x="4018" y="172"/>
                    </a:cubicBezTo>
                    <a:cubicBezTo>
                      <a:pt x="3710" y="54"/>
                      <a:pt x="3403" y="0"/>
                      <a:pt x="310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8" name="Google Shape;1218;p32"/>
              <p:cNvSpPr/>
              <p:nvPr/>
            </p:nvSpPr>
            <p:spPr>
              <a:xfrm>
                <a:off x="4313650" y="4193775"/>
                <a:ext cx="154050" cy="127675"/>
              </a:xfrm>
              <a:custGeom>
                <a:avLst/>
                <a:gdLst/>
                <a:ahLst/>
                <a:cxnLst/>
                <a:rect l="l" t="t" r="r" b="b"/>
                <a:pathLst>
                  <a:path w="6162" h="5107" extrusionOk="0">
                    <a:moveTo>
                      <a:pt x="3156" y="0"/>
                    </a:moveTo>
                    <a:cubicBezTo>
                      <a:pt x="2811" y="0"/>
                      <a:pt x="2454" y="75"/>
                      <a:pt x="2100" y="239"/>
                    </a:cubicBezTo>
                    <a:cubicBezTo>
                      <a:pt x="0" y="1139"/>
                      <a:pt x="50" y="4088"/>
                      <a:pt x="2200" y="4938"/>
                    </a:cubicBezTo>
                    <a:cubicBezTo>
                      <a:pt x="2497" y="5053"/>
                      <a:pt x="2803" y="5107"/>
                      <a:pt x="3103" y="5107"/>
                    </a:cubicBezTo>
                    <a:cubicBezTo>
                      <a:pt x="4116" y="5107"/>
                      <a:pt x="5075" y="4491"/>
                      <a:pt x="5500" y="3488"/>
                    </a:cubicBezTo>
                    <a:cubicBezTo>
                      <a:pt x="6161" y="1710"/>
                      <a:pt x="4804" y="0"/>
                      <a:pt x="3156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9" name="Google Shape;1219;p32"/>
              <p:cNvSpPr/>
              <p:nvPr/>
            </p:nvSpPr>
            <p:spPr>
              <a:xfrm>
                <a:off x="4061200" y="4094325"/>
                <a:ext cx="153975" cy="128400"/>
              </a:xfrm>
              <a:custGeom>
                <a:avLst/>
                <a:gdLst/>
                <a:ahLst/>
                <a:cxnLst/>
                <a:rect l="l" t="t" r="r" b="b"/>
                <a:pathLst>
                  <a:path w="6159" h="5136" extrusionOk="0">
                    <a:moveTo>
                      <a:pt x="3085" y="0"/>
                    </a:moveTo>
                    <a:cubicBezTo>
                      <a:pt x="2748" y="0"/>
                      <a:pt x="2398" y="69"/>
                      <a:pt x="2050" y="218"/>
                    </a:cubicBezTo>
                    <a:cubicBezTo>
                      <a:pt x="0" y="1168"/>
                      <a:pt x="50" y="4117"/>
                      <a:pt x="2150" y="4967"/>
                    </a:cubicBezTo>
                    <a:cubicBezTo>
                      <a:pt x="2447" y="5081"/>
                      <a:pt x="2755" y="5135"/>
                      <a:pt x="3059" y="5135"/>
                    </a:cubicBezTo>
                    <a:cubicBezTo>
                      <a:pt x="4084" y="5135"/>
                      <a:pt x="5064" y="4520"/>
                      <a:pt x="5449" y="3517"/>
                    </a:cubicBezTo>
                    <a:cubicBezTo>
                      <a:pt x="6158" y="1724"/>
                      <a:pt x="4780" y="0"/>
                      <a:pt x="308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0" name="Google Shape;1220;p32"/>
              <p:cNvSpPr/>
              <p:nvPr/>
            </p:nvSpPr>
            <p:spPr>
              <a:xfrm>
                <a:off x="3541275" y="4055500"/>
                <a:ext cx="109625" cy="63450"/>
              </a:xfrm>
              <a:custGeom>
                <a:avLst/>
                <a:gdLst/>
                <a:ahLst/>
                <a:cxnLst/>
                <a:rect l="l" t="t" r="r" b="b"/>
                <a:pathLst>
                  <a:path w="4385" h="2538" extrusionOk="0">
                    <a:moveTo>
                      <a:pt x="928" y="1"/>
                    </a:moveTo>
                    <a:cubicBezTo>
                      <a:pt x="598" y="1"/>
                      <a:pt x="302" y="218"/>
                      <a:pt x="151" y="521"/>
                    </a:cubicBezTo>
                    <a:cubicBezTo>
                      <a:pt x="1" y="921"/>
                      <a:pt x="201" y="1421"/>
                      <a:pt x="651" y="1571"/>
                    </a:cubicBezTo>
                    <a:lnTo>
                      <a:pt x="2850" y="2471"/>
                    </a:lnTo>
                    <a:cubicBezTo>
                      <a:pt x="2966" y="2517"/>
                      <a:pt x="3077" y="2538"/>
                      <a:pt x="3181" y="2538"/>
                    </a:cubicBezTo>
                    <a:cubicBezTo>
                      <a:pt x="3978" y="2538"/>
                      <a:pt x="4384" y="1319"/>
                      <a:pt x="3500" y="921"/>
                    </a:cubicBezTo>
                    <a:lnTo>
                      <a:pt x="1251" y="71"/>
                    </a:lnTo>
                    <a:cubicBezTo>
                      <a:pt x="1142" y="23"/>
                      <a:pt x="1033" y="1"/>
                      <a:pt x="928" y="1"/>
                    </a:cubicBezTo>
                    <a:close/>
                  </a:path>
                </a:pathLst>
              </a:custGeom>
              <a:solidFill>
                <a:srgbClr val="66666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1" name="Google Shape;1221;p32"/>
              <p:cNvSpPr/>
              <p:nvPr/>
            </p:nvSpPr>
            <p:spPr>
              <a:xfrm>
                <a:off x="3813100" y="4163975"/>
                <a:ext cx="116425" cy="63675"/>
              </a:xfrm>
              <a:custGeom>
                <a:avLst/>
                <a:gdLst/>
                <a:ahLst/>
                <a:cxnLst/>
                <a:rect l="l" t="t" r="r" b="b"/>
                <a:pathLst>
                  <a:path w="4657" h="2547" extrusionOk="0">
                    <a:moveTo>
                      <a:pt x="1123" y="0"/>
                    </a:moveTo>
                    <a:cubicBezTo>
                      <a:pt x="351" y="0"/>
                      <a:pt x="1" y="1231"/>
                      <a:pt x="876" y="1581"/>
                    </a:cubicBezTo>
                    <a:lnTo>
                      <a:pt x="3125" y="2481"/>
                    </a:lnTo>
                    <a:cubicBezTo>
                      <a:pt x="3238" y="2526"/>
                      <a:pt x="3346" y="2546"/>
                      <a:pt x="3448" y="2546"/>
                    </a:cubicBezTo>
                    <a:cubicBezTo>
                      <a:pt x="4250" y="2546"/>
                      <a:pt x="4657" y="1286"/>
                      <a:pt x="3725" y="931"/>
                    </a:cubicBezTo>
                    <a:lnTo>
                      <a:pt x="1476" y="81"/>
                    </a:lnTo>
                    <a:cubicBezTo>
                      <a:pt x="1351" y="25"/>
                      <a:pt x="1232" y="0"/>
                      <a:pt x="1123" y="0"/>
                    </a:cubicBezTo>
                    <a:close/>
                  </a:path>
                </a:pathLst>
              </a:custGeom>
              <a:solidFill>
                <a:srgbClr val="66666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2" name="Google Shape;1222;p32"/>
              <p:cNvSpPr/>
              <p:nvPr/>
            </p:nvSpPr>
            <p:spPr>
              <a:xfrm>
                <a:off x="3594175" y="4180500"/>
                <a:ext cx="178350" cy="152375"/>
              </a:xfrm>
              <a:custGeom>
                <a:avLst/>
                <a:gdLst/>
                <a:ahLst/>
                <a:cxnLst/>
                <a:rect l="l" t="t" r="r" b="b"/>
                <a:pathLst>
                  <a:path w="7134" h="6095" extrusionOk="0">
                    <a:moveTo>
                      <a:pt x="3669" y="1"/>
                    </a:moveTo>
                    <a:cubicBezTo>
                      <a:pt x="1626" y="1"/>
                      <a:pt x="0" y="2189"/>
                      <a:pt x="934" y="4269"/>
                    </a:cubicBezTo>
                    <a:cubicBezTo>
                      <a:pt x="1449" y="5494"/>
                      <a:pt x="2563" y="6095"/>
                      <a:pt x="3684" y="6095"/>
                    </a:cubicBezTo>
                    <a:cubicBezTo>
                      <a:pt x="4850" y="6095"/>
                      <a:pt x="6023" y="5444"/>
                      <a:pt x="6533" y="4169"/>
                    </a:cubicBezTo>
                    <a:cubicBezTo>
                      <a:pt x="7133" y="2620"/>
                      <a:pt x="6383" y="820"/>
                      <a:pt x="4784" y="220"/>
                    </a:cubicBezTo>
                    <a:cubicBezTo>
                      <a:pt x="4407" y="69"/>
                      <a:pt x="4031" y="1"/>
                      <a:pt x="3669" y="1"/>
                    </a:cubicBezTo>
                    <a:close/>
                  </a:path>
                </a:pathLst>
              </a:custGeom>
              <a:solidFill>
                <a:srgbClr val="66666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223" name="Google Shape;1223;p32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40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200" dirty="0">
                <a:latin typeface="Oswald" panose="02000503000000000000" pitchFamily="2" charset="0"/>
              </a:rPr>
              <a:t>Data Limitations</a:t>
            </a:r>
            <a:endParaRPr sz="3200" dirty="0">
              <a:latin typeface="Oswald" panose="02000503000000000000" pitchFamily="2" charset="0"/>
            </a:endParaRPr>
          </a:p>
        </p:txBody>
      </p:sp>
      <p:graphicFrame>
        <p:nvGraphicFramePr>
          <p:cNvPr id="1224" name="Google Shape;1224;p32"/>
          <p:cNvGraphicFramePr/>
          <p:nvPr>
            <p:extLst>
              <p:ext uri="{D42A27DB-BD31-4B8C-83A1-F6EECF244321}">
                <p14:modId xmlns:p14="http://schemas.microsoft.com/office/powerpoint/2010/main" val="1834478251"/>
              </p:ext>
            </p:extLst>
          </p:nvPr>
        </p:nvGraphicFramePr>
        <p:xfrm>
          <a:off x="457200" y="3275625"/>
          <a:ext cx="8229600" cy="1080040"/>
        </p:xfrm>
        <a:graphic>
          <a:graphicData uri="http://schemas.openxmlformats.org/drawingml/2006/table">
            <a:tbl>
              <a:tblPr>
                <a:noFill/>
                <a:tableStyleId>{1BCADED5-2817-49EF-A1BD-A9A4860051E2}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45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0" i="0" dirty="0">
                          <a:solidFill>
                            <a:schemeClr val="lt1"/>
                          </a:solidFill>
                          <a:latin typeface="Oswald Light" panose="02000303000000000000" pitchFamily="2" charset="0"/>
                          <a:ea typeface="Fira Sans Extra Condensed SemiBold"/>
                          <a:cs typeface="Fira Sans Extra Condensed SemiBold"/>
                          <a:sym typeface="Fira Sans Extra Condensed SemiBold"/>
                        </a:rPr>
                        <a:t>Physical Sales Only</a:t>
                      </a:r>
                      <a:endParaRPr sz="1600" b="0" i="0" dirty="0">
                        <a:solidFill>
                          <a:schemeClr val="lt1"/>
                        </a:solidFill>
                        <a:latin typeface="Oswald Light" panose="02000303000000000000" pitchFamily="2" charset="0"/>
                        <a:ea typeface="Fira Sans Extra Condensed SemiBold"/>
                        <a:cs typeface="Fira Sans Extra Condensed SemiBold"/>
                        <a:sym typeface="Fira Sans Extra Condensed SemiBold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0" i="0" dirty="0">
                          <a:solidFill>
                            <a:schemeClr val="lt1"/>
                          </a:solidFill>
                          <a:latin typeface="Oswald Light" panose="02000303000000000000" pitchFamily="2" charset="0"/>
                          <a:ea typeface="Fira Sans Extra Condensed SemiBold"/>
                          <a:cs typeface="Fira Sans Extra Condensed SemiBold"/>
                          <a:sym typeface="Fira Sans Extra Condensed SemiBold"/>
                        </a:rPr>
                        <a:t>2016 Data Incomplete</a:t>
                      </a:r>
                      <a:endParaRPr sz="1600" b="0" i="0" dirty="0">
                        <a:solidFill>
                          <a:schemeClr val="lt1"/>
                        </a:solidFill>
                        <a:latin typeface="Oswald Light" panose="02000303000000000000" pitchFamily="2" charset="0"/>
                        <a:ea typeface="Fira Sans Extra Condensed SemiBold"/>
                        <a:cs typeface="Fira Sans Extra Condensed SemiBold"/>
                        <a:sym typeface="Fira Sans Extra Condensed SemiBold"/>
                      </a:endParaRPr>
                    </a:p>
                  </a:txBody>
                  <a:tcPr marL="91425" marR="91425" marT="91425" marB="91425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0" i="0" dirty="0">
                          <a:solidFill>
                            <a:schemeClr val="lt1"/>
                          </a:solidFill>
                          <a:latin typeface="Oswald Light" panose="02000303000000000000" pitchFamily="2" charset="0"/>
                          <a:ea typeface="Fira Sans Extra Condensed SemiBold"/>
                          <a:cs typeface="Fira Sans Extra Condensed SemiBold"/>
                          <a:sym typeface="Fira Sans Extra Condensed SemiBold"/>
                        </a:rPr>
                        <a:t>Industry Shifting</a:t>
                      </a:r>
                      <a:endParaRPr sz="1600" b="0" i="0" dirty="0">
                        <a:solidFill>
                          <a:schemeClr val="lt1"/>
                        </a:solidFill>
                        <a:latin typeface="Oswald Light" panose="02000303000000000000" pitchFamily="2" charset="0"/>
                        <a:ea typeface="Fira Sans Extra Condensed SemiBold"/>
                        <a:cs typeface="Fira Sans Extra Condensed SemiBold"/>
                        <a:sym typeface="Fira Sans Extra Condensed SemiBold"/>
                      </a:endParaRPr>
                    </a:p>
                  </a:txBody>
                  <a:tcPr marL="91425" marR="91425" marT="91425" marB="91425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33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/>
                          <a:sym typeface="Roboto"/>
                        </a:rPr>
                        <a:t>Excludes digital downloads and mobile gaming</a:t>
                      </a:r>
                      <a:endParaRPr sz="1400" b="0" i="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/>
                          <a:sym typeface="Roboto"/>
                        </a:rPr>
                        <a:t>70.9M vs 264.4M in 2015 – validate data</a:t>
                      </a:r>
                      <a:endParaRPr sz="1400" b="0" i="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/>
                          <a:sym typeface="Roboto"/>
                        </a:rPr>
                        <a:t>Decline may reflect digital shift, not contraction</a:t>
                      </a:r>
                      <a:endParaRPr sz="1400" b="0" i="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5" name="Google Shape;455;p24"/>
          <p:cNvGrpSpPr/>
          <p:nvPr/>
        </p:nvGrpSpPr>
        <p:grpSpPr>
          <a:xfrm>
            <a:off x="2732400" y="1300425"/>
            <a:ext cx="3679200" cy="3843075"/>
            <a:chOff x="2732400" y="1300425"/>
            <a:chExt cx="3679200" cy="3843075"/>
          </a:xfrm>
        </p:grpSpPr>
        <p:grpSp>
          <p:nvGrpSpPr>
            <p:cNvPr id="456" name="Google Shape;456;p24"/>
            <p:cNvGrpSpPr/>
            <p:nvPr/>
          </p:nvGrpSpPr>
          <p:grpSpPr>
            <a:xfrm>
              <a:off x="2813767" y="1815428"/>
              <a:ext cx="3516465" cy="1979083"/>
              <a:chOff x="2813767" y="1815428"/>
              <a:chExt cx="3516465" cy="1979083"/>
            </a:xfrm>
          </p:grpSpPr>
          <p:sp>
            <p:nvSpPr>
              <p:cNvPr id="457" name="Google Shape;457;p24"/>
              <p:cNvSpPr/>
              <p:nvPr/>
            </p:nvSpPr>
            <p:spPr>
              <a:xfrm>
                <a:off x="2813767" y="1815428"/>
                <a:ext cx="3516465" cy="1979083"/>
              </a:xfrm>
              <a:custGeom>
                <a:avLst/>
                <a:gdLst/>
                <a:ahLst/>
                <a:cxnLst/>
                <a:rect l="l" t="t" r="r" b="b"/>
                <a:pathLst>
                  <a:path w="188298" h="105975" extrusionOk="0">
                    <a:moveTo>
                      <a:pt x="0" y="1"/>
                    </a:moveTo>
                    <a:lnTo>
                      <a:pt x="0" y="105974"/>
                    </a:lnTo>
                    <a:lnTo>
                      <a:pt x="188298" y="105974"/>
                    </a:lnTo>
                    <a:lnTo>
                      <a:pt x="188298" y="1"/>
                    </a:lnTo>
                    <a:close/>
                  </a:path>
                </a:pathLst>
              </a:custGeom>
              <a:solidFill>
                <a:srgbClr val="924CC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" name="Google Shape;458;p24"/>
              <p:cNvSpPr/>
              <p:nvPr/>
            </p:nvSpPr>
            <p:spPr>
              <a:xfrm>
                <a:off x="2813767" y="1815428"/>
                <a:ext cx="3516465" cy="1979083"/>
              </a:xfrm>
              <a:custGeom>
                <a:avLst/>
                <a:gdLst/>
                <a:ahLst/>
                <a:cxnLst/>
                <a:rect l="l" t="t" r="r" b="b"/>
                <a:pathLst>
                  <a:path w="188298" h="105975" fill="none" extrusionOk="0">
                    <a:moveTo>
                      <a:pt x="0" y="1"/>
                    </a:moveTo>
                    <a:lnTo>
                      <a:pt x="188298" y="1"/>
                    </a:lnTo>
                    <a:lnTo>
                      <a:pt x="188298" y="105974"/>
                    </a:lnTo>
                    <a:lnTo>
                      <a:pt x="0" y="105974"/>
                    </a:lnTo>
                    <a:close/>
                  </a:path>
                </a:pathLst>
              </a:custGeom>
              <a:noFill/>
              <a:ln w="89450" cap="flat" cmpd="sng">
                <a:solidFill>
                  <a:srgbClr val="270B41"/>
                </a:solidFill>
                <a:prstDash val="solid"/>
                <a:miter lim="3577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59" name="Google Shape;459;p24"/>
            <p:cNvSpPr/>
            <p:nvPr/>
          </p:nvSpPr>
          <p:spPr>
            <a:xfrm>
              <a:off x="2732400" y="1300425"/>
              <a:ext cx="3679200" cy="3679200"/>
            </a:xfrm>
            <a:prstGeom prst="ellipse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60" name="Google Shape;460;p24"/>
            <p:cNvGrpSpPr/>
            <p:nvPr/>
          </p:nvGrpSpPr>
          <p:grpSpPr>
            <a:xfrm>
              <a:off x="3314874" y="2083359"/>
              <a:ext cx="2514925" cy="3060142"/>
              <a:chOff x="3314874" y="2083359"/>
              <a:chExt cx="2514925" cy="3060142"/>
            </a:xfrm>
          </p:grpSpPr>
          <p:sp>
            <p:nvSpPr>
              <p:cNvPr id="461" name="Google Shape;461;p24"/>
              <p:cNvSpPr/>
              <p:nvPr/>
            </p:nvSpPr>
            <p:spPr>
              <a:xfrm>
                <a:off x="3314874" y="3582681"/>
                <a:ext cx="2514925" cy="1560819"/>
              </a:xfrm>
              <a:custGeom>
                <a:avLst/>
                <a:gdLst/>
                <a:ahLst/>
                <a:cxnLst/>
                <a:rect l="l" t="t" r="r" b="b"/>
                <a:pathLst>
                  <a:path w="134668" h="83578" extrusionOk="0">
                    <a:moveTo>
                      <a:pt x="66475" y="1"/>
                    </a:moveTo>
                    <a:cubicBezTo>
                      <a:pt x="53953" y="538"/>
                      <a:pt x="49588" y="6512"/>
                      <a:pt x="46834" y="8695"/>
                    </a:cubicBezTo>
                    <a:cubicBezTo>
                      <a:pt x="44114" y="10877"/>
                      <a:pt x="23972" y="19035"/>
                      <a:pt x="20716" y="19607"/>
                    </a:cubicBezTo>
                    <a:cubicBezTo>
                      <a:pt x="17424" y="20144"/>
                      <a:pt x="16351" y="21217"/>
                      <a:pt x="14169" y="23972"/>
                    </a:cubicBezTo>
                    <a:cubicBezTo>
                      <a:pt x="11986" y="26691"/>
                      <a:pt x="4366" y="35385"/>
                      <a:pt x="2183" y="43006"/>
                    </a:cubicBezTo>
                    <a:cubicBezTo>
                      <a:pt x="1" y="50662"/>
                      <a:pt x="1146" y="83578"/>
                      <a:pt x="1146" y="83578"/>
                    </a:cubicBezTo>
                    <a:lnTo>
                      <a:pt x="133523" y="83578"/>
                    </a:lnTo>
                    <a:cubicBezTo>
                      <a:pt x="133523" y="83578"/>
                      <a:pt x="134668" y="50662"/>
                      <a:pt x="132485" y="43006"/>
                    </a:cubicBezTo>
                    <a:cubicBezTo>
                      <a:pt x="130303" y="35385"/>
                      <a:pt x="122682" y="26691"/>
                      <a:pt x="120535" y="23972"/>
                    </a:cubicBezTo>
                    <a:cubicBezTo>
                      <a:pt x="118389" y="21217"/>
                      <a:pt x="117280" y="20144"/>
                      <a:pt x="113988" y="19607"/>
                    </a:cubicBezTo>
                    <a:cubicBezTo>
                      <a:pt x="110732" y="19035"/>
                      <a:pt x="90590" y="10877"/>
                      <a:pt x="87835" y="8695"/>
                    </a:cubicBezTo>
                    <a:cubicBezTo>
                      <a:pt x="85080" y="6512"/>
                      <a:pt x="80751" y="538"/>
                      <a:pt x="6822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" name="Google Shape;462;p24"/>
              <p:cNvSpPr/>
              <p:nvPr/>
            </p:nvSpPr>
            <p:spPr>
              <a:xfrm>
                <a:off x="3326900" y="3745041"/>
                <a:ext cx="862598" cy="1398459"/>
              </a:xfrm>
              <a:custGeom>
                <a:avLst/>
                <a:gdLst/>
                <a:ahLst/>
                <a:cxnLst/>
                <a:rect l="l" t="t" r="r" b="b"/>
                <a:pathLst>
                  <a:path w="46190" h="74884" extrusionOk="0">
                    <a:moveTo>
                      <a:pt x="46190" y="1"/>
                    </a:moveTo>
                    <a:lnTo>
                      <a:pt x="46190" y="1"/>
                    </a:lnTo>
                    <a:cubicBezTo>
                      <a:pt x="46189" y="1"/>
                      <a:pt x="45905" y="192"/>
                      <a:pt x="45396" y="530"/>
                    </a:cubicBezTo>
                    <a:lnTo>
                      <a:pt x="45396" y="530"/>
                    </a:lnTo>
                    <a:cubicBezTo>
                      <a:pt x="45735" y="328"/>
                      <a:pt x="46003" y="150"/>
                      <a:pt x="46190" y="1"/>
                    </a:cubicBezTo>
                    <a:close/>
                    <a:moveTo>
                      <a:pt x="45396" y="530"/>
                    </a:moveTo>
                    <a:lnTo>
                      <a:pt x="45396" y="530"/>
                    </a:lnTo>
                    <a:cubicBezTo>
                      <a:pt x="40788" y="3266"/>
                      <a:pt x="23104" y="10380"/>
                      <a:pt x="20072" y="10913"/>
                    </a:cubicBezTo>
                    <a:cubicBezTo>
                      <a:pt x="16780" y="11450"/>
                      <a:pt x="15707" y="12523"/>
                      <a:pt x="13525" y="15278"/>
                    </a:cubicBezTo>
                    <a:cubicBezTo>
                      <a:pt x="11342" y="17997"/>
                      <a:pt x="3722" y="26691"/>
                      <a:pt x="1539" y="34312"/>
                    </a:cubicBezTo>
                    <a:cubicBezTo>
                      <a:pt x="1" y="39714"/>
                      <a:pt x="180" y="62147"/>
                      <a:pt x="430" y="74884"/>
                    </a:cubicBezTo>
                    <a:lnTo>
                      <a:pt x="1646" y="74884"/>
                    </a:lnTo>
                    <a:cubicBezTo>
                      <a:pt x="3078" y="62576"/>
                      <a:pt x="5546" y="41539"/>
                      <a:pt x="5868" y="38533"/>
                    </a:cubicBezTo>
                    <a:cubicBezTo>
                      <a:pt x="6333" y="34276"/>
                      <a:pt x="10627" y="26154"/>
                      <a:pt x="13024" y="23292"/>
                    </a:cubicBezTo>
                    <a:cubicBezTo>
                      <a:pt x="15421" y="20430"/>
                      <a:pt x="16852" y="17103"/>
                      <a:pt x="23041" y="14240"/>
                    </a:cubicBezTo>
                    <a:cubicBezTo>
                      <a:pt x="28399" y="11749"/>
                      <a:pt x="41972" y="2804"/>
                      <a:pt x="45396" y="53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" name="Google Shape;463;p24"/>
              <p:cNvSpPr/>
              <p:nvPr/>
            </p:nvSpPr>
            <p:spPr>
              <a:xfrm>
                <a:off x="3884144" y="2083359"/>
                <a:ext cx="1445875" cy="1598897"/>
              </a:xfrm>
              <a:custGeom>
                <a:avLst/>
                <a:gdLst/>
                <a:ahLst/>
                <a:cxnLst/>
                <a:rect l="l" t="t" r="r" b="b"/>
                <a:pathLst>
                  <a:path w="77423" h="85617" extrusionOk="0">
                    <a:moveTo>
                      <a:pt x="47477" y="1"/>
                    </a:moveTo>
                    <a:cubicBezTo>
                      <a:pt x="47477" y="1611"/>
                      <a:pt x="46726" y="3113"/>
                      <a:pt x="45474" y="4151"/>
                    </a:cubicBezTo>
                    <a:cubicBezTo>
                      <a:pt x="44221" y="5117"/>
                      <a:pt x="42754" y="5797"/>
                      <a:pt x="41216" y="6154"/>
                    </a:cubicBezTo>
                    <a:cubicBezTo>
                      <a:pt x="36923" y="7335"/>
                      <a:pt x="32379" y="7371"/>
                      <a:pt x="28121" y="8695"/>
                    </a:cubicBezTo>
                    <a:cubicBezTo>
                      <a:pt x="26690" y="9052"/>
                      <a:pt x="25367" y="9732"/>
                      <a:pt x="24186" y="10591"/>
                    </a:cubicBezTo>
                    <a:cubicBezTo>
                      <a:pt x="22003" y="12380"/>
                      <a:pt x="20787" y="15099"/>
                      <a:pt x="21002" y="17925"/>
                    </a:cubicBezTo>
                    <a:cubicBezTo>
                      <a:pt x="21073" y="19070"/>
                      <a:pt x="21503" y="19929"/>
                      <a:pt x="20859" y="20966"/>
                    </a:cubicBezTo>
                    <a:cubicBezTo>
                      <a:pt x="20143" y="22111"/>
                      <a:pt x="18855" y="23077"/>
                      <a:pt x="18032" y="24151"/>
                    </a:cubicBezTo>
                    <a:cubicBezTo>
                      <a:pt x="14490" y="28873"/>
                      <a:pt x="12558" y="34598"/>
                      <a:pt x="12558" y="40501"/>
                    </a:cubicBezTo>
                    <a:cubicBezTo>
                      <a:pt x="12558" y="41217"/>
                      <a:pt x="12594" y="41932"/>
                      <a:pt x="12630" y="42612"/>
                    </a:cubicBezTo>
                    <a:cubicBezTo>
                      <a:pt x="12630" y="42612"/>
                      <a:pt x="3757" y="42683"/>
                      <a:pt x="3578" y="53023"/>
                    </a:cubicBezTo>
                    <a:lnTo>
                      <a:pt x="3292" y="53023"/>
                    </a:lnTo>
                    <a:lnTo>
                      <a:pt x="3292" y="44866"/>
                    </a:lnTo>
                    <a:cubicBezTo>
                      <a:pt x="3292" y="43954"/>
                      <a:pt x="2612" y="43497"/>
                      <a:pt x="1932" y="43497"/>
                    </a:cubicBezTo>
                    <a:cubicBezTo>
                      <a:pt x="1252" y="43497"/>
                      <a:pt x="573" y="43954"/>
                      <a:pt x="573" y="44866"/>
                    </a:cubicBezTo>
                    <a:lnTo>
                      <a:pt x="573" y="53417"/>
                    </a:lnTo>
                    <a:cubicBezTo>
                      <a:pt x="179" y="53703"/>
                      <a:pt x="0" y="54168"/>
                      <a:pt x="36" y="54669"/>
                    </a:cubicBezTo>
                    <a:lnTo>
                      <a:pt x="36" y="62290"/>
                    </a:lnTo>
                    <a:cubicBezTo>
                      <a:pt x="36" y="63363"/>
                      <a:pt x="573" y="65009"/>
                      <a:pt x="2218" y="65009"/>
                    </a:cubicBezTo>
                    <a:lnTo>
                      <a:pt x="5868" y="65009"/>
                    </a:lnTo>
                    <a:cubicBezTo>
                      <a:pt x="8336" y="71234"/>
                      <a:pt x="11735" y="71556"/>
                      <a:pt x="14204" y="71556"/>
                    </a:cubicBezTo>
                    <a:cubicBezTo>
                      <a:pt x="17460" y="71556"/>
                      <a:pt x="17996" y="71556"/>
                      <a:pt x="20179" y="69910"/>
                    </a:cubicBezTo>
                    <a:lnTo>
                      <a:pt x="20250" y="69839"/>
                    </a:lnTo>
                    <a:lnTo>
                      <a:pt x="21932" y="84365"/>
                    </a:lnTo>
                    <a:lnTo>
                      <a:pt x="53523" y="85617"/>
                    </a:lnTo>
                    <a:lnTo>
                      <a:pt x="56135" y="68265"/>
                    </a:lnTo>
                    <a:lnTo>
                      <a:pt x="56135" y="68229"/>
                    </a:lnTo>
                    <a:lnTo>
                      <a:pt x="57316" y="69910"/>
                    </a:lnTo>
                    <a:cubicBezTo>
                      <a:pt x="59498" y="71520"/>
                      <a:pt x="60035" y="71520"/>
                      <a:pt x="63291" y="71520"/>
                    </a:cubicBezTo>
                    <a:cubicBezTo>
                      <a:pt x="65759" y="71520"/>
                      <a:pt x="69158" y="71234"/>
                      <a:pt x="71627" y="65009"/>
                    </a:cubicBezTo>
                    <a:lnTo>
                      <a:pt x="75205" y="65009"/>
                    </a:lnTo>
                    <a:cubicBezTo>
                      <a:pt x="76850" y="65009"/>
                      <a:pt x="77387" y="63363"/>
                      <a:pt x="77387" y="62290"/>
                    </a:cubicBezTo>
                    <a:lnTo>
                      <a:pt x="77387" y="54669"/>
                    </a:lnTo>
                    <a:cubicBezTo>
                      <a:pt x="77423" y="54132"/>
                      <a:pt x="77172" y="53596"/>
                      <a:pt x="76707" y="53309"/>
                    </a:cubicBezTo>
                    <a:lnTo>
                      <a:pt x="76850" y="53309"/>
                    </a:lnTo>
                    <a:lnTo>
                      <a:pt x="76850" y="44580"/>
                    </a:lnTo>
                    <a:cubicBezTo>
                      <a:pt x="76850" y="43685"/>
                      <a:pt x="76171" y="43238"/>
                      <a:pt x="75491" y="43238"/>
                    </a:cubicBezTo>
                    <a:cubicBezTo>
                      <a:pt x="74811" y="43238"/>
                      <a:pt x="74131" y="43685"/>
                      <a:pt x="74131" y="44580"/>
                    </a:cubicBezTo>
                    <a:lnTo>
                      <a:pt x="74131" y="53023"/>
                    </a:lnTo>
                    <a:lnTo>
                      <a:pt x="73917" y="53023"/>
                    </a:lnTo>
                    <a:cubicBezTo>
                      <a:pt x="73738" y="42683"/>
                      <a:pt x="64865" y="42612"/>
                      <a:pt x="64865" y="42612"/>
                    </a:cubicBezTo>
                    <a:lnTo>
                      <a:pt x="64758" y="42755"/>
                    </a:lnTo>
                    <a:cubicBezTo>
                      <a:pt x="64829" y="42039"/>
                      <a:pt x="64865" y="41252"/>
                      <a:pt x="64865" y="40501"/>
                    </a:cubicBezTo>
                    <a:cubicBezTo>
                      <a:pt x="64865" y="33981"/>
                      <a:pt x="62576" y="28006"/>
                      <a:pt x="58771" y="23370"/>
                    </a:cubicBezTo>
                    <a:lnTo>
                      <a:pt x="58771" y="23370"/>
                    </a:lnTo>
                    <a:cubicBezTo>
                      <a:pt x="60096" y="19793"/>
                      <a:pt x="59199" y="14469"/>
                      <a:pt x="56958" y="10913"/>
                    </a:cubicBezTo>
                    <a:cubicBezTo>
                      <a:pt x="56171" y="9661"/>
                      <a:pt x="55348" y="7478"/>
                      <a:pt x="53845" y="5117"/>
                    </a:cubicBezTo>
                    <a:cubicBezTo>
                      <a:pt x="52522" y="3006"/>
                      <a:pt x="49910" y="502"/>
                      <a:pt x="4747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" name="Google Shape;464;p24"/>
              <p:cNvSpPr/>
              <p:nvPr/>
            </p:nvSpPr>
            <p:spPr>
              <a:xfrm>
                <a:off x="3894826" y="2310540"/>
                <a:ext cx="1430524" cy="600681"/>
              </a:xfrm>
              <a:custGeom>
                <a:avLst/>
                <a:gdLst/>
                <a:ahLst/>
                <a:cxnLst/>
                <a:rect l="l" t="t" r="r" b="b"/>
                <a:pathLst>
                  <a:path w="76601" h="32165" extrusionOk="0">
                    <a:moveTo>
                      <a:pt x="37567" y="0"/>
                    </a:moveTo>
                    <a:cubicBezTo>
                      <a:pt x="30519" y="0"/>
                      <a:pt x="25582" y="2183"/>
                      <a:pt x="25045" y="2755"/>
                    </a:cubicBezTo>
                    <a:cubicBezTo>
                      <a:pt x="24795" y="2970"/>
                      <a:pt x="25045" y="3363"/>
                      <a:pt x="25403" y="3721"/>
                    </a:cubicBezTo>
                    <a:cubicBezTo>
                      <a:pt x="22183" y="5617"/>
                      <a:pt x="9052" y="13631"/>
                      <a:pt x="3829" y="21252"/>
                    </a:cubicBezTo>
                    <a:cubicBezTo>
                      <a:pt x="1" y="26690"/>
                      <a:pt x="537" y="29982"/>
                      <a:pt x="537" y="32164"/>
                    </a:cubicBezTo>
                    <a:lnTo>
                      <a:pt x="2326" y="31735"/>
                    </a:lnTo>
                    <a:cubicBezTo>
                      <a:pt x="2326" y="28336"/>
                      <a:pt x="3400" y="25044"/>
                      <a:pt x="5475" y="22361"/>
                    </a:cubicBezTo>
                    <a:cubicBezTo>
                      <a:pt x="9267" y="17424"/>
                      <a:pt x="12559" y="13095"/>
                      <a:pt x="22934" y="6619"/>
                    </a:cubicBezTo>
                    <a:lnTo>
                      <a:pt x="27049" y="4150"/>
                    </a:lnTo>
                    <a:cubicBezTo>
                      <a:pt x="28623" y="3435"/>
                      <a:pt x="32880" y="1682"/>
                      <a:pt x="37639" y="1682"/>
                    </a:cubicBezTo>
                    <a:cubicBezTo>
                      <a:pt x="37715" y="1681"/>
                      <a:pt x="37791" y="1681"/>
                      <a:pt x="37867" y="1681"/>
                    </a:cubicBezTo>
                    <a:cubicBezTo>
                      <a:pt x="42044" y="1681"/>
                      <a:pt x="46115" y="2645"/>
                      <a:pt x="49875" y="4472"/>
                    </a:cubicBezTo>
                    <a:lnTo>
                      <a:pt x="49982" y="4401"/>
                    </a:lnTo>
                    <a:lnTo>
                      <a:pt x="53703" y="6655"/>
                    </a:lnTo>
                    <a:cubicBezTo>
                      <a:pt x="64078" y="13095"/>
                      <a:pt x="67370" y="17460"/>
                      <a:pt x="71162" y="22361"/>
                    </a:cubicBezTo>
                    <a:cubicBezTo>
                      <a:pt x="73237" y="25044"/>
                      <a:pt x="74311" y="28372"/>
                      <a:pt x="74311" y="31771"/>
                    </a:cubicBezTo>
                    <a:lnTo>
                      <a:pt x="76100" y="32164"/>
                    </a:lnTo>
                    <a:cubicBezTo>
                      <a:pt x="76064" y="29982"/>
                      <a:pt x="76600" y="26690"/>
                      <a:pt x="72772" y="21252"/>
                    </a:cubicBezTo>
                    <a:cubicBezTo>
                      <a:pt x="67406" y="13453"/>
                      <a:pt x="53739" y="5224"/>
                      <a:pt x="50948" y="3578"/>
                    </a:cubicBezTo>
                    <a:cubicBezTo>
                      <a:pt x="51234" y="3292"/>
                      <a:pt x="51413" y="2970"/>
                      <a:pt x="51198" y="2755"/>
                    </a:cubicBezTo>
                    <a:cubicBezTo>
                      <a:pt x="50662" y="2183"/>
                      <a:pt x="44651" y="0"/>
                      <a:pt x="3756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" name="Google Shape;465;p24"/>
              <p:cNvSpPr/>
              <p:nvPr/>
            </p:nvSpPr>
            <p:spPr>
              <a:xfrm>
                <a:off x="4589032" y="3582681"/>
                <a:ext cx="1228740" cy="1560819"/>
              </a:xfrm>
              <a:custGeom>
                <a:avLst/>
                <a:gdLst/>
                <a:ahLst/>
                <a:cxnLst/>
                <a:rect l="l" t="t" r="r" b="b"/>
                <a:pathLst>
                  <a:path w="65796" h="83578" extrusionOk="0">
                    <a:moveTo>
                      <a:pt x="1" y="1"/>
                    </a:moveTo>
                    <a:cubicBezTo>
                      <a:pt x="1" y="1"/>
                      <a:pt x="14061" y="1969"/>
                      <a:pt x="16458" y="9589"/>
                    </a:cubicBezTo>
                    <a:cubicBezTo>
                      <a:pt x="16888" y="11020"/>
                      <a:pt x="18247" y="12165"/>
                      <a:pt x="19786" y="12917"/>
                    </a:cubicBezTo>
                    <a:cubicBezTo>
                      <a:pt x="23614" y="14813"/>
                      <a:pt x="37424" y="21038"/>
                      <a:pt x="43148" y="22934"/>
                    </a:cubicBezTo>
                    <a:cubicBezTo>
                      <a:pt x="47442" y="24365"/>
                      <a:pt x="49338" y="26262"/>
                      <a:pt x="50769" y="28158"/>
                    </a:cubicBezTo>
                    <a:cubicBezTo>
                      <a:pt x="52200" y="30090"/>
                      <a:pt x="57924" y="38176"/>
                      <a:pt x="59821" y="43435"/>
                    </a:cubicBezTo>
                    <a:cubicBezTo>
                      <a:pt x="61753" y="48730"/>
                      <a:pt x="64078" y="70447"/>
                      <a:pt x="64865" y="83578"/>
                    </a:cubicBezTo>
                    <a:lnTo>
                      <a:pt x="65295" y="83578"/>
                    </a:lnTo>
                    <a:cubicBezTo>
                      <a:pt x="65581" y="70841"/>
                      <a:pt x="65796" y="48408"/>
                      <a:pt x="64257" y="43006"/>
                    </a:cubicBezTo>
                    <a:cubicBezTo>
                      <a:pt x="62075" y="35385"/>
                      <a:pt x="54454" y="26691"/>
                      <a:pt x="52272" y="23972"/>
                    </a:cubicBezTo>
                    <a:cubicBezTo>
                      <a:pt x="50125" y="21217"/>
                      <a:pt x="49016" y="20144"/>
                      <a:pt x="45760" y="19607"/>
                    </a:cubicBezTo>
                    <a:cubicBezTo>
                      <a:pt x="42469" y="19035"/>
                      <a:pt x="22362" y="10877"/>
                      <a:pt x="19607" y="8695"/>
                    </a:cubicBezTo>
                    <a:cubicBezTo>
                      <a:pt x="16852" y="6512"/>
                      <a:pt x="12523" y="538"/>
                      <a:pt x="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6" name="Google Shape;466;p24"/>
              <p:cNvSpPr/>
              <p:nvPr/>
            </p:nvSpPr>
            <p:spPr>
              <a:xfrm>
                <a:off x="4851621" y="2382028"/>
                <a:ext cx="484411" cy="533862"/>
              </a:xfrm>
              <a:custGeom>
                <a:avLst/>
                <a:gdLst/>
                <a:ahLst/>
                <a:cxnLst/>
                <a:rect l="l" t="t" r="r" b="b"/>
                <a:pathLst>
                  <a:path w="25939" h="28587" extrusionOk="0">
                    <a:moveTo>
                      <a:pt x="0" y="0"/>
                    </a:moveTo>
                    <a:cubicBezTo>
                      <a:pt x="38" y="24"/>
                      <a:pt x="77" y="48"/>
                      <a:pt x="115" y="71"/>
                    </a:cubicBezTo>
                    <a:lnTo>
                      <a:pt x="115" y="71"/>
                    </a:lnTo>
                    <a:cubicBezTo>
                      <a:pt x="40" y="25"/>
                      <a:pt x="0" y="1"/>
                      <a:pt x="0" y="0"/>
                    </a:cubicBezTo>
                    <a:close/>
                    <a:moveTo>
                      <a:pt x="115" y="71"/>
                    </a:moveTo>
                    <a:lnTo>
                      <a:pt x="115" y="71"/>
                    </a:lnTo>
                    <a:cubicBezTo>
                      <a:pt x="1500" y="931"/>
                      <a:pt x="15071" y="9471"/>
                      <a:pt x="20501" y="17174"/>
                    </a:cubicBezTo>
                    <a:cubicBezTo>
                      <a:pt x="25223" y="23864"/>
                      <a:pt x="24794" y="28587"/>
                      <a:pt x="24794" y="28587"/>
                    </a:cubicBezTo>
                    <a:cubicBezTo>
                      <a:pt x="24794" y="28587"/>
                      <a:pt x="25939" y="23220"/>
                      <a:pt x="21324" y="17102"/>
                    </a:cubicBezTo>
                    <a:cubicBezTo>
                      <a:pt x="16726" y="11007"/>
                      <a:pt x="10069" y="6226"/>
                      <a:pt x="115" y="7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" name="Google Shape;467;p24"/>
              <p:cNvSpPr/>
              <p:nvPr/>
            </p:nvSpPr>
            <p:spPr>
              <a:xfrm>
                <a:off x="5296609" y="2889147"/>
                <a:ext cx="22727" cy="187105"/>
              </a:xfrm>
              <a:custGeom>
                <a:avLst/>
                <a:gdLst/>
                <a:ahLst/>
                <a:cxnLst/>
                <a:rect l="l" t="t" r="r" b="b"/>
                <a:pathLst>
                  <a:path w="1217" h="10019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966" y="1432"/>
                      <a:pt x="1216" y="10018"/>
                      <a:pt x="1216" y="10018"/>
                    </a:cubicBezTo>
                    <a:lnTo>
                      <a:pt x="1216" y="1754"/>
                    </a:lnTo>
                    <a:cubicBezTo>
                      <a:pt x="1216" y="144"/>
                      <a:pt x="0" y="1"/>
                      <a:pt x="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" name="Google Shape;468;p24"/>
              <p:cNvSpPr/>
              <p:nvPr/>
            </p:nvSpPr>
            <p:spPr>
              <a:xfrm>
                <a:off x="5261182" y="3076234"/>
                <a:ext cx="71525" cy="169065"/>
              </a:xfrm>
              <a:custGeom>
                <a:avLst/>
                <a:gdLst/>
                <a:ahLst/>
                <a:cxnLst/>
                <a:rect l="l" t="t" r="r" b="b"/>
                <a:pathLst>
                  <a:path w="3830" h="9053" extrusionOk="0">
                    <a:moveTo>
                      <a:pt x="1" y="0"/>
                    </a:moveTo>
                    <a:cubicBezTo>
                      <a:pt x="824" y="0"/>
                      <a:pt x="1647" y="179"/>
                      <a:pt x="2398" y="465"/>
                    </a:cubicBezTo>
                    <a:cubicBezTo>
                      <a:pt x="2935" y="752"/>
                      <a:pt x="3292" y="1288"/>
                      <a:pt x="3328" y="1897"/>
                    </a:cubicBezTo>
                    <a:lnTo>
                      <a:pt x="3829" y="9052"/>
                    </a:lnTo>
                    <a:lnTo>
                      <a:pt x="3650" y="1789"/>
                    </a:lnTo>
                    <a:cubicBezTo>
                      <a:pt x="3829" y="465"/>
                      <a:pt x="2863" y="0"/>
                      <a:pt x="239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" name="Google Shape;469;p24"/>
              <p:cNvSpPr/>
              <p:nvPr/>
            </p:nvSpPr>
            <p:spPr>
              <a:xfrm>
                <a:off x="5094825" y="2880650"/>
                <a:ext cx="177076" cy="467529"/>
              </a:xfrm>
              <a:custGeom>
                <a:avLst/>
                <a:gdLst/>
                <a:ahLst/>
                <a:cxnLst/>
                <a:rect l="l" t="t" r="r" b="b"/>
                <a:pathLst>
                  <a:path w="9482" h="25035" extrusionOk="0">
                    <a:moveTo>
                      <a:pt x="426" y="0"/>
                    </a:moveTo>
                    <a:cubicBezTo>
                      <a:pt x="271" y="0"/>
                      <a:pt x="128" y="9"/>
                      <a:pt x="0" y="26"/>
                    </a:cubicBezTo>
                    <a:cubicBezTo>
                      <a:pt x="0" y="26"/>
                      <a:pt x="3077" y="26"/>
                      <a:pt x="3757" y="3640"/>
                    </a:cubicBezTo>
                    <a:cubicBezTo>
                      <a:pt x="4437" y="7289"/>
                      <a:pt x="3077" y="16699"/>
                      <a:pt x="0" y="25035"/>
                    </a:cubicBezTo>
                    <a:cubicBezTo>
                      <a:pt x="0" y="25035"/>
                      <a:pt x="2290" y="21922"/>
                      <a:pt x="3900" y="15089"/>
                    </a:cubicBezTo>
                    <a:cubicBezTo>
                      <a:pt x="4866" y="11046"/>
                      <a:pt x="5188" y="6860"/>
                      <a:pt x="4830" y="2710"/>
                    </a:cubicBezTo>
                    <a:lnTo>
                      <a:pt x="4830" y="2710"/>
                    </a:lnTo>
                    <a:cubicBezTo>
                      <a:pt x="6798" y="4069"/>
                      <a:pt x="8014" y="6252"/>
                      <a:pt x="8193" y="8613"/>
                    </a:cubicBezTo>
                    <a:cubicBezTo>
                      <a:pt x="8444" y="12620"/>
                      <a:pt x="8050" y="16663"/>
                      <a:pt x="6726" y="22352"/>
                    </a:cubicBezTo>
                    <a:cubicBezTo>
                      <a:pt x="6726" y="22352"/>
                      <a:pt x="9481" y="15590"/>
                      <a:pt x="8980" y="8684"/>
                    </a:cubicBezTo>
                    <a:cubicBezTo>
                      <a:pt x="8476" y="2191"/>
                      <a:pt x="2877" y="0"/>
                      <a:pt x="4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" name="Google Shape;470;p24"/>
              <p:cNvSpPr/>
              <p:nvPr/>
            </p:nvSpPr>
            <p:spPr>
              <a:xfrm>
                <a:off x="3877458" y="2378685"/>
                <a:ext cx="491769" cy="537205"/>
              </a:xfrm>
              <a:custGeom>
                <a:avLst/>
                <a:gdLst/>
                <a:ahLst/>
                <a:cxnLst/>
                <a:rect l="l" t="t" r="r" b="b"/>
                <a:pathLst>
                  <a:path w="26333" h="28766" extrusionOk="0">
                    <a:moveTo>
                      <a:pt x="26333" y="0"/>
                    </a:moveTo>
                    <a:cubicBezTo>
                      <a:pt x="26332" y="1"/>
                      <a:pt x="24672" y="990"/>
                      <a:pt x="22245" y="2607"/>
                    </a:cubicBezTo>
                    <a:lnTo>
                      <a:pt x="22245" y="2607"/>
                    </a:lnTo>
                    <a:cubicBezTo>
                      <a:pt x="23553" y="1764"/>
                      <a:pt x="24916" y="898"/>
                      <a:pt x="26333" y="0"/>
                    </a:cubicBezTo>
                    <a:close/>
                    <a:moveTo>
                      <a:pt x="22245" y="2607"/>
                    </a:moveTo>
                    <a:lnTo>
                      <a:pt x="22245" y="2607"/>
                    </a:lnTo>
                    <a:cubicBezTo>
                      <a:pt x="14372" y="7682"/>
                      <a:pt x="8476" y="11938"/>
                      <a:pt x="4580" y="17245"/>
                    </a:cubicBezTo>
                    <a:cubicBezTo>
                      <a:pt x="0" y="23435"/>
                      <a:pt x="1575" y="28766"/>
                      <a:pt x="1575" y="28766"/>
                    </a:cubicBezTo>
                    <a:cubicBezTo>
                      <a:pt x="1575" y="28766"/>
                      <a:pt x="716" y="24007"/>
                      <a:pt x="5367" y="17281"/>
                    </a:cubicBezTo>
                    <a:cubicBezTo>
                      <a:pt x="9159" y="11809"/>
                      <a:pt x="17297" y="5903"/>
                      <a:pt x="22245" y="260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" name="Google Shape;471;p24"/>
              <p:cNvSpPr/>
              <p:nvPr/>
            </p:nvSpPr>
            <p:spPr>
              <a:xfrm>
                <a:off x="3892828" y="2893835"/>
                <a:ext cx="22055" cy="187086"/>
              </a:xfrm>
              <a:custGeom>
                <a:avLst/>
                <a:gdLst/>
                <a:ahLst/>
                <a:cxnLst/>
                <a:rect l="l" t="t" r="r" b="b"/>
                <a:pathLst>
                  <a:path w="1181" h="10018" extrusionOk="0">
                    <a:moveTo>
                      <a:pt x="1181" y="0"/>
                    </a:moveTo>
                    <a:cubicBezTo>
                      <a:pt x="1181" y="0"/>
                      <a:pt x="0" y="143"/>
                      <a:pt x="0" y="1753"/>
                    </a:cubicBezTo>
                    <a:lnTo>
                      <a:pt x="108" y="10018"/>
                    </a:lnTo>
                    <a:cubicBezTo>
                      <a:pt x="108" y="10018"/>
                      <a:pt x="251" y="1431"/>
                      <a:pt x="118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" name="Google Shape;472;p24"/>
              <p:cNvSpPr/>
              <p:nvPr/>
            </p:nvSpPr>
            <p:spPr>
              <a:xfrm>
                <a:off x="3878784" y="3075561"/>
                <a:ext cx="70853" cy="179075"/>
              </a:xfrm>
              <a:custGeom>
                <a:avLst/>
                <a:gdLst/>
                <a:ahLst/>
                <a:cxnLst/>
                <a:rect l="l" t="t" r="r" b="b"/>
                <a:pathLst>
                  <a:path w="3794" h="9589" extrusionOk="0">
                    <a:moveTo>
                      <a:pt x="3793" y="1"/>
                    </a:moveTo>
                    <a:cubicBezTo>
                      <a:pt x="3736" y="1"/>
                      <a:pt x="3679" y="1"/>
                      <a:pt x="3622" y="3"/>
                    </a:cubicBezTo>
                    <a:lnTo>
                      <a:pt x="3622" y="3"/>
                    </a:lnTo>
                    <a:lnTo>
                      <a:pt x="3793" y="1"/>
                    </a:lnTo>
                    <a:close/>
                    <a:moveTo>
                      <a:pt x="3622" y="3"/>
                    </a:moveTo>
                    <a:lnTo>
                      <a:pt x="1432" y="36"/>
                    </a:lnTo>
                    <a:cubicBezTo>
                      <a:pt x="931" y="36"/>
                      <a:pt x="1" y="501"/>
                      <a:pt x="180" y="1825"/>
                    </a:cubicBezTo>
                    <a:lnTo>
                      <a:pt x="323" y="9589"/>
                    </a:lnTo>
                    <a:lnTo>
                      <a:pt x="466" y="1933"/>
                    </a:lnTo>
                    <a:cubicBezTo>
                      <a:pt x="502" y="1324"/>
                      <a:pt x="860" y="752"/>
                      <a:pt x="1432" y="501"/>
                    </a:cubicBezTo>
                    <a:cubicBezTo>
                      <a:pt x="2131" y="202"/>
                      <a:pt x="2861" y="26"/>
                      <a:pt x="3622" y="3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" name="Google Shape;473;p24"/>
              <p:cNvSpPr/>
              <p:nvPr/>
            </p:nvSpPr>
            <p:spPr>
              <a:xfrm>
                <a:off x="3944931" y="2878092"/>
                <a:ext cx="179093" cy="466744"/>
              </a:xfrm>
              <a:custGeom>
                <a:avLst/>
                <a:gdLst/>
                <a:ahLst/>
                <a:cxnLst/>
                <a:rect l="l" t="t" r="r" b="b"/>
                <a:pathLst>
                  <a:path w="9590" h="24993" extrusionOk="0">
                    <a:moveTo>
                      <a:pt x="8969" y="0"/>
                    </a:moveTo>
                    <a:cubicBezTo>
                      <a:pt x="6549" y="0"/>
                      <a:pt x="873" y="2206"/>
                      <a:pt x="466" y="8750"/>
                    </a:cubicBezTo>
                    <a:cubicBezTo>
                      <a:pt x="1" y="15655"/>
                      <a:pt x="2863" y="22381"/>
                      <a:pt x="2863" y="22381"/>
                    </a:cubicBezTo>
                    <a:cubicBezTo>
                      <a:pt x="1432" y="16764"/>
                      <a:pt x="1003" y="12721"/>
                      <a:pt x="1217" y="8678"/>
                    </a:cubicBezTo>
                    <a:cubicBezTo>
                      <a:pt x="1361" y="6317"/>
                      <a:pt x="2577" y="4099"/>
                      <a:pt x="4545" y="2739"/>
                    </a:cubicBezTo>
                    <a:lnTo>
                      <a:pt x="4545" y="2739"/>
                    </a:lnTo>
                    <a:cubicBezTo>
                      <a:pt x="4223" y="6889"/>
                      <a:pt x="4580" y="11040"/>
                      <a:pt x="5582" y="15083"/>
                    </a:cubicBezTo>
                    <a:cubicBezTo>
                      <a:pt x="7264" y="21952"/>
                      <a:pt x="9589" y="24993"/>
                      <a:pt x="9589" y="24993"/>
                    </a:cubicBezTo>
                    <a:cubicBezTo>
                      <a:pt x="6405" y="16693"/>
                      <a:pt x="4974" y="7319"/>
                      <a:pt x="5618" y="3669"/>
                    </a:cubicBezTo>
                    <a:cubicBezTo>
                      <a:pt x="6262" y="20"/>
                      <a:pt x="9339" y="20"/>
                      <a:pt x="9339" y="20"/>
                    </a:cubicBezTo>
                    <a:cubicBezTo>
                      <a:pt x="9226" y="7"/>
                      <a:pt x="9103" y="0"/>
                      <a:pt x="896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" name="Google Shape;474;p24"/>
              <p:cNvSpPr/>
              <p:nvPr/>
            </p:nvSpPr>
            <p:spPr>
              <a:xfrm>
                <a:off x="5052060" y="2970664"/>
                <a:ext cx="76194" cy="339437"/>
              </a:xfrm>
              <a:custGeom>
                <a:avLst/>
                <a:gdLst/>
                <a:ahLst/>
                <a:cxnLst/>
                <a:rect l="l" t="t" r="r" b="b"/>
                <a:pathLst>
                  <a:path w="4080" h="18176" extrusionOk="0">
                    <a:moveTo>
                      <a:pt x="3900" y="0"/>
                    </a:moveTo>
                    <a:lnTo>
                      <a:pt x="3900" y="0"/>
                    </a:lnTo>
                    <a:cubicBezTo>
                      <a:pt x="3900" y="2"/>
                      <a:pt x="3077" y="9697"/>
                      <a:pt x="0" y="18176"/>
                    </a:cubicBezTo>
                    <a:cubicBezTo>
                      <a:pt x="1396" y="15278"/>
                      <a:pt x="2469" y="12272"/>
                      <a:pt x="3220" y="9160"/>
                    </a:cubicBezTo>
                    <a:cubicBezTo>
                      <a:pt x="3864" y="6154"/>
                      <a:pt x="4079" y="3077"/>
                      <a:pt x="390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75" name="Google Shape;475;p24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40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200" dirty="0">
                <a:latin typeface="Oswald" panose="02000503000000000000" pitchFamily="2" charset="0"/>
              </a:rPr>
              <a:t>Recommended Next Steps</a:t>
            </a:r>
            <a:endParaRPr sz="3200" dirty="0">
              <a:latin typeface="Oswald" panose="02000503000000000000" pitchFamily="2" charset="0"/>
            </a:endParaRPr>
          </a:p>
        </p:txBody>
      </p:sp>
      <p:grpSp>
        <p:nvGrpSpPr>
          <p:cNvPr id="476" name="Google Shape;476;p24"/>
          <p:cNvGrpSpPr/>
          <p:nvPr/>
        </p:nvGrpSpPr>
        <p:grpSpPr>
          <a:xfrm>
            <a:off x="457147" y="1668159"/>
            <a:ext cx="2979015" cy="1246792"/>
            <a:chOff x="457147" y="1668159"/>
            <a:chExt cx="2979015" cy="1246792"/>
          </a:xfrm>
        </p:grpSpPr>
        <p:grpSp>
          <p:nvGrpSpPr>
            <p:cNvPr id="477" name="Google Shape;477;p24"/>
            <p:cNvGrpSpPr/>
            <p:nvPr/>
          </p:nvGrpSpPr>
          <p:grpSpPr>
            <a:xfrm>
              <a:off x="2517445" y="1901870"/>
              <a:ext cx="918717" cy="918735"/>
              <a:chOff x="3189938" y="1238819"/>
              <a:chExt cx="918717" cy="918735"/>
            </a:xfrm>
          </p:grpSpPr>
          <p:sp>
            <p:nvSpPr>
              <p:cNvPr id="478" name="Google Shape;478;p24"/>
              <p:cNvSpPr/>
              <p:nvPr/>
            </p:nvSpPr>
            <p:spPr>
              <a:xfrm>
                <a:off x="3189938" y="1238819"/>
                <a:ext cx="918717" cy="918735"/>
              </a:xfrm>
              <a:custGeom>
                <a:avLst/>
                <a:gdLst/>
                <a:ahLst/>
                <a:cxnLst/>
                <a:rect l="l" t="t" r="r" b="b"/>
                <a:pathLst>
                  <a:path w="49195" h="49196" fill="none" extrusionOk="0">
                    <a:moveTo>
                      <a:pt x="49194" y="24616"/>
                    </a:moveTo>
                    <a:cubicBezTo>
                      <a:pt x="49194" y="38175"/>
                      <a:pt x="38175" y="49195"/>
                      <a:pt x="24579" y="49195"/>
                    </a:cubicBezTo>
                    <a:cubicBezTo>
                      <a:pt x="11020" y="49195"/>
                      <a:pt x="0" y="38175"/>
                      <a:pt x="0" y="24616"/>
                    </a:cubicBezTo>
                    <a:cubicBezTo>
                      <a:pt x="0" y="11020"/>
                      <a:pt x="11020" y="1"/>
                      <a:pt x="24579" y="1"/>
                    </a:cubicBezTo>
                    <a:cubicBezTo>
                      <a:pt x="38175" y="1"/>
                      <a:pt x="49194" y="11020"/>
                      <a:pt x="49194" y="24616"/>
                    </a:cubicBezTo>
                    <a:close/>
                  </a:path>
                </a:pathLst>
              </a:custGeom>
              <a:noFill/>
              <a:ln w="11625" cap="flat" cmpd="sng">
                <a:solidFill>
                  <a:schemeClr val="accent4"/>
                </a:solidFill>
                <a:prstDash val="solid"/>
                <a:miter lim="3577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" name="Google Shape;479;p24"/>
              <p:cNvSpPr/>
              <p:nvPr/>
            </p:nvSpPr>
            <p:spPr>
              <a:xfrm>
                <a:off x="3231695" y="1280586"/>
                <a:ext cx="835202" cy="835202"/>
              </a:xfrm>
              <a:custGeom>
                <a:avLst/>
                <a:gdLst/>
                <a:ahLst/>
                <a:cxnLst/>
                <a:rect l="l" t="t" r="r" b="b"/>
                <a:pathLst>
                  <a:path w="44723" h="44723" extrusionOk="0">
                    <a:moveTo>
                      <a:pt x="22362" y="0"/>
                    </a:moveTo>
                    <a:cubicBezTo>
                      <a:pt x="10019" y="0"/>
                      <a:pt x="1" y="10018"/>
                      <a:pt x="1" y="22361"/>
                    </a:cubicBezTo>
                    <a:cubicBezTo>
                      <a:pt x="1" y="34705"/>
                      <a:pt x="10019" y="44722"/>
                      <a:pt x="22362" y="44722"/>
                    </a:cubicBezTo>
                    <a:cubicBezTo>
                      <a:pt x="34705" y="44722"/>
                      <a:pt x="44723" y="34705"/>
                      <a:pt x="44723" y="22361"/>
                    </a:cubicBezTo>
                    <a:cubicBezTo>
                      <a:pt x="44723" y="10018"/>
                      <a:pt x="34705" y="0"/>
                      <a:pt x="2236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80" name="Google Shape;480;p24"/>
              <p:cNvGrpSpPr/>
              <p:nvPr/>
            </p:nvGrpSpPr>
            <p:grpSpPr>
              <a:xfrm>
                <a:off x="3439819" y="1461117"/>
                <a:ext cx="418955" cy="474140"/>
                <a:chOff x="3461192" y="1467326"/>
                <a:chExt cx="418955" cy="474140"/>
              </a:xfrm>
            </p:grpSpPr>
            <p:sp>
              <p:nvSpPr>
                <p:cNvPr id="481" name="Google Shape;481;p24"/>
                <p:cNvSpPr/>
                <p:nvPr/>
              </p:nvSpPr>
              <p:spPr>
                <a:xfrm>
                  <a:off x="3564764" y="1766668"/>
                  <a:ext cx="156366" cy="1747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73" h="9360" extrusionOk="0">
                      <a:moveTo>
                        <a:pt x="967" y="0"/>
                      </a:moveTo>
                      <a:lnTo>
                        <a:pt x="1" y="8408"/>
                      </a:lnTo>
                      <a:cubicBezTo>
                        <a:pt x="1261" y="9120"/>
                        <a:pt x="2590" y="9360"/>
                        <a:pt x="3809" y="9360"/>
                      </a:cubicBezTo>
                      <a:cubicBezTo>
                        <a:pt x="6326" y="9360"/>
                        <a:pt x="8372" y="8336"/>
                        <a:pt x="8372" y="8336"/>
                      </a:cubicBezTo>
                      <a:lnTo>
                        <a:pt x="8086" y="5152"/>
                      </a:lnTo>
                      <a:cubicBezTo>
                        <a:pt x="8050" y="5153"/>
                        <a:pt x="8013" y="5153"/>
                        <a:pt x="7977" y="5153"/>
                      </a:cubicBezTo>
                      <a:cubicBezTo>
                        <a:pt x="2696" y="5153"/>
                        <a:pt x="967" y="0"/>
                        <a:pt x="967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2" name="Google Shape;482;p24"/>
                <p:cNvSpPr/>
                <p:nvPr/>
              </p:nvSpPr>
              <p:spPr>
                <a:xfrm>
                  <a:off x="3582804" y="1616988"/>
                  <a:ext cx="209814" cy="2520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35" h="13497" extrusionOk="0">
                      <a:moveTo>
                        <a:pt x="10448" y="1"/>
                      </a:moveTo>
                      <a:lnTo>
                        <a:pt x="2648" y="752"/>
                      </a:lnTo>
                      <a:lnTo>
                        <a:pt x="1897" y="1647"/>
                      </a:lnTo>
                      <a:cubicBezTo>
                        <a:pt x="1897" y="1647"/>
                        <a:pt x="4079" y="7228"/>
                        <a:pt x="1" y="8015"/>
                      </a:cubicBezTo>
                      <a:cubicBezTo>
                        <a:pt x="1" y="8015"/>
                        <a:pt x="1622" y="13496"/>
                        <a:pt x="7459" y="13496"/>
                      </a:cubicBezTo>
                      <a:cubicBezTo>
                        <a:pt x="7753" y="13496"/>
                        <a:pt x="8057" y="13482"/>
                        <a:pt x="8372" y="13453"/>
                      </a:cubicBezTo>
                      <a:cubicBezTo>
                        <a:pt x="8372" y="13453"/>
                        <a:pt x="9982" y="12881"/>
                        <a:pt x="10591" y="10341"/>
                      </a:cubicBezTo>
                      <a:cubicBezTo>
                        <a:pt x="11163" y="7800"/>
                        <a:pt x="11235" y="4080"/>
                        <a:pt x="10448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3" name="Google Shape;483;p24"/>
                <p:cNvSpPr/>
                <p:nvPr/>
              </p:nvSpPr>
              <p:spPr>
                <a:xfrm>
                  <a:off x="3582804" y="1766668"/>
                  <a:ext cx="136981" cy="1343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35" h="7192" extrusionOk="0">
                      <a:moveTo>
                        <a:pt x="1" y="0"/>
                      </a:moveTo>
                      <a:lnTo>
                        <a:pt x="1" y="0"/>
                      </a:lnTo>
                      <a:cubicBezTo>
                        <a:pt x="1058" y="7029"/>
                        <a:pt x="6769" y="7192"/>
                        <a:pt x="7296" y="7192"/>
                      </a:cubicBezTo>
                      <a:cubicBezTo>
                        <a:pt x="7322" y="7192"/>
                        <a:pt x="7335" y="7191"/>
                        <a:pt x="7335" y="7191"/>
                      </a:cubicBezTo>
                      <a:lnTo>
                        <a:pt x="7156" y="5546"/>
                      </a:lnTo>
                      <a:cubicBezTo>
                        <a:pt x="1289" y="4866"/>
                        <a:pt x="1" y="1"/>
                        <a:pt x="1" y="0"/>
                      </a:cubicBezTo>
                      <a:close/>
                    </a:path>
                  </a:pathLst>
                </a:custGeom>
                <a:solidFill>
                  <a:srgbClr val="263238">
                    <a:alpha val="1875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4" name="Google Shape;484;p24"/>
                <p:cNvSpPr/>
                <p:nvPr/>
              </p:nvSpPr>
              <p:spPr>
                <a:xfrm>
                  <a:off x="3461192" y="1467326"/>
                  <a:ext cx="418955" cy="2995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434" h="16039" extrusionOk="0">
                      <a:moveTo>
                        <a:pt x="18713" y="1"/>
                      </a:moveTo>
                      <a:cubicBezTo>
                        <a:pt x="18243" y="1253"/>
                        <a:pt x="16823" y="1934"/>
                        <a:pt x="13980" y="1934"/>
                      </a:cubicBezTo>
                      <a:cubicBezTo>
                        <a:pt x="12923" y="1934"/>
                        <a:pt x="11671" y="1840"/>
                        <a:pt x="10198" y="1646"/>
                      </a:cubicBezTo>
                      <a:cubicBezTo>
                        <a:pt x="9648" y="1571"/>
                        <a:pt x="9148" y="1537"/>
                        <a:pt x="8694" y="1537"/>
                      </a:cubicBezTo>
                      <a:cubicBezTo>
                        <a:pt x="4628" y="1537"/>
                        <a:pt x="4223" y="4258"/>
                        <a:pt x="4223" y="4258"/>
                      </a:cubicBezTo>
                      <a:cubicBezTo>
                        <a:pt x="1325" y="4509"/>
                        <a:pt x="1969" y="6942"/>
                        <a:pt x="1969" y="6942"/>
                      </a:cubicBezTo>
                      <a:cubicBezTo>
                        <a:pt x="1844" y="6913"/>
                        <a:pt x="1724" y="6900"/>
                        <a:pt x="1609" y="6900"/>
                      </a:cubicBezTo>
                      <a:cubicBezTo>
                        <a:pt x="581" y="6900"/>
                        <a:pt x="1" y="7943"/>
                        <a:pt x="1" y="7943"/>
                      </a:cubicBezTo>
                      <a:cubicBezTo>
                        <a:pt x="259" y="7826"/>
                        <a:pt x="484" y="7772"/>
                        <a:pt x="680" y="7772"/>
                      </a:cubicBezTo>
                      <a:cubicBezTo>
                        <a:pt x="1381" y="7772"/>
                        <a:pt x="1706" y="8467"/>
                        <a:pt x="1790" y="9446"/>
                      </a:cubicBezTo>
                      <a:cubicBezTo>
                        <a:pt x="1897" y="10448"/>
                        <a:pt x="2255" y="11414"/>
                        <a:pt x="2863" y="12237"/>
                      </a:cubicBezTo>
                      <a:cubicBezTo>
                        <a:pt x="3198" y="12782"/>
                        <a:pt x="2917" y="12921"/>
                        <a:pt x="2546" y="12921"/>
                      </a:cubicBezTo>
                      <a:cubicBezTo>
                        <a:pt x="2163" y="12921"/>
                        <a:pt x="1683" y="12773"/>
                        <a:pt x="1683" y="12773"/>
                      </a:cubicBezTo>
                      <a:lnTo>
                        <a:pt x="1683" y="12773"/>
                      </a:lnTo>
                      <a:cubicBezTo>
                        <a:pt x="2638" y="15790"/>
                        <a:pt x="5364" y="16039"/>
                        <a:pt x="6239" y="16039"/>
                      </a:cubicBezTo>
                      <a:cubicBezTo>
                        <a:pt x="6412" y="16039"/>
                        <a:pt x="6513" y="16029"/>
                        <a:pt x="6513" y="16029"/>
                      </a:cubicBezTo>
                      <a:lnTo>
                        <a:pt x="8444" y="9661"/>
                      </a:lnTo>
                      <a:cubicBezTo>
                        <a:pt x="8444" y="9661"/>
                        <a:pt x="9124" y="8802"/>
                        <a:pt x="13346" y="8802"/>
                      </a:cubicBezTo>
                      <a:cubicBezTo>
                        <a:pt x="17532" y="8766"/>
                        <a:pt x="17890" y="8766"/>
                        <a:pt x="20144" y="6512"/>
                      </a:cubicBezTo>
                      <a:cubicBezTo>
                        <a:pt x="22433" y="4223"/>
                        <a:pt x="20430" y="681"/>
                        <a:pt x="20430" y="680"/>
                      </a:cubicBezTo>
                      <a:lnTo>
                        <a:pt x="20430" y="680"/>
                      </a:lnTo>
                      <a:cubicBezTo>
                        <a:pt x="20609" y="2326"/>
                        <a:pt x="18963" y="2469"/>
                        <a:pt x="18963" y="2469"/>
                      </a:cubicBezTo>
                      <a:cubicBezTo>
                        <a:pt x="19357" y="1682"/>
                        <a:pt x="19249" y="716"/>
                        <a:pt x="18713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5" name="Google Shape;485;p24"/>
                <p:cNvSpPr/>
                <p:nvPr/>
              </p:nvSpPr>
              <p:spPr>
                <a:xfrm>
                  <a:off x="3549394" y="1490446"/>
                  <a:ext cx="182417" cy="1319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68" h="7064" extrusionOk="0">
                      <a:moveTo>
                        <a:pt x="6448" y="0"/>
                      </a:moveTo>
                      <a:cubicBezTo>
                        <a:pt x="5168" y="0"/>
                        <a:pt x="3750" y="335"/>
                        <a:pt x="2648" y="1482"/>
                      </a:cubicBezTo>
                      <a:cubicBezTo>
                        <a:pt x="1" y="4201"/>
                        <a:pt x="251" y="7063"/>
                        <a:pt x="251" y="7063"/>
                      </a:cubicBezTo>
                      <a:lnTo>
                        <a:pt x="1933" y="6848"/>
                      </a:lnTo>
                      <a:cubicBezTo>
                        <a:pt x="1933" y="6848"/>
                        <a:pt x="2021" y="717"/>
                        <a:pt x="7131" y="717"/>
                      </a:cubicBezTo>
                      <a:cubicBezTo>
                        <a:pt x="7637" y="717"/>
                        <a:pt x="8193" y="777"/>
                        <a:pt x="8802" y="909"/>
                      </a:cubicBezTo>
                      <a:lnTo>
                        <a:pt x="9768" y="659"/>
                      </a:lnTo>
                      <a:cubicBezTo>
                        <a:pt x="9768" y="659"/>
                        <a:pt x="8244" y="0"/>
                        <a:pt x="6448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6" name="Google Shape;486;p24"/>
                <p:cNvSpPr/>
                <p:nvPr/>
              </p:nvSpPr>
              <p:spPr>
                <a:xfrm>
                  <a:off x="3779900" y="1621003"/>
                  <a:ext cx="36099" cy="1035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3" h="5547" extrusionOk="0">
                      <a:moveTo>
                        <a:pt x="967" y="1"/>
                      </a:moveTo>
                      <a:cubicBezTo>
                        <a:pt x="645" y="179"/>
                        <a:pt x="323" y="287"/>
                        <a:pt x="1" y="323"/>
                      </a:cubicBezTo>
                      <a:cubicBezTo>
                        <a:pt x="359" y="2040"/>
                        <a:pt x="502" y="3793"/>
                        <a:pt x="430" y="5546"/>
                      </a:cubicBezTo>
                      <a:cubicBezTo>
                        <a:pt x="824" y="5510"/>
                        <a:pt x="1933" y="4008"/>
                        <a:pt x="1754" y="2326"/>
                      </a:cubicBezTo>
                      <a:cubicBezTo>
                        <a:pt x="1718" y="1467"/>
                        <a:pt x="1432" y="680"/>
                        <a:pt x="967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7" name="Google Shape;487;p24"/>
                <p:cNvSpPr/>
                <p:nvPr/>
              </p:nvSpPr>
              <p:spPr>
                <a:xfrm>
                  <a:off x="3515312" y="1613533"/>
                  <a:ext cx="212727" cy="2306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91" h="12351" extrusionOk="0">
                      <a:moveTo>
                        <a:pt x="3132" y="0"/>
                      </a:moveTo>
                      <a:cubicBezTo>
                        <a:pt x="2984" y="0"/>
                        <a:pt x="2834" y="14"/>
                        <a:pt x="2684" y="43"/>
                      </a:cubicBezTo>
                      <a:cubicBezTo>
                        <a:pt x="1003" y="365"/>
                        <a:pt x="1" y="2440"/>
                        <a:pt x="430" y="4658"/>
                      </a:cubicBezTo>
                      <a:cubicBezTo>
                        <a:pt x="819" y="6708"/>
                        <a:pt x="2291" y="8165"/>
                        <a:pt x="3810" y="8165"/>
                      </a:cubicBezTo>
                      <a:cubicBezTo>
                        <a:pt x="3828" y="8165"/>
                        <a:pt x="3847" y="8165"/>
                        <a:pt x="3865" y="8164"/>
                      </a:cubicBezTo>
                      <a:cubicBezTo>
                        <a:pt x="4688" y="10275"/>
                        <a:pt x="6656" y="11742"/>
                        <a:pt x="8910" y="11885"/>
                      </a:cubicBezTo>
                      <a:cubicBezTo>
                        <a:pt x="8981" y="12171"/>
                        <a:pt x="9267" y="12350"/>
                        <a:pt x="9554" y="12350"/>
                      </a:cubicBezTo>
                      <a:lnTo>
                        <a:pt x="10555" y="12243"/>
                      </a:lnTo>
                      <a:cubicBezTo>
                        <a:pt x="11391" y="12173"/>
                        <a:pt x="11278" y="10952"/>
                        <a:pt x="10480" y="10952"/>
                      </a:cubicBezTo>
                      <a:cubicBezTo>
                        <a:pt x="10458" y="10952"/>
                        <a:pt x="10435" y="10953"/>
                        <a:pt x="10412" y="10955"/>
                      </a:cubicBezTo>
                      <a:lnTo>
                        <a:pt x="9410" y="11062"/>
                      </a:lnTo>
                      <a:cubicBezTo>
                        <a:pt x="9267" y="11062"/>
                        <a:pt x="9124" y="11134"/>
                        <a:pt x="9017" y="11241"/>
                      </a:cubicBezTo>
                      <a:cubicBezTo>
                        <a:pt x="7085" y="11170"/>
                        <a:pt x="5403" y="10025"/>
                        <a:pt x="4581" y="8272"/>
                      </a:cubicBezTo>
                      <a:cubicBezTo>
                        <a:pt x="4545" y="8200"/>
                        <a:pt x="4545" y="8128"/>
                        <a:pt x="4509" y="8057"/>
                      </a:cubicBezTo>
                      <a:cubicBezTo>
                        <a:pt x="6012" y="7592"/>
                        <a:pt x="6906" y="5624"/>
                        <a:pt x="6477" y="3513"/>
                      </a:cubicBezTo>
                      <a:cubicBezTo>
                        <a:pt x="6086" y="1460"/>
                        <a:pt x="4655" y="0"/>
                        <a:pt x="3132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488" name="Google Shape;488;p24"/>
            <p:cNvSpPr txBox="1"/>
            <p:nvPr/>
          </p:nvSpPr>
          <p:spPr>
            <a:xfrm rot="1181">
              <a:off x="457147" y="1668159"/>
              <a:ext cx="1746000" cy="41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b="1" dirty="0">
                  <a:solidFill>
                    <a:schemeClr val="accent4"/>
                  </a:solidFill>
                  <a:latin typeface="OSWALD LIGHT" panose="02000303000000000000" pitchFamily="2" charset="0"/>
                  <a:ea typeface="Fira Sans Extra Condensed SemiBold"/>
                  <a:cs typeface="Fira Sans Extra Condensed SemiBold"/>
                  <a:sym typeface="Fira Sans Extra Condensed SemiBold"/>
                </a:rPr>
                <a:t>1. Validate Post-2016 Data</a:t>
              </a:r>
              <a:endParaRPr sz="2000" b="1" dirty="0">
                <a:solidFill>
                  <a:schemeClr val="accent4"/>
                </a:solidFill>
                <a:latin typeface="OSWALD LIGHT" panose="02000303000000000000" pitchFamily="2" charset="0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489" name="Google Shape;489;p24"/>
            <p:cNvSpPr txBox="1"/>
            <p:nvPr/>
          </p:nvSpPr>
          <p:spPr>
            <a:xfrm rot="-1181">
              <a:off x="457200" y="2192251"/>
              <a:ext cx="1746000" cy="72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Confirm EU growth trend with updated data</a:t>
              </a:r>
              <a:endParaRPr sz="12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90" name="Google Shape;490;p24"/>
          <p:cNvGrpSpPr/>
          <p:nvPr/>
        </p:nvGrpSpPr>
        <p:grpSpPr>
          <a:xfrm>
            <a:off x="430564" y="3215345"/>
            <a:ext cx="2853198" cy="1253515"/>
            <a:chOff x="430564" y="3215345"/>
            <a:chExt cx="2853198" cy="1253515"/>
          </a:xfrm>
        </p:grpSpPr>
        <p:grpSp>
          <p:nvGrpSpPr>
            <p:cNvPr id="491" name="Google Shape;491;p24"/>
            <p:cNvGrpSpPr/>
            <p:nvPr/>
          </p:nvGrpSpPr>
          <p:grpSpPr>
            <a:xfrm flipH="1">
              <a:off x="2365045" y="3307045"/>
              <a:ext cx="918717" cy="918735"/>
              <a:chOff x="2212432" y="2491594"/>
              <a:chExt cx="918717" cy="918735"/>
            </a:xfrm>
          </p:grpSpPr>
          <p:sp>
            <p:nvSpPr>
              <p:cNvPr id="492" name="Google Shape;492;p24"/>
              <p:cNvSpPr/>
              <p:nvPr/>
            </p:nvSpPr>
            <p:spPr>
              <a:xfrm>
                <a:off x="2212432" y="2491594"/>
                <a:ext cx="918717" cy="918735"/>
              </a:xfrm>
              <a:custGeom>
                <a:avLst/>
                <a:gdLst/>
                <a:ahLst/>
                <a:cxnLst/>
                <a:rect l="l" t="t" r="r" b="b"/>
                <a:pathLst>
                  <a:path w="49195" h="49196" fill="none" extrusionOk="0">
                    <a:moveTo>
                      <a:pt x="49195" y="24616"/>
                    </a:moveTo>
                    <a:cubicBezTo>
                      <a:pt x="49195" y="38176"/>
                      <a:pt x="38175" y="49195"/>
                      <a:pt x="24616" y="49195"/>
                    </a:cubicBezTo>
                    <a:cubicBezTo>
                      <a:pt x="11020" y="49195"/>
                      <a:pt x="1" y="38176"/>
                      <a:pt x="1" y="24616"/>
                    </a:cubicBezTo>
                    <a:cubicBezTo>
                      <a:pt x="1" y="11020"/>
                      <a:pt x="11020" y="1"/>
                      <a:pt x="24616" y="1"/>
                    </a:cubicBezTo>
                    <a:cubicBezTo>
                      <a:pt x="38175" y="1"/>
                      <a:pt x="49195" y="11020"/>
                      <a:pt x="49195" y="24616"/>
                    </a:cubicBezTo>
                    <a:close/>
                  </a:path>
                </a:pathLst>
              </a:custGeom>
              <a:noFill/>
              <a:ln w="11625" cap="flat" cmpd="sng">
                <a:solidFill>
                  <a:schemeClr val="dk2"/>
                </a:solidFill>
                <a:prstDash val="solid"/>
                <a:miter lim="3577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" name="Google Shape;493;p24"/>
              <p:cNvSpPr/>
              <p:nvPr/>
            </p:nvSpPr>
            <p:spPr>
              <a:xfrm>
                <a:off x="2254190" y="2533361"/>
                <a:ext cx="835202" cy="835202"/>
              </a:xfrm>
              <a:custGeom>
                <a:avLst/>
                <a:gdLst/>
                <a:ahLst/>
                <a:cxnLst/>
                <a:rect l="l" t="t" r="r" b="b"/>
                <a:pathLst>
                  <a:path w="44723" h="44723" extrusionOk="0">
                    <a:moveTo>
                      <a:pt x="22362" y="1"/>
                    </a:moveTo>
                    <a:cubicBezTo>
                      <a:pt x="10018" y="1"/>
                      <a:pt x="1" y="10019"/>
                      <a:pt x="1" y="22362"/>
                    </a:cubicBezTo>
                    <a:cubicBezTo>
                      <a:pt x="1" y="34705"/>
                      <a:pt x="10018" y="44723"/>
                      <a:pt x="22362" y="44723"/>
                    </a:cubicBezTo>
                    <a:cubicBezTo>
                      <a:pt x="34705" y="44723"/>
                      <a:pt x="44723" y="34705"/>
                      <a:pt x="44723" y="22362"/>
                    </a:cubicBezTo>
                    <a:cubicBezTo>
                      <a:pt x="44723" y="10019"/>
                      <a:pt x="34705" y="1"/>
                      <a:pt x="2236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94" name="Google Shape;494;p24"/>
              <p:cNvGrpSpPr/>
              <p:nvPr/>
            </p:nvGrpSpPr>
            <p:grpSpPr>
              <a:xfrm>
                <a:off x="2493519" y="2694517"/>
                <a:ext cx="356543" cy="512890"/>
                <a:chOff x="2484378" y="2751774"/>
                <a:chExt cx="356543" cy="512890"/>
              </a:xfrm>
            </p:grpSpPr>
            <p:sp>
              <p:nvSpPr>
                <p:cNvPr id="495" name="Google Shape;495;p24"/>
                <p:cNvSpPr/>
                <p:nvPr/>
              </p:nvSpPr>
              <p:spPr>
                <a:xfrm>
                  <a:off x="2586605" y="3028127"/>
                  <a:ext cx="139652" cy="2365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78" h="12666" extrusionOk="0">
                      <a:moveTo>
                        <a:pt x="7406" y="0"/>
                      </a:moveTo>
                      <a:cubicBezTo>
                        <a:pt x="7406" y="0"/>
                        <a:pt x="5688" y="5118"/>
                        <a:pt x="449" y="5118"/>
                      </a:cubicBezTo>
                      <a:cubicBezTo>
                        <a:pt x="395" y="5118"/>
                        <a:pt x="341" y="5118"/>
                        <a:pt x="286" y="5117"/>
                      </a:cubicBezTo>
                      <a:lnTo>
                        <a:pt x="0" y="8301"/>
                      </a:lnTo>
                      <a:cubicBezTo>
                        <a:pt x="322" y="11306"/>
                        <a:pt x="3900" y="12666"/>
                        <a:pt x="3900" y="12666"/>
                      </a:cubicBezTo>
                      <a:cubicBezTo>
                        <a:pt x="5617" y="11664"/>
                        <a:pt x="6905" y="10090"/>
                        <a:pt x="7478" y="8193"/>
                      </a:cubicBezTo>
                      <a:lnTo>
                        <a:pt x="740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6" name="Google Shape;496;p24"/>
                <p:cNvSpPr/>
                <p:nvPr/>
              </p:nvSpPr>
              <p:spPr>
                <a:xfrm>
                  <a:off x="2515098" y="2830359"/>
                  <a:ext cx="209832" cy="3011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36" h="16128" extrusionOk="0">
                      <a:moveTo>
                        <a:pt x="8623" y="0"/>
                      </a:moveTo>
                      <a:lnTo>
                        <a:pt x="788" y="2576"/>
                      </a:lnTo>
                      <a:cubicBezTo>
                        <a:pt x="1" y="6655"/>
                        <a:pt x="72" y="10376"/>
                        <a:pt x="645" y="12916"/>
                      </a:cubicBezTo>
                      <a:cubicBezTo>
                        <a:pt x="1253" y="15456"/>
                        <a:pt x="2863" y="16029"/>
                        <a:pt x="2863" y="16029"/>
                      </a:cubicBezTo>
                      <a:cubicBezTo>
                        <a:pt x="3300" y="16096"/>
                        <a:pt x="3716" y="16128"/>
                        <a:pt x="4113" y="16128"/>
                      </a:cubicBezTo>
                      <a:cubicBezTo>
                        <a:pt x="9379" y="16128"/>
                        <a:pt x="11235" y="10590"/>
                        <a:pt x="11235" y="10590"/>
                      </a:cubicBezTo>
                      <a:cubicBezTo>
                        <a:pt x="7156" y="9803"/>
                        <a:pt x="9339" y="4186"/>
                        <a:pt x="9339" y="4186"/>
                      </a:cubicBezTo>
                      <a:lnTo>
                        <a:pt x="8623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7" name="Google Shape;497;p24"/>
                <p:cNvSpPr/>
                <p:nvPr/>
              </p:nvSpPr>
              <p:spPr>
                <a:xfrm>
                  <a:off x="2587931" y="3028127"/>
                  <a:ext cx="137000" cy="1343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36" h="7192" extrusionOk="0">
                      <a:moveTo>
                        <a:pt x="7335" y="0"/>
                      </a:moveTo>
                      <a:cubicBezTo>
                        <a:pt x="7335" y="1"/>
                        <a:pt x="6047" y="4830"/>
                        <a:pt x="180" y="5546"/>
                      </a:cubicBezTo>
                      <a:lnTo>
                        <a:pt x="1" y="7192"/>
                      </a:lnTo>
                      <a:cubicBezTo>
                        <a:pt x="1" y="7192"/>
                        <a:pt x="9" y="7192"/>
                        <a:pt x="26" y="7192"/>
                      </a:cubicBezTo>
                      <a:cubicBezTo>
                        <a:pt x="461" y="7192"/>
                        <a:pt x="6268" y="7059"/>
                        <a:pt x="7335" y="0"/>
                      </a:cubicBezTo>
                      <a:close/>
                    </a:path>
                  </a:pathLst>
                </a:custGeom>
                <a:solidFill>
                  <a:srgbClr val="263238">
                    <a:alpha val="1094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8" name="Google Shape;498;p24"/>
                <p:cNvSpPr/>
                <p:nvPr/>
              </p:nvSpPr>
              <p:spPr>
                <a:xfrm>
                  <a:off x="2484378" y="2757433"/>
                  <a:ext cx="356543" cy="4404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92" h="23583" extrusionOk="0">
                      <a:moveTo>
                        <a:pt x="10560" y="0"/>
                      </a:moveTo>
                      <a:cubicBezTo>
                        <a:pt x="10141" y="0"/>
                        <a:pt x="9698" y="25"/>
                        <a:pt x="9231" y="77"/>
                      </a:cubicBezTo>
                      <a:cubicBezTo>
                        <a:pt x="7800" y="256"/>
                        <a:pt x="6333" y="327"/>
                        <a:pt x="4902" y="327"/>
                      </a:cubicBezTo>
                      <a:cubicBezTo>
                        <a:pt x="3471" y="685"/>
                        <a:pt x="1109" y="2402"/>
                        <a:pt x="429" y="7483"/>
                      </a:cubicBezTo>
                      <a:cubicBezTo>
                        <a:pt x="0" y="10774"/>
                        <a:pt x="1073" y="14710"/>
                        <a:pt x="895" y="23583"/>
                      </a:cubicBezTo>
                      <a:lnTo>
                        <a:pt x="5367" y="23118"/>
                      </a:lnTo>
                      <a:lnTo>
                        <a:pt x="5796" y="20005"/>
                      </a:lnTo>
                      <a:lnTo>
                        <a:pt x="5796" y="20005"/>
                      </a:lnTo>
                      <a:cubicBezTo>
                        <a:pt x="5732" y="20009"/>
                        <a:pt x="5669" y="20010"/>
                        <a:pt x="5606" y="20010"/>
                      </a:cubicBezTo>
                      <a:cubicBezTo>
                        <a:pt x="5032" y="20010"/>
                        <a:pt x="4491" y="19862"/>
                        <a:pt x="4007" y="19540"/>
                      </a:cubicBezTo>
                      <a:cubicBezTo>
                        <a:pt x="3077" y="18717"/>
                        <a:pt x="2433" y="17608"/>
                        <a:pt x="2218" y="16427"/>
                      </a:cubicBezTo>
                      <a:cubicBezTo>
                        <a:pt x="1324" y="11955"/>
                        <a:pt x="2218" y="7018"/>
                        <a:pt x="2218" y="7018"/>
                      </a:cubicBezTo>
                      <a:cubicBezTo>
                        <a:pt x="2970" y="7089"/>
                        <a:pt x="4794" y="7232"/>
                        <a:pt x="6082" y="7232"/>
                      </a:cubicBezTo>
                      <a:cubicBezTo>
                        <a:pt x="6655" y="7232"/>
                        <a:pt x="7156" y="7268"/>
                        <a:pt x="7585" y="7268"/>
                      </a:cubicBezTo>
                      <a:lnTo>
                        <a:pt x="8479" y="4800"/>
                      </a:lnTo>
                      <a:lnTo>
                        <a:pt x="8730" y="7411"/>
                      </a:lnTo>
                      <a:cubicBezTo>
                        <a:pt x="10590" y="7662"/>
                        <a:pt x="10984" y="8091"/>
                        <a:pt x="10984" y="8091"/>
                      </a:cubicBezTo>
                      <a:lnTo>
                        <a:pt x="12952" y="22688"/>
                      </a:lnTo>
                      <a:lnTo>
                        <a:pt x="17889" y="23583"/>
                      </a:lnTo>
                      <a:lnTo>
                        <a:pt x="17889" y="13744"/>
                      </a:lnTo>
                      <a:cubicBezTo>
                        <a:pt x="17889" y="10334"/>
                        <a:pt x="19092" y="0"/>
                        <a:pt x="10560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9" name="Google Shape;499;p24"/>
                <p:cNvSpPr/>
                <p:nvPr/>
              </p:nvSpPr>
              <p:spPr>
                <a:xfrm>
                  <a:off x="2575904" y="2751774"/>
                  <a:ext cx="182417" cy="1320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68" h="7071" extrusionOk="0">
                      <a:moveTo>
                        <a:pt x="3350" y="1"/>
                      </a:moveTo>
                      <a:cubicBezTo>
                        <a:pt x="1541" y="1"/>
                        <a:pt x="1" y="666"/>
                        <a:pt x="1" y="666"/>
                      </a:cubicBezTo>
                      <a:lnTo>
                        <a:pt x="967" y="881"/>
                      </a:lnTo>
                      <a:cubicBezTo>
                        <a:pt x="1562" y="755"/>
                        <a:pt x="2107" y="697"/>
                        <a:pt x="2603" y="697"/>
                      </a:cubicBezTo>
                      <a:cubicBezTo>
                        <a:pt x="7747" y="697"/>
                        <a:pt x="7836" y="6856"/>
                        <a:pt x="7836" y="6856"/>
                      </a:cubicBezTo>
                      <a:lnTo>
                        <a:pt x="9518" y="7070"/>
                      </a:lnTo>
                      <a:cubicBezTo>
                        <a:pt x="9518" y="7070"/>
                        <a:pt x="9768" y="4172"/>
                        <a:pt x="7120" y="1453"/>
                      </a:cubicBezTo>
                      <a:cubicBezTo>
                        <a:pt x="6027" y="330"/>
                        <a:pt x="4622" y="1"/>
                        <a:pt x="3350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00" name="Google Shape;500;p24"/>
                <p:cNvSpPr/>
                <p:nvPr/>
              </p:nvSpPr>
              <p:spPr>
                <a:xfrm>
                  <a:off x="2491717" y="2882462"/>
                  <a:ext cx="36099" cy="1035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3" h="5547" extrusionOk="0">
                      <a:moveTo>
                        <a:pt x="967" y="1"/>
                      </a:moveTo>
                      <a:cubicBezTo>
                        <a:pt x="502" y="681"/>
                        <a:pt x="215" y="1468"/>
                        <a:pt x="180" y="2291"/>
                      </a:cubicBezTo>
                      <a:cubicBezTo>
                        <a:pt x="1" y="4008"/>
                        <a:pt x="1110" y="5475"/>
                        <a:pt x="1503" y="5546"/>
                      </a:cubicBezTo>
                      <a:cubicBezTo>
                        <a:pt x="1432" y="3793"/>
                        <a:pt x="1575" y="2040"/>
                        <a:pt x="1933" y="323"/>
                      </a:cubicBezTo>
                      <a:cubicBezTo>
                        <a:pt x="1611" y="287"/>
                        <a:pt x="1289" y="144"/>
                        <a:pt x="967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01" name="Google Shape;501;p24"/>
                <p:cNvSpPr/>
                <p:nvPr/>
              </p:nvSpPr>
              <p:spPr>
                <a:xfrm>
                  <a:off x="2584588" y="2874338"/>
                  <a:ext cx="207815" cy="2307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28" h="12355" extrusionOk="0">
                      <a:moveTo>
                        <a:pt x="8004" y="0"/>
                      </a:moveTo>
                      <a:cubicBezTo>
                        <a:pt x="6478" y="0"/>
                        <a:pt x="5044" y="1488"/>
                        <a:pt x="4652" y="3513"/>
                      </a:cubicBezTo>
                      <a:cubicBezTo>
                        <a:pt x="4223" y="5624"/>
                        <a:pt x="5117" y="7591"/>
                        <a:pt x="6620" y="8092"/>
                      </a:cubicBezTo>
                      <a:cubicBezTo>
                        <a:pt x="6584" y="8164"/>
                        <a:pt x="6548" y="8235"/>
                        <a:pt x="6548" y="8271"/>
                      </a:cubicBezTo>
                      <a:cubicBezTo>
                        <a:pt x="5725" y="10024"/>
                        <a:pt x="4008" y="11169"/>
                        <a:pt x="2112" y="11276"/>
                      </a:cubicBezTo>
                      <a:cubicBezTo>
                        <a:pt x="2004" y="11169"/>
                        <a:pt x="1861" y="11098"/>
                        <a:pt x="1682" y="11062"/>
                      </a:cubicBezTo>
                      <a:lnTo>
                        <a:pt x="716" y="10990"/>
                      </a:lnTo>
                      <a:cubicBezTo>
                        <a:pt x="694" y="10988"/>
                        <a:pt x="671" y="10987"/>
                        <a:pt x="649" y="10987"/>
                      </a:cubicBezTo>
                      <a:cubicBezTo>
                        <a:pt x="323" y="10987"/>
                        <a:pt x="68" y="11228"/>
                        <a:pt x="1" y="11563"/>
                      </a:cubicBezTo>
                      <a:cubicBezTo>
                        <a:pt x="1" y="11920"/>
                        <a:pt x="251" y="12242"/>
                        <a:pt x="609" y="12278"/>
                      </a:cubicBezTo>
                      <a:lnTo>
                        <a:pt x="1575" y="12350"/>
                      </a:lnTo>
                      <a:cubicBezTo>
                        <a:pt x="1599" y="12353"/>
                        <a:pt x="1624" y="12354"/>
                        <a:pt x="1648" y="12354"/>
                      </a:cubicBezTo>
                      <a:cubicBezTo>
                        <a:pt x="1909" y="12354"/>
                        <a:pt x="2157" y="12182"/>
                        <a:pt x="2255" y="11920"/>
                      </a:cubicBezTo>
                      <a:cubicBezTo>
                        <a:pt x="4509" y="11742"/>
                        <a:pt x="6477" y="10310"/>
                        <a:pt x="7264" y="8200"/>
                      </a:cubicBezTo>
                      <a:cubicBezTo>
                        <a:pt x="7282" y="8200"/>
                        <a:pt x="7300" y="8200"/>
                        <a:pt x="7319" y="8200"/>
                      </a:cubicBezTo>
                      <a:cubicBezTo>
                        <a:pt x="8838" y="8200"/>
                        <a:pt x="10309" y="6744"/>
                        <a:pt x="10698" y="4693"/>
                      </a:cubicBezTo>
                      <a:cubicBezTo>
                        <a:pt x="11128" y="2439"/>
                        <a:pt x="10126" y="364"/>
                        <a:pt x="8444" y="42"/>
                      </a:cubicBezTo>
                      <a:cubicBezTo>
                        <a:pt x="8297" y="14"/>
                        <a:pt x="8150" y="0"/>
                        <a:pt x="8004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502" name="Google Shape;502;p24"/>
            <p:cNvSpPr txBox="1"/>
            <p:nvPr/>
          </p:nvSpPr>
          <p:spPr>
            <a:xfrm rot="1181">
              <a:off x="457200" y="3215345"/>
              <a:ext cx="1746000" cy="41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b="1" dirty="0">
                  <a:solidFill>
                    <a:schemeClr val="dk2"/>
                  </a:solidFill>
                  <a:latin typeface="OSWALD LIGHT" panose="02000303000000000000" pitchFamily="2" charset="0"/>
                  <a:ea typeface="Fira Sans Extra Condensed SemiBold"/>
                  <a:cs typeface="Fira Sans Extra Condensed SemiBold"/>
                  <a:sym typeface="Fira Sans Extra Condensed SemiBold"/>
                </a:rPr>
                <a:t>2. Include Digital Sales</a:t>
              </a:r>
              <a:endParaRPr sz="2000" b="1" dirty="0">
                <a:solidFill>
                  <a:schemeClr val="dk2"/>
                </a:solidFill>
                <a:latin typeface="OSWALD LIGHT" panose="02000303000000000000" pitchFamily="2" charset="0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503" name="Google Shape;503;p24"/>
            <p:cNvSpPr txBox="1"/>
            <p:nvPr/>
          </p:nvSpPr>
          <p:spPr>
            <a:xfrm rot="21598819">
              <a:off x="430564" y="3746160"/>
              <a:ext cx="1746000" cy="72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dirty="0">
                  <a:latin typeface="Roboto"/>
                  <a:ea typeface="Roboto"/>
                  <a:cs typeface="Roboto"/>
                  <a:sym typeface="Roboto"/>
                </a:rPr>
                <a:t>Expand data to capture all market picture</a:t>
              </a:r>
              <a:endParaRPr sz="1200" dirty="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504" name="Google Shape;504;p24"/>
          <p:cNvGrpSpPr/>
          <p:nvPr/>
        </p:nvGrpSpPr>
        <p:grpSpPr>
          <a:xfrm>
            <a:off x="5707852" y="1668159"/>
            <a:ext cx="2978948" cy="1246792"/>
            <a:chOff x="5707852" y="1668159"/>
            <a:chExt cx="2978948" cy="1246792"/>
          </a:xfrm>
        </p:grpSpPr>
        <p:grpSp>
          <p:nvGrpSpPr>
            <p:cNvPr id="505" name="Google Shape;505;p24"/>
            <p:cNvGrpSpPr/>
            <p:nvPr/>
          </p:nvGrpSpPr>
          <p:grpSpPr>
            <a:xfrm>
              <a:off x="5707852" y="1904822"/>
              <a:ext cx="918717" cy="918735"/>
              <a:chOff x="2212432" y="2491594"/>
              <a:chExt cx="918717" cy="918735"/>
            </a:xfrm>
          </p:grpSpPr>
          <p:sp>
            <p:nvSpPr>
              <p:cNvPr id="506" name="Google Shape;506;p24"/>
              <p:cNvSpPr/>
              <p:nvPr/>
            </p:nvSpPr>
            <p:spPr>
              <a:xfrm>
                <a:off x="2212432" y="2491594"/>
                <a:ext cx="918717" cy="918735"/>
              </a:xfrm>
              <a:custGeom>
                <a:avLst/>
                <a:gdLst/>
                <a:ahLst/>
                <a:cxnLst/>
                <a:rect l="l" t="t" r="r" b="b"/>
                <a:pathLst>
                  <a:path w="49195" h="49196" fill="none" extrusionOk="0">
                    <a:moveTo>
                      <a:pt x="49195" y="24616"/>
                    </a:moveTo>
                    <a:cubicBezTo>
                      <a:pt x="49195" y="38176"/>
                      <a:pt x="38175" y="49195"/>
                      <a:pt x="24616" y="49195"/>
                    </a:cubicBezTo>
                    <a:cubicBezTo>
                      <a:pt x="11020" y="49195"/>
                      <a:pt x="1" y="38176"/>
                      <a:pt x="1" y="24616"/>
                    </a:cubicBezTo>
                    <a:cubicBezTo>
                      <a:pt x="1" y="11020"/>
                      <a:pt x="11020" y="1"/>
                      <a:pt x="24616" y="1"/>
                    </a:cubicBezTo>
                    <a:cubicBezTo>
                      <a:pt x="38175" y="1"/>
                      <a:pt x="49195" y="11020"/>
                      <a:pt x="49195" y="24616"/>
                    </a:cubicBezTo>
                    <a:close/>
                  </a:path>
                </a:pathLst>
              </a:custGeom>
              <a:noFill/>
              <a:ln w="11625" cap="flat" cmpd="sng">
                <a:solidFill>
                  <a:schemeClr val="accent5"/>
                </a:solidFill>
                <a:prstDash val="solid"/>
                <a:miter lim="3577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" name="Google Shape;507;p24"/>
              <p:cNvSpPr/>
              <p:nvPr/>
            </p:nvSpPr>
            <p:spPr>
              <a:xfrm>
                <a:off x="2254190" y="2533361"/>
                <a:ext cx="835202" cy="835202"/>
              </a:xfrm>
              <a:custGeom>
                <a:avLst/>
                <a:gdLst/>
                <a:ahLst/>
                <a:cxnLst/>
                <a:rect l="l" t="t" r="r" b="b"/>
                <a:pathLst>
                  <a:path w="44723" h="44723" extrusionOk="0">
                    <a:moveTo>
                      <a:pt x="22362" y="1"/>
                    </a:moveTo>
                    <a:cubicBezTo>
                      <a:pt x="10018" y="1"/>
                      <a:pt x="1" y="10019"/>
                      <a:pt x="1" y="22362"/>
                    </a:cubicBezTo>
                    <a:cubicBezTo>
                      <a:pt x="1" y="34705"/>
                      <a:pt x="10018" y="44723"/>
                      <a:pt x="22362" y="44723"/>
                    </a:cubicBezTo>
                    <a:cubicBezTo>
                      <a:pt x="34705" y="44723"/>
                      <a:pt x="44723" y="34705"/>
                      <a:pt x="44723" y="22362"/>
                    </a:cubicBezTo>
                    <a:cubicBezTo>
                      <a:pt x="44723" y="10019"/>
                      <a:pt x="34705" y="1"/>
                      <a:pt x="2236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08" name="Google Shape;508;p24"/>
              <p:cNvGrpSpPr/>
              <p:nvPr/>
            </p:nvGrpSpPr>
            <p:grpSpPr>
              <a:xfrm>
                <a:off x="2493519" y="2694517"/>
                <a:ext cx="356543" cy="512890"/>
                <a:chOff x="2484378" y="2751774"/>
                <a:chExt cx="356543" cy="512890"/>
              </a:xfrm>
            </p:grpSpPr>
            <p:sp>
              <p:nvSpPr>
                <p:cNvPr id="509" name="Google Shape;509;p24"/>
                <p:cNvSpPr/>
                <p:nvPr/>
              </p:nvSpPr>
              <p:spPr>
                <a:xfrm>
                  <a:off x="2586605" y="3028127"/>
                  <a:ext cx="139652" cy="2365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78" h="12666" extrusionOk="0">
                      <a:moveTo>
                        <a:pt x="7406" y="0"/>
                      </a:moveTo>
                      <a:cubicBezTo>
                        <a:pt x="7406" y="0"/>
                        <a:pt x="5688" y="5118"/>
                        <a:pt x="449" y="5118"/>
                      </a:cubicBezTo>
                      <a:cubicBezTo>
                        <a:pt x="395" y="5118"/>
                        <a:pt x="341" y="5118"/>
                        <a:pt x="286" y="5117"/>
                      </a:cubicBezTo>
                      <a:lnTo>
                        <a:pt x="0" y="8301"/>
                      </a:lnTo>
                      <a:cubicBezTo>
                        <a:pt x="322" y="11306"/>
                        <a:pt x="3900" y="12666"/>
                        <a:pt x="3900" y="12666"/>
                      </a:cubicBezTo>
                      <a:cubicBezTo>
                        <a:pt x="5617" y="11664"/>
                        <a:pt x="6905" y="10090"/>
                        <a:pt x="7478" y="8193"/>
                      </a:cubicBezTo>
                      <a:lnTo>
                        <a:pt x="740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0" name="Google Shape;510;p24"/>
                <p:cNvSpPr/>
                <p:nvPr/>
              </p:nvSpPr>
              <p:spPr>
                <a:xfrm>
                  <a:off x="2515098" y="2830359"/>
                  <a:ext cx="209832" cy="3011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36" h="16128" extrusionOk="0">
                      <a:moveTo>
                        <a:pt x="8623" y="0"/>
                      </a:moveTo>
                      <a:lnTo>
                        <a:pt x="788" y="2576"/>
                      </a:lnTo>
                      <a:cubicBezTo>
                        <a:pt x="1" y="6655"/>
                        <a:pt x="72" y="10376"/>
                        <a:pt x="645" y="12916"/>
                      </a:cubicBezTo>
                      <a:cubicBezTo>
                        <a:pt x="1253" y="15456"/>
                        <a:pt x="2863" y="16029"/>
                        <a:pt x="2863" y="16029"/>
                      </a:cubicBezTo>
                      <a:cubicBezTo>
                        <a:pt x="3300" y="16096"/>
                        <a:pt x="3716" y="16128"/>
                        <a:pt x="4113" y="16128"/>
                      </a:cubicBezTo>
                      <a:cubicBezTo>
                        <a:pt x="9379" y="16128"/>
                        <a:pt x="11235" y="10590"/>
                        <a:pt x="11235" y="10590"/>
                      </a:cubicBezTo>
                      <a:cubicBezTo>
                        <a:pt x="7156" y="9803"/>
                        <a:pt x="9339" y="4186"/>
                        <a:pt x="9339" y="4186"/>
                      </a:cubicBezTo>
                      <a:lnTo>
                        <a:pt x="8623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1" name="Google Shape;511;p24"/>
                <p:cNvSpPr/>
                <p:nvPr/>
              </p:nvSpPr>
              <p:spPr>
                <a:xfrm>
                  <a:off x="2587931" y="3028127"/>
                  <a:ext cx="137000" cy="1343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36" h="7192" extrusionOk="0">
                      <a:moveTo>
                        <a:pt x="7335" y="0"/>
                      </a:moveTo>
                      <a:cubicBezTo>
                        <a:pt x="7335" y="1"/>
                        <a:pt x="6047" y="4830"/>
                        <a:pt x="180" y="5546"/>
                      </a:cubicBezTo>
                      <a:lnTo>
                        <a:pt x="1" y="7192"/>
                      </a:lnTo>
                      <a:cubicBezTo>
                        <a:pt x="1" y="7192"/>
                        <a:pt x="9" y="7192"/>
                        <a:pt x="26" y="7192"/>
                      </a:cubicBezTo>
                      <a:cubicBezTo>
                        <a:pt x="461" y="7192"/>
                        <a:pt x="6268" y="7059"/>
                        <a:pt x="7335" y="0"/>
                      </a:cubicBezTo>
                      <a:close/>
                    </a:path>
                  </a:pathLst>
                </a:custGeom>
                <a:solidFill>
                  <a:srgbClr val="263238">
                    <a:alpha val="1094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2" name="Google Shape;512;p24"/>
                <p:cNvSpPr/>
                <p:nvPr/>
              </p:nvSpPr>
              <p:spPr>
                <a:xfrm>
                  <a:off x="2484378" y="2757433"/>
                  <a:ext cx="356543" cy="4404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92" h="23583" extrusionOk="0">
                      <a:moveTo>
                        <a:pt x="10560" y="0"/>
                      </a:moveTo>
                      <a:cubicBezTo>
                        <a:pt x="10141" y="0"/>
                        <a:pt x="9698" y="25"/>
                        <a:pt x="9231" y="77"/>
                      </a:cubicBezTo>
                      <a:cubicBezTo>
                        <a:pt x="7800" y="256"/>
                        <a:pt x="6333" y="327"/>
                        <a:pt x="4902" y="327"/>
                      </a:cubicBezTo>
                      <a:cubicBezTo>
                        <a:pt x="3471" y="685"/>
                        <a:pt x="1109" y="2402"/>
                        <a:pt x="429" y="7483"/>
                      </a:cubicBezTo>
                      <a:cubicBezTo>
                        <a:pt x="0" y="10774"/>
                        <a:pt x="1073" y="14710"/>
                        <a:pt x="895" y="23583"/>
                      </a:cubicBezTo>
                      <a:lnTo>
                        <a:pt x="5367" y="23118"/>
                      </a:lnTo>
                      <a:lnTo>
                        <a:pt x="5796" y="20005"/>
                      </a:lnTo>
                      <a:lnTo>
                        <a:pt x="5796" y="20005"/>
                      </a:lnTo>
                      <a:cubicBezTo>
                        <a:pt x="5732" y="20009"/>
                        <a:pt x="5669" y="20010"/>
                        <a:pt x="5606" y="20010"/>
                      </a:cubicBezTo>
                      <a:cubicBezTo>
                        <a:pt x="5032" y="20010"/>
                        <a:pt x="4491" y="19862"/>
                        <a:pt x="4007" y="19540"/>
                      </a:cubicBezTo>
                      <a:cubicBezTo>
                        <a:pt x="3077" y="18717"/>
                        <a:pt x="2433" y="17608"/>
                        <a:pt x="2218" y="16427"/>
                      </a:cubicBezTo>
                      <a:cubicBezTo>
                        <a:pt x="1324" y="11955"/>
                        <a:pt x="2218" y="7018"/>
                        <a:pt x="2218" y="7018"/>
                      </a:cubicBezTo>
                      <a:cubicBezTo>
                        <a:pt x="2970" y="7089"/>
                        <a:pt x="4794" y="7232"/>
                        <a:pt x="6082" y="7232"/>
                      </a:cubicBezTo>
                      <a:cubicBezTo>
                        <a:pt x="6655" y="7232"/>
                        <a:pt x="7156" y="7268"/>
                        <a:pt x="7585" y="7268"/>
                      </a:cubicBezTo>
                      <a:lnTo>
                        <a:pt x="8479" y="4800"/>
                      </a:lnTo>
                      <a:lnTo>
                        <a:pt x="8730" y="7411"/>
                      </a:lnTo>
                      <a:cubicBezTo>
                        <a:pt x="10590" y="7662"/>
                        <a:pt x="10984" y="8091"/>
                        <a:pt x="10984" y="8091"/>
                      </a:cubicBezTo>
                      <a:lnTo>
                        <a:pt x="12952" y="22688"/>
                      </a:lnTo>
                      <a:lnTo>
                        <a:pt x="17889" y="23583"/>
                      </a:lnTo>
                      <a:lnTo>
                        <a:pt x="17889" y="13744"/>
                      </a:lnTo>
                      <a:cubicBezTo>
                        <a:pt x="17889" y="10334"/>
                        <a:pt x="19092" y="0"/>
                        <a:pt x="10560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3" name="Google Shape;513;p24"/>
                <p:cNvSpPr/>
                <p:nvPr/>
              </p:nvSpPr>
              <p:spPr>
                <a:xfrm>
                  <a:off x="2575904" y="2751774"/>
                  <a:ext cx="182417" cy="1320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68" h="7071" extrusionOk="0">
                      <a:moveTo>
                        <a:pt x="3350" y="1"/>
                      </a:moveTo>
                      <a:cubicBezTo>
                        <a:pt x="1541" y="1"/>
                        <a:pt x="1" y="666"/>
                        <a:pt x="1" y="666"/>
                      </a:cubicBezTo>
                      <a:lnTo>
                        <a:pt x="967" y="881"/>
                      </a:lnTo>
                      <a:cubicBezTo>
                        <a:pt x="1562" y="755"/>
                        <a:pt x="2107" y="697"/>
                        <a:pt x="2603" y="697"/>
                      </a:cubicBezTo>
                      <a:cubicBezTo>
                        <a:pt x="7747" y="697"/>
                        <a:pt x="7836" y="6856"/>
                        <a:pt x="7836" y="6856"/>
                      </a:cubicBezTo>
                      <a:lnTo>
                        <a:pt x="9518" y="7070"/>
                      </a:lnTo>
                      <a:cubicBezTo>
                        <a:pt x="9518" y="7070"/>
                        <a:pt x="9768" y="4172"/>
                        <a:pt x="7120" y="1453"/>
                      </a:cubicBezTo>
                      <a:cubicBezTo>
                        <a:pt x="6027" y="330"/>
                        <a:pt x="4622" y="1"/>
                        <a:pt x="3350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4" name="Google Shape;514;p24"/>
                <p:cNvSpPr/>
                <p:nvPr/>
              </p:nvSpPr>
              <p:spPr>
                <a:xfrm>
                  <a:off x="2491717" y="2882462"/>
                  <a:ext cx="36099" cy="1035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3" h="5547" extrusionOk="0">
                      <a:moveTo>
                        <a:pt x="967" y="1"/>
                      </a:moveTo>
                      <a:cubicBezTo>
                        <a:pt x="502" y="681"/>
                        <a:pt x="215" y="1468"/>
                        <a:pt x="180" y="2291"/>
                      </a:cubicBezTo>
                      <a:cubicBezTo>
                        <a:pt x="1" y="4008"/>
                        <a:pt x="1110" y="5475"/>
                        <a:pt x="1503" y="5546"/>
                      </a:cubicBezTo>
                      <a:cubicBezTo>
                        <a:pt x="1432" y="3793"/>
                        <a:pt x="1575" y="2040"/>
                        <a:pt x="1933" y="323"/>
                      </a:cubicBezTo>
                      <a:cubicBezTo>
                        <a:pt x="1611" y="287"/>
                        <a:pt x="1289" y="144"/>
                        <a:pt x="967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5" name="Google Shape;515;p24"/>
                <p:cNvSpPr/>
                <p:nvPr/>
              </p:nvSpPr>
              <p:spPr>
                <a:xfrm>
                  <a:off x="2584588" y="2874338"/>
                  <a:ext cx="207815" cy="2307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28" h="12355" extrusionOk="0">
                      <a:moveTo>
                        <a:pt x="8004" y="0"/>
                      </a:moveTo>
                      <a:cubicBezTo>
                        <a:pt x="6478" y="0"/>
                        <a:pt x="5044" y="1488"/>
                        <a:pt x="4652" y="3513"/>
                      </a:cubicBezTo>
                      <a:cubicBezTo>
                        <a:pt x="4223" y="5624"/>
                        <a:pt x="5117" y="7591"/>
                        <a:pt x="6620" y="8092"/>
                      </a:cubicBezTo>
                      <a:cubicBezTo>
                        <a:pt x="6584" y="8164"/>
                        <a:pt x="6548" y="8235"/>
                        <a:pt x="6548" y="8271"/>
                      </a:cubicBezTo>
                      <a:cubicBezTo>
                        <a:pt x="5725" y="10024"/>
                        <a:pt x="4008" y="11169"/>
                        <a:pt x="2112" y="11276"/>
                      </a:cubicBezTo>
                      <a:cubicBezTo>
                        <a:pt x="2004" y="11169"/>
                        <a:pt x="1861" y="11098"/>
                        <a:pt x="1682" y="11062"/>
                      </a:cubicBezTo>
                      <a:lnTo>
                        <a:pt x="716" y="10990"/>
                      </a:lnTo>
                      <a:cubicBezTo>
                        <a:pt x="694" y="10988"/>
                        <a:pt x="671" y="10987"/>
                        <a:pt x="649" y="10987"/>
                      </a:cubicBezTo>
                      <a:cubicBezTo>
                        <a:pt x="323" y="10987"/>
                        <a:pt x="68" y="11228"/>
                        <a:pt x="1" y="11563"/>
                      </a:cubicBezTo>
                      <a:cubicBezTo>
                        <a:pt x="1" y="11920"/>
                        <a:pt x="251" y="12242"/>
                        <a:pt x="609" y="12278"/>
                      </a:cubicBezTo>
                      <a:lnTo>
                        <a:pt x="1575" y="12350"/>
                      </a:lnTo>
                      <a:cubicBezTo>
                        <a:pt x="1599" y="12353"/>
                        <a:pt x="1624" y="12354"/>
                        <a:pt x="1648" y="12354"/>
                      </a:cubicBezTo>
                      <a:cubicBezTo>
                        <a:pt x="1909" y="12354"/>
                        <a:pt x="2157" y="12182"/>
                        <a:pt x="2255" y="11920"/>
                      </a:cubicBezTo>
                      <a:cubicBezTo>
                        <a:pt x="4509" y="11742"/>
                        <a:pt x="6477" y="10310"/>
                        <a:pt x="7264" y="8200"/>
                      </a:cubicBezTo>
                      <a:cubicBezTo>
                        <a:pt x="7282" y="8200"/>
                        <a:pt x="7300" y="8200"/>
                        <a:pt x="7319" y="8200"/>
                      </a:cubicBezTo>
                      <a:cubicBezTo>
                        <a:pt x="8838" y="8200"/>
                        <a:pt x="10309" y="6744"/>
                        <a:pt x="10698" y="4693"/>
                      </a:cubicBezTo>
                      <a:cubicBezTo>
                        <a:pt x="11128" y="2439"/>
                        <a:pt x="10126" y="364"/>
                        <a:pt x="8444" y="42"/>
                      </a:cubicBezTo>
                      <a:cubicBezTo>
                        <a:pt x="8297" y="14"/>
                        <a:pt x="8150" y="0"/>
                        <a:pt x="8004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516" name="Google Shape;516;p24"/>
            <p:cNvGrpSpPr/>
            <p:nvPr/>
          </p:nvGrpSpPr>
          <p:grpSpPr>
            <a:xfrm>
              <a:off x="6940800" y="1668159"/>
              <a:ext cx="1746000" cy="1246792"/>
              <a:chOff x="6940800" y="1668159"/>
              <a:chExt cx="1746000" cy="1246792"/>
            </a:xfrm>
          </p:grpSpPr>
          <p:sp>
            <p:nvSpPr>
              <p:cNvPr id="517" name="Google Shape;517;p24"/>
              <p:cNvSpPr txBox="1"/>
              <p:nvPr/>
            </p:nvSpPr>
            <p:spPr>
              <a:xfrm rot="1181">
                <a:off x="6940800" y="1668159"/>
                <a:ext cx="1746000" cy="414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000" b="1" dirty="0">
                    <a:solidFill>
                      <a:schemeClr val="accent5"/>
                    </a:solidFill>
                    <a:latin typeface="OSWALD LIGHT" panose="02000303000000000000" pitchFamily="2" charset="0"/>
                    <a:ea typeface="Fira Sans Extra Condensed SemiBold"/>
                    <a:cs typeface="Fira Sans Extra Condensed SemiBold"/>
                    <a:sym typeface="Fira Sans Extra Condensed SemiBold"/>
                  </a:rPr>
                  <a:t>3. Deep-Dive EU Analysis</a:t>
                </a:r>
                <a:endParaRPr sz="2000" b="1" dirty="0">
                  <a:solidFill>
                    <a:schemeClr val="accent5"/>
                  </a:solidFill>
                  <a:latin typeface="OSWALD LIGHT" panose="02000303000000000000" pitchFamily="2" charset="0"/>
                  <a:ea typeface="Fira Sans Extra Condensed SemiBold"/>
                  <a:cs typeface="Fira Sans Extra Condensed SemiBold"/>
                  <a:sym typeface="Fira Sans Extra Condensed SemiBold"/>
                </a:endParaRPr>
              </a:p>
            </p:txBody>
          </p:sp>
          <p:sp>
            <p:nvSpPr>
              <p:cNvPr id="518" name="Google Shape;518;p24"/>
              <p:cNvSpPr txBox="1"/>
              <p:nvPr/>
            </p:nvSpPr>
            <p:spPr>
              <a:xfrm rot="-1181">
                <a:off x="6940800" y="2192251"/>
                <a:ext cx="1746000" cy="722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 dirty="0">
                    <a:latin typeface="Roboto"/>
                    <a:ea typeface="Roboto"/>
                    <a:cs typeface="Roboto"/>
                    <a:sym typeface="Roboto"/>
                  </a:rPr>
                  <a:t>Explore country-level data (UK, Germany, France)</a:t>
                </a:r>
                <a:endParaRPr sz="1200" dirty="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grpSp>
        <p:nvGrpSpPr>
          <p:cNvPr id="519" name="Google Shape;519;p24"/>
          <p:cNvGrpSpPr/>
          <p:nvPr/>
        </p:nvGrpSpPr>
        <p:grpSpPr>
          <a:xfrm>
            <a:off x="5860252" y="3215345"/>
            <a:ext cx="2826548" cy="1253515"/>
            <a:chOff x="5860252" y="3215345"/>
            <a:chExt cx="2826548" cy="1253515"/>
          </a:xfrm>
        </p:grpSpPr>
        <p:grpSp>
          <p:nvGrpSpPr>
            <p:cNvPr id="520" name="Google Shape;520;p24"/>
            <p:cNvGrpSpPr/>
            <p:nvPr/>
          </p:nvGrpSpPr>
          <p:grpSpPr>
            <a:xfrm flipH="1">
              <a:off x="5860252" y="3307045"/>
              <a:ext cx="918717" cy="918735"/>
              <a:chOff x="3189938" y="1238819"/>
              <a:chExt cx="918717" cy="918735"/>
            </a:xfrm>
          </p:grpSpPr>
          <p:sp>
            <p:nvSpPr>
              <p:cNvPr id="521" name="Google Shape;521;p24"/>
              <p:cNvSpPr/>
              <p:nvPr/>
            </p:nvSpPr>
            <p:spPr>
              <a:xfrm>
                <a:off x="3189938" y="1238819"/>
                <a:ext cx="918717" cy="918735"/>
              </a:xfrm>
              <a:custGeom>
                <a:avLst/>
                <a:gdLst/>
                <a:ahLst/>
                <a:cxnLst/>
                <a:rect l="l" t="t" r="r" b="b"/>
                <a:pathLst>
                  <a:path w="49195" h="49196" fill="none" extrusionOk="0">
                    <a:moveTo>
                      <a:pt x="49194" y="24616"/>
                    </a:moveTo>
                    <a:cubicBezTo>
                      <a:pt x="49194" y="38175"/>
                      <a:pt x="38175" y="49195"/>
                      <a:pt x="24579" y="49195"/>
                    </a:cubicBezTo>
                    <a:cubicBezTo>
                      <a:pt x="11020" y="49195"/>
                      <a:pt x="0" y="38175"/>
                      <a:pt x="0" y="24616"/>
                    </a:cubicBezTo>
                    <a:cubicBezTo>
                      <a:pt x="0" y="11020"/>
                      <a:pt x="11020" y="1"/>
                      <a:pt x="24579" y="1"/>
                    </a:cubicBezTo>
                    <a:cubicBezTo>
                      <a:pt x="38175" y="1"/>
                      <a:pt x="49194" y="11020"/>
                      <a:pt x="49194" y="24616"/>
                    </a:cubicBezTo>
                    <a:close/>
                  </a:path>
                </a:pathLst>
              </a:custGeom>
              <a:noFill/>
              <a:ln w="11625" cap="flat" cmpd="sng">
                <a:solidFill>
                  <a:schemeClr val="accent2"/>
                </a:solidFill>
                <a:prstDash val="solid"/>
                <a:miter lim="3577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" name="Google Shape;522;p24"/>
              <p:cNvSpPr/>
              <p:nvPr/>
            </p:nvSpPr>
            <p:spPr>
              <a:xfrm>
                <a:off x="3231695" y="1280586"/>
                <a:ext cx="835202" cy="835202"/>
              </a:xfrm>
              <a:custGeom>
                <a:avLst/>
                <a:gdLst/>
                <a:ahLst/>
                <a:cxnLst/>
                <a:rect l="l" t="t" r="r" b="b"/>
                <a:pathLst>
                  <a:path w="44723" h="44723" extrusionOk="0">
                    <a:moveTo>
                      <a:pt x="22362" y="0"/>
                    </a:moveTo>
                    <a:cubicBezTo>
                      <a:pt x="10019" y="0"/>
                      <a:pt x="1" y="10018"/>
                      <a:pt x="1" y="22361"/>
                    </a:cubicBezTo>
                    <a:cubicBezTo>
                      <a:pt x="1" y="34705"/>
                      <a:pt x="10019" y="44722"/>
                      <a:pt x="22362" y="44722"/>
                    </a:cubicBezTo>
                    <a:cubicBezTo>
                      <a:pt x="34705" y="44722"/>
                      <a:pt x="44723" y="34705"/>
                      <a:pt x="44723" y="22361"/>
                    </a:cubicBezTo>
                    <a:cubicBezTo>
                      <a:pt x="44723" y="10018"/>
                      <a:pt x="34705" y="0"/>
                      <a:pt x="2236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23" name="Google Shape;523;p24"/>
              <p:cNvGrpSpPr/>
              <p:nvPr/>
            </p:nvGrpSpPr>
            <p:grpSpPr>
              <a:xfrm>
                <a:off x="3439819" y="1461117"/>
                <a:ext cx="418955" cy="474140"/>
                <a:chOff x="3461192" y="1467326"/>
                <a:chExt cx="418955" cy="474140"/>
              </a:xfrm>
            </p:grpSpPr>
            <p:sp>
              <p:nvSpPr>
                <p:cNvPr id="524" name="Google Shape;524;p24"/>
                <p:cNvSpPr/>
                <p:nvPr/>
              </p:nvSpPr>
              <p:spPr>
                <a:xfrm>
                  <a:off x="3564764" y="1766668"/>
                  <a:ext cx="156366" cy="1747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73" h="9360" extrusionOk="0">
                      <a:moveTo>
                        <a:pt x="967" y="0"/>
                      </a:moveTo>
                      <a:lnTo>
                        <a:pt x="1" y="8408"/>
                      </a:lnTo>
                      <a:cubicBezTo>
                        <a:pt x="1261" y="9120"/>
                        <a:pt x="2590" y="9360"/>
                        <a:pt x="3809" y="9360"/>
                      </a:cubicBezTo>
                      <a:cubicBezTo>
                        <a:pt x="6326" y="9360"/>
                        <a:pt x="8372" y="8336"/>
                        <a:pt x="8372" y="8336"/>
                      </a:cubicBezTo>
                      <a:lnTo>
                        <a:pt x="8086" y="5152"/>
                      </a:lnTo>
                      <a:cubicBezTo>
                        <a:pt x="8050" y="5153"/>
                        <a:pt x="8013" y="5153"/>
                        <a:pt x="7977" y="5153"/>
                      </a:cubicBezTo>
                      <a:cubicBezTo>
                        <a:pt x="2696" y="5153"/>
                        <a:pt x="967" y="0"/>
                        <a:pt x="967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5" name="Google Shape;525;p24"/>
                <p:cNvSpPr/>
                <p:nvPr/>
              </p:nvSpPr>
              <p:spPr>
                <a:xfrm>
                  <a:off x="3582804" y="1616988"/>
                  <a:ext cx="209814" cy="2520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35" h="13497" extrusionOk="0">
                      <a:moveTo>
                        <a:pt x="10448" y="1"/>
                      </a:moveTo>
                      <a:lnTo>
                        <a:pt x="2648" y="752"/>
                      </a:lnTo>
                      <a:lnTo>
                        <a:pt x="1897" y="1647"/>
                      </a:lnTo>
                      <a:cubicBezTo>
                        <a:pt x="1897" y="1647"/>
                        <a:pt x="4079" y="7228"/>
                        <a:pt x="1" y="8015"/>
                      </a:cubicBezTo>
                      <a:cubicBezTo>
                        <a:pt x="1" y="8015"/>
                        <a:pt x="1622" y="13496"/>
                        <a:pt x="7459" y="13496"/>
                      </a:cubicBezTo>
                      <a:cubicBezTo>
                        <a:pt x="7753" y="13496"/>
                        <a:pt x="8057" y="13482"/>
                        <a:pt x="8372" y="13453"/>
                      </a:cubicBezTo>
                      <a:cubicBezTo>
                        <a:pt x="8372" y="13453"/>
                        <a:pt x="9982" y="12881"/>
                        <a:pt x="10591" y="10341"/>
                      </a:cubicBezTo>
                      <a:cubicBezTo>
                        <a:pt x="11163" y="7800"/>
                        <a:pt x="11235" y="4080"/>
                        <a:pt x="10448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6" name="Google Shape;526;p24"/>
                <p:cNvSpPr/>
                <p:nvPr/>
              </p:nvSpPr>
              <p:spPr>
                <a:xfrm>
                  <a:off x="3582804" y="1766668"/>
                  <a:ext cx="136981" cy="1343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35" h="7192" extrusionOk="0">
                      <a:moveTo>
                        <a:pt x="1" y="0"/>
                      </a:moveTo>
                      <a:lnTo>
                        <a:pt x="1" y="0"/>
                      </a:lnTo>
                      <a:cubicBezTo>
                        <a:pt x="1058" y="7029"/>
                        <a:pt x="6769" y="7192"/>
                        <a:pt x="7296" y="7192"/>
                      </a:cubicBezTo>
                      <a:cubicBezTo>
                        <a:pt x="7322" y="7192"/>
                        <a:pt x="7335" y="7191"/>
                        <a:pt x="7335" y="7191"/>
                      </a:cubicBezTo>
                      <a:lnTo>
                        <a:pt x="7156" y="5546"/>
                      </a:lnTo>
                      <a:cubicBezTo>
                        <a:pt x="1289" y="4866"/>
                        <a:pt x="1" y="1"/>
                        <a:pt x="1" y="0"/>
                      </a:cubicBezTo>
                      <a:close/>
                    </a:path>
                  </a:pathLst>
                </a:custGeom>
                <a:solidFill>
                  <a:srgbClr val="263238">
                    <a:alpha val="1875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7" name="Google Shape;527;p24"/>
                <p:cNvSpPr/>
                <p:nvPr/>
              </p:nvSpPr>
              <p:spPr>
                <a:xfrm>
                  <a:off x="3461192" y="1467326"/>
                  <a:ext cx="418955" cy="2995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434" h="16039" extrusionOk="0">
                      <a:moveTo>
                        <a:pt x="18713" y="1"/>
                      </a:moveTo>
                      <a:cubicBezTo>
                        <a:pt x="18243" y="1253"/>
                        <a:pt x="16823" y="1934"/>
                        <a:pt x="13980" y="1934"/>
                      </a:cubicBezTo>
                      <a:cubicBezTo>
                        <a:pt x="12923" y="1934"/>
                        <a:pt x="11671" y="1840"/>
                        <a:pt x="10198" y="1646"/>
                      </a:cubicBezTo>
                      <a:cubicBezTo>
                        <a:pt x="9648" y="1571"/>
                        <a:pt x="9148" y="1537"/>
                        <a:pt x="8694" y="1537"/>
                      </a:cubicBezTo>
                      <a:cubicBezTo>
                        <a:pt x="4628" y="1537"/>
                        <a:pt x="4223" y="4258"/>
                        <a:pt x="4223" y="4258"/>
                      </a:cubicBezTo>
                      <a:cubicBezTo>
                        <a:pt x="1325" y="4509"/>
                        <a:pt x="1969" y="6942"/>
                        <a:pt x="1969" y="6942"/>
                      </a:cubicBezTo>
                      <a:cubicBezTo>
                        <a:pt x="1844" y="6913"/>
                        <a:pt x="1724" y="6900"/>
                        <a:pt x="1609" y="6900"/>
                      </a:cubicBezTo>
                      <a:cubicBezTo>
                        <a:pt x="581" y="6900"/>
                        <a:pt x="1" y="7943"/>
                        <a:pt x="1" y="7943"/>
                      </a:cubicBezTo>
                      <a:cubicBezTo>
                        <a:pt x="259" y="7826"/>
                        <a:pt x="484" y="7772"/>
                        <a:pt x="680" y="7772"/>
                      </a:cubicBezTo>
                      <a:cubicBezTo>
                        <a:pt x="1381" y="7772"/>
                        <a:pt x="1706" y="8467"/>
                        <a:pt x="1790" y="9446"/>
                      </a:cubicBezTo>
                      <a:cubicBezTo>
                        <a:pt x="1897" y="10448"/>
                        <a:pt x="2255" y="11414"/>
                        <a:pt x="2863" y="12237"/>
                      </a:cubicBezTo>
                      <a:cubicBezTo>
                        <a:pt x="3198" y="12782"/>
                        <a:pt x="2917" y="12921"/>
                        <a:pt x="2546" y="12921"/>
                      </a:cubicBezTo>
                      <a:cubicBezTo>
                        <a:pt x="2163" y="12921"/>
                        <a:pt x="1683" y="12773"/>
                        <a:pt x="1683" y="12773"/>
                      </a:cubicBezTo>
                      <a:lnTo>
                        <a:pt x="1683" y="12773"/>
                      </a:lnTo>
                      <a:cubicBezTo>
                        <a:pt x="2638" y="15790"/>
                        <a:pt x="5364" y="16039"/>
                        <a:pt x="6239" y="16039"/>
                      </a:cubicBezTo>
                      <a:cubicBezTo>
                        <a:pt x="6412" y="16039"/>
                        <a:pt x="6513" y="16029"/>
                        <a:pt x="6513" y="16029"/>
                      </a:cubicBezTo>
                      <a:lnTo>
                        <a:pt x="8444" y="9661"/>
                      </a:lnTo>
                      <a:cubicBezTo>
                        <a:pt x="8444" y="9661"/>
                        <a:pt x="9124" y="8802"/>
                        <a:pt x="13346" y="8802"/>
                      </a:cubicBezTo>
                      <a:cubicBezTo>
                        <a:pt x="17532" y="8766"/>
                        <a:pt x="17890" y="8766"/>
                        <a:pt x="20144" y="6512"/>
                      </a:cubicBezTo>
                      <a:cubicBezTo>
                        <a:pt x="22433" y="4223"/>
                        <a:pt x="20430" y="681"/>
                        <a:pt x="20430" y="680"/>
                      </a:cubicBezTo>
                      <a:lnTo>
                        <a:pt x="20430" y="680"/>
                      </a:lnTo>
                      <a:cubicBezTo>
                        <a:pt x="20609" y="2326"/>
                        <a:pt x="18963" y="2469"/>
                        <a:pt x="18963" y="2469"/>
                      </a:cubicBezTo>
                      <a:cubicBezTo>
                        <a:pt x="19357" y="1682"/>
                        <a:pt x="19249" y="716"/>
                        <a:pt x="18713" y="1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8" name="Google Shape;528;p24"/>
                <p:cNvSpPr/>
                <p:nvPr/>
              </p:nvSpPr>
              <p:spPr>
                <a:xfrm>
                  <a:off x="3549394" y="1490446"/>
                  <a:ext cx="182417" cy="1319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68" h="7064" extrusionOk="0">
                      <a:moveTo>
                        <a:pt x="6448" y="0"/>
                      </a:moveTo>
                      <a:cubicBezTo>
                        <a:pt x="5168" y="0"/>
                        <a:pt x="3750" y="335"/>
                        <a:pt x="2648" y="1482"/>
                      </a:cubicBezTo>
                      <a:cubicBezTo>
                        <a:pt x="1" y="4201"/>
                        <a:pt x="251" y="7063"/>
                        <a:pt x="251" y="7063"/>
                      </a:cubicBezTo>
                      <a:lnTo>
                        <a:pt x="1933" y="6848"/>
                      </a:lnTo>
                      <a:cubicBezTo>
                        <a:pt x="1933" y="6848"/>
                        <a:pt x="2021" y="717"/>
                        <a:pt x="7131" y="717"/>
                      </a:cubicBezTo>
                      <a:cubicBezTo>
                        <a:pt x="7637" y="717"/>
                        <a:pt x="8193" y="777"/>
                        <a:pt x="8802" y="909"/>
                      </a:cubicBezTo>
                      <a:lnTo>
                        <a:pt x="9768" y="659"/>
                      </a:lnTo>
                      <a:cubicBezTo>
                        <a:pt x="9768" y="659"/>
                        <a:pt x="8244" y="0"/>
                        <a:pt x="6448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9" name="Google Shape;529;p24"/>
                <p:cNvSpPr/>
                <p:nvPr/>
              </p:nvSpPr>
              <p:spPr>
                <a:xfrm>
                  <a:off x="3779900" y="1621003"/>
                  <a:ext cx="36099" cy="1035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3" h="5547" extrusionOk="0">
                      <a:moveTo>
                        <a:pt x="967" y="1"/>
                      </a:moveTo>
                      <a:cubicBezTo>
                        <a:pt x="645" y="179"/>
                        <a:pt x="323" y="287"/>
                        <a:pt x="1" y="323"/>
                      </a:cubicBezTo>
                      <a:cubicBezTo>
                        <a:pt x="359" y="2040"/>
                        <a:pt x="502" y="3793"/>
                        <a:pt x="430" y="5546"/>
                      </a:cubicBezTo>
                      <a:cubicBezTo>
                        <a:pt x="824" y="5510"/>
                        <a:pt x="1933" y="4008"/>
                        <a:pt x="1754" y="2326"/>
                      </a:cubicBezTo>
                      <a:cubicBezTo>
                        <a:pt x="1718" y="1467"/>
                        <a:pt x="1432" y="680"/>
                        <a:pt x="967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0" name="Google Shape;530;p24"/>
                <p:cNvSpPr/>
                <p:nvPr/>
              </p:nvSpPr>
              <p:spPr>
                <a:xfrm>
                  <a:off x="3515312" y="1613533"/>
                  <a:ext cx="212727" cy="2306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91" h="12351" extrusionOk="0">
                      <a:moveTo>
                        <a:pt x="3132" y="0"/>
                      </a:moveTo>
                      <a:cubicBezTo>
                        <a:pt x="2984" y="0"/>
                        <a:pt x="2834" y="14"/>
                        <a:pt x="2684" y="43"/>
                      </a:cubicBezTo>
                      <a:cubicBezTo>
                        <a:pt x="1003" y="365"/>
                        <a:pt x="1" y="2440"/>
                        <a:pt x="430" y="4658"/>
                      </a:cubicBezTo>
                      <a:cubicBezTo>
                        <a:pt x="819" y="6708"/>
                        <a:pt x="2291" y="8165"/>
                        <a:pt x="3810" y="8165"/>
                      </a:cubicBezTo>
                      <a:cubicBezTo>
                        <a:pt x="3828" y="8165"/>
                        <a:pt x="3847" y="8165"/>
                        <a:pt x="3865" y="8164"/>
                      </a:cubicBezTo>
                      <a:cubicBezTo>
                        <a:pt x="4688" y="10275"/>
                        <a:pt x="6656" y="11742"/>
                        <a:pt x="8910" y="11885"/>
                      </a:cubicBezTo>
                      <a:cubicBezTo>
                        <a:pt x="8981" y="12171"/>
                        <a:pt x="9267" y="12350"/>
                        <a:pt x="9554" y="12350"/>
                      </a:cubicBezTo>
                      <a:lnTo>
                        <a:pt x="10555" y="12243"/>
                      </a:lnTo>
                      <a:cubicBezTo>
                        <a:pt x="11391" y="12173"/>
                        <a:pt x="11278" y="10952"/>
                        <a:pt x="10480" y="10952"/>
                      </a:cubicBezTo>
                      <a:cubicBezTo>
                        <a:pt x="10458" y="10952"/>
                        <a:pt x="10435" y="10953"/>
                        <a:pt x="10412" y="10955"/>
                      </a:cubicBezTo>
                      <a:lnTo>
                        <a:pt x="9410" y="11062"/>
                      </a:lnTo>
                      <a:cubicBezTo>
                        <a:pt x="9267" y="11062"/>
                        <a:pt x="9124" y="11134"/>
                        <a:pt x="9017" y="11241"/>
                      </a:cubicBezTo>
                      <a:cubicBezTo>
                        <a:pt x="7085" y="11170"/>
                        <a:pt x="5403" y="10025"/>
                        <a:pt x="4581" y="8272"/>
                      </a:cubicBezTo>
                      <a:cubicBezTo>
                        <a:pt x="4545" y="8200"/>
                        <a:pt x="4545" y="8128"/>
                        <a:pt x="4509" y="8057"/>
                      </a:cubicBezTo>
                      <a:cubicBezTo>
                        <a:pt x="6012" y="7592"/>
                        <a:pt x="6906" y="5624"/>
                        <a:pt x="6477" y="3513"/>
                      </a:cubicBezTo>
                      <a:cubicBezTo>
                        <a:pt x="6086" y="1460"/>
                        <a:pt x="4655" y="0"/>
                        <a:pt x="3132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531" name="Google Shape;531;p24"/>
            <p:cNvGrpSpPr/>
            <p:nvPr/>
          </p:nvGrpSpPr>
          <p:grpSpPr>
            <a:xfrm>
              <a:off x="6940676" y="3215345"/>
              <a:ext cx="1746124" cy="1253515"/>
              <a:chOff x="6940676" y="3215345"/>
              <a:chExt cx="1746124" cy="1253515"/>
            </a:xfrm>
          </p:grpSpPr>
          <p:sp>
            <p:nvSpPr>
              <p:cNvPr id="532" name="Google Shape;532;p24"/>
              <p:cNvSpPr txBox="1"/>
              <p:nvPr/>
            </p:nvSpPr>
            <p:spPr>
              <a:xfrm rot="1181">
                <a:off x="6940800" y="3215345"/>
                <a:ext cx="1746000" cy="414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000" b="1" dirty="0">
                    <a:solidFill>
                      <a:schemeClr val="accent2"/>
                    </a:solidFill>
                    <a:latin typeface="OSWALD LIGHT" panose="02000303000000000000" pitchFamily="2" charset="0"/>
                    <a:ea typeface="Fira Sans Extra Condensed SemiBold"/>
                    <a:cs typeface="Fira Sans Extra Condensed SemiBold"/>
                    <a:sym typeface="Fira Sans Extra Condensed SemiBold"/>
                  </a:rPr>
                  <a:t>4. Monitor </a:t>
                </a:r>
                <a:r>
                  <a:rPr lang="en" sz="2000" b="1" dirty="0" err="1">
                    <a:solidFill>
                      <a:schemeClr val="accent2"/>
                    </a:solidFill>
                    <a:latin typeface="OSWALD LIGHT" panose="02000303000000000000" pitchFamily="2" charset="0"/>
                    <a:ea typeface="Fira Sans Extra Condensed SemiBold"/>
                    <a:cs typeface="Fira Sans Extra Condensed SemiBold"/>
                    <a:sym typeface="Fira Sans Extra Condensed SemiBold"/>
                  </a:rPr>
                  <a:t>Consule</a:t>
                </a:r>
                <a:r>
                  <a:rPr lang="en" sz="2000" b="1" dirty="0">
                    <a:solidFill>
                      <a:schemeClr val="accent2"/>
                    </a:solidFill>
                    <a:latin typeface="OSWALD LIGHT" panose="02000303000000000000" pitchFamily="2" charset="0"/>
                    <a:ea typeface="Fira Sans Extra Condensed SemiBold"/>
                    <a:cs typeface="Fira Sans Extra Condensed SemiBold"/>
                    <a:sym typeface="Fira Sans Extra Condensed SemiBold"/>
                  </a:rPr>
                  <a:t> </a:t>
                </a:r>
                <a:r>
                  <a:rPr lang="en" sz="2000" b="1" dirty="0" err="1">
                    <a:solidFill>
                      <a:schemeClr val="accent2"/>
                    </a:solidFill>
                    <a:latin typeface="OSWALD LIGHT" panose="02000303000000000000" pitchFamily="2" charset="0"/>
                    <a:ea typeface="Fira Sans Extra Condensed SemiBold"/>
                    <a:cs typeface="Fira Sans Extra Condensed SemiBold"/>
                    <a:sym typeface="Fira Sans Extra Condensed SemiBold"/>
                  </a:rPr>
                  <a:t>Cyles</a:t>
                </a:r>
                <a:endParaRPr sz="2000" b="1" dirty="0">
                  <a:solidFill>
                    <a:schemeClr val="accent2"/>
                  </a:solidFill>
                  <a:latin typeface="OSWALD LIGHT" panose="02000303000000000000" pitchFamily="2" charset="0"/>
                  <a:ea typeface="Fira Sans Extra Condensed SemiBold"/>
                  <a:cs typeface="Fira Sans Extra Condensed SemiBold"/>
                  <a:sym typeface="Fira Sans Extra Condensed SemiBold"/>
                </a:endParaRPr>
              </a:p>
            </p:txBody>
          </p:sp>
          <p:sp>
            <p:nvSpPr>
              <p:cNvPr id="533" name="Google Shape;533;p24"/>
              <p:cNvSpPr txBox="1"/>
              <p:nvPr/>
            </p:nvSpPr>
            <p:spPr>
              <a:xfrm rot="21598819">
                <a:off x="6940676" y="3746160"/>
                <a:ext cx="1746000" cy="722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 dirty="0">
                    <a:latin typeface="Roboto"/>
                    <a:ea typeface="Roboto"/>
                    <a:cs typeface="Roboto"/>
                    <a:sym typeface="Roboto"/>
                  </a:rPr>
                  <a:t>Track hardware-dependent franchises carefully</a:t>
                </a:r>
                <a:endParaRPr sz="1200" dirty="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7" name="Google Shape;2597;p47"/>
          <p:cNvSpPr txBox="1">
            <a:spLocks noGrp="1"/>
          </p:cNvSpPr>
          <p:nvPr>
            <p:ph type="title"/>
          </p:nvPr>
        </p:nvSpPr>
        <p:spPr>
          <a:xfrm>
            <a:off x="457197" y="436350"/>
            <a:ext cx="8229600" cy="53315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>
                <a:latin typeface="Oswald" panose="02000503000000000000" pitchFamily="2" charset="0"/>
              </a:rPr>
              <a:t>Thank You</a:t>
            </a:r>
            <a:endParaRPr sz="3200" dirty="0">
              <a:latin typeface="Oswald" panose="02000503000000000000" pitchFamily="2" charset="0"/>
            </a:endParaRPr>
          </a:p>
        </p:txBody>
      </p:sp>
      <p:grpSp>
        <p:nvGrpSpPr>
          <p:cNvPr id="2603" name="Google Shape;2603;p47"/>
          <p:cNvGrpSpPr/>
          <p:nvPr/>
        </p:nvGrpSpPr>
        <p:grpSpPr>
          <a:xfrm>
            <a:off x="7115025" y="2571749"/>
            <a:ext cx="724200" cy="2155500"/>
            <a:chOff x="7115025" y="2571749"/>
            <a:chExt cx="724200" cy="2155500"/>
          </a:xfrm>
        </p:grpSpPr>
        <p:sp>
          <p:nvSpPr>
            <p:cNvPr id="2604" name="Google Shape;2604;p47"/>
            <p:cNvSpPr/>
            <p:nvPr/>
          </p:nvSpPr>
          <p:spPr>
            <a:xfrm>
              <a:off x="7115025" y="2571749"/>
              <a:ext cx="724200" cy="21555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5" name="Google Shape;2605;p47"/>
            <p:cNvSpPr/>
            <p:nvPr/>
          </p:nvSpPr>
          <p:spPr>
            <a:xfrm>
              <a:off x="7160775" y="2616299"/>
              <a:ext cx="632700" cy="20664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07" name="Google Shape;2607;p47"/>
          <p:cNvSpPr/>
          <p:nvPr/>
        </p:nvSpPr>
        <p:spPr>
          <a:xfrm>
            <a:off x="1220467" y="1439903"/>
            <a:ext cx="2873400" cy="47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latin typeface="Roboto"/>
                <a:ea typeface="Roboto"/>
                <a:cs typeface="Roboto"/>
                <a:sym typeface="Roboto"/>
              </a:rPr>
              <a:t>Any Questions?</a:t>
            </a:r>
            <a:endParaRPr sz="2000" dirty="0"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611" name="Google Shape;2611;p47"/>
          <p:cNvGrpSpPr/>
          <p:nvPr/>
        </p:nvGrpSpPr>
        <p:grpSpPr>
          <a:xfrm>
            <a:off x="6267350" y="2760550"/>
            <a:ext cx="724200" cy="1966872"/>
            <a:chOff x="6267355" y="2762243"/>
            <a:chExt cx="724200" cy="1965300"/>
          </a:xfrm>
        </p:grpSpPr>
        <p:sp>
          <p:nvSpPr>
            <p:cNvPr id="2612" name="Google Shape;2612;p47"/>
            <p:cNvSpPr/>
            <p:nvPr/>
          </p:nvSpPr>
          <p:spPr>
            <a:xfrm>
              <a:off x="6267355" y="2762243"/>
              <a:ext cx="724200" cy="196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3" name="Google Shape;2613;p47"/>
            <p:cNvSpPr/>
            <p:nvPr/>
          </p:nvSpPr>
          <p:spPr>
            <a:xfrm>
              <a:off x="6313105" y="2806404"/>
              <a:ext cx="632700" cy="18771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15" name="Google Shape;2615;p47"/>
          <p:cNvSpPr/>
          <p:nvPr/>
        </p:nvSpPr>
        <p:spPr>
          <a:xfrm>
            <a:off x="1220467" y="2329608"/>
            <a:ext cx="2873400" cy="941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latin typeface="Roboto"/>
                <a:ea typeface="Roboto"/>
                <a:cs typeface="Roboto"/>
                <a:sym typeface="Roboto"/>
              </a:rPr>
              <a:t>Data source: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latin typeface="Roboto"/>
                <a:ea typeface="Roboto"/>
                <a:cs typeface="Roboto"/>
                <a:sym typeface="Roboto"/>
                <a:hlinkClick r:id="rId3"/>
              </a:rPr>
              <a:t>VGChartz Video Game Sales</a:t>
            </a:r>
            <a:endParaRPr lang="en-US" sz="16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latin typeface="Roboto"/>
                <a:ea typeface="Roboto"/>
                <a:cs typeface="Roboto"/>
                <a:sym typeface="Roboto"/>
                <a:hlinkClick r:id="rId4"/>
              </a:rPr>
              <a:t>VGChartz Methodology for Data Collecting</a:t>
            </a:r>
            <a:endParaRPr lang="en-US" sz="16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20" name="Google Shape;2620;p47"/>
          <p:cNvSpPr/>
          <p:nvPr/>
        </p:nvSpPr>
        <p:spPr>
          <a:xfrm>
            <a:off x="5419676" y="2823024"/>
            <a:ext cx="724200" cy="1904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1" name="Google Shape;2621;p47"/>
          <p:cNvSpPr/>
          <p:nvPr/>
        </p:nvSpPr>
        <p:spPr>
          <a:xfrm>
            <a:off x="5465426" y="2869824"/>
            <a:ext cx="632700" cy="1810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627" name="Google Shape;2627;p47"/>
          <p:cNvGrpSpPr/>
          <p:nvPr/>
        </p:nvGrpSpPr>
        <p:grpSpPr>
          <a:xfrm>
            <a:off x="4571997" y="1847792"/>
            <a:ext cx="724053" cy="2879423"/>
            <a:chOff x="457200" y="1897550"/>
            <a:chExt cx="711600" cy="2829900"/>
          </a:xfrm>
        </p:grpSpPr>
        <p:sp>
          <p:nvSpPr>
            <p:cNvPr id="2628" name="Google Shape;2628;p47"/>
            <p:cNvSpPr/>
            <p:nvPr/>
          </p:nvSpPr>
          <p:spPr>
            <a:xfrm>
              <a:off x="457200" y="1897550"/>
              <a:ext cx="711600" cy="2829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9" name="Google Shape;2629;p47"/>
            <p:cNvSpPr/>
            <p:nvPr/>
          </p:nvSpPr>
          <p:spPr>
            <a:xfrm>
              <a:off x="502050" y="1945400"/>
              <a:ext cx="621900" cy="2734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35" name="Google Shape;2635;p47"/>
          <p:cNvGrpSpPr/>
          <p:nvPr/>
        </p:nvGrpSpPr>
        <p:grpSpPr>
          <a:xfrm>
            <a:off x="7962714" y="3436618"/>
            <a:ext cx="724053" cy="1290597"/>
            <a:chOff x="3789600" y="3458850"/>
            <a:chExt cx="711600" cy="1268400"/>
          </a:xfrm>
        </p:grpSpPr>
        <p:sp>
          <p:nvSpPr>
            <p:cNvPr id="2636" name="Google Shape;2636;p47"/>
            <p:cNvSpPr/>
            <p:nvPr/>
          </p:nvSpPr>
          <p:spPr>
            <a:xfrm>
              <a:off x="3789600" y="3458850"/>
              <a:ext cx="711600" cy="1268400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7" name="Google Shape;2637;p47"/>
            <p:cNvSpPr/>
            <p:nvPr/>
          </p:nvSpPr>
          <p:spPr>
            <a:xfrm>
              <a:off x="3834450" y="3503250"/>
              <a:ext cx="621900" cy="1179600"/>
            </a:xfrm>
            <a:prstGeom prst="rect">
              <a:avLst/>
            </a:prstGeom>
            <a:solidFill>
              <a:srgbClr val="B7B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38" name="Google Shape;2638;p47"/>
          <p:cNvGrpSpPr/>
          <p:nvPr/>
        </p:nvGrpSpPr>
        <p:grpSpPr>
          <a:xfrm>
            <a:off x="5706884" y="1297938"/>
            <a:ext cx="997317" cy="1525143"/>
            <a:chOff x="5706884" y="1297938"/>
            <a:chExt cx="997317" cy="1525143"/>
          </a:xfrm>
        </p:grpSpPr>
        <p:sp>
          <p:nvSpPr>
            <p:cNvPr id="2639" name="Google Shape;2639;p47"/>
            <p:cNvSpPr/>
            <p:nvPr/>
          </p:nvSpPr>
          <p:spPr>
            <a:xfrm>
              <a:off x="5882800" y="1943148"/>
              <a:ext cx="58869" cy="74821"/>
            </a:xfrm>
            <a:custGeom>
              <a:avLst/>
              <a:gdLst/>
              <a:ahLst/>
              <a:cxnLst/>
              <a:rect l="l" t="t" r="r" b="b"/>
              <a:pathLst>
                <a:path w="4487" h="4487" extrusionOk="0">
                  <a:moveTo>
                    <a:pt x="0" y="0"/>
                  </a:moveTo>
                  <a:lnTo>
                    <a:pt x="0" y="4486"/>
                  </a:lnTo>
                  <a:lnTo>
                    <a:pt x="4486" y="4486"/>
                  </a:lnTo>
                  <a:lnTo>
                    <a:pt x="4486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0" name="Google Shape;2640;p47"/>
            <p:cNvSpPr/>
            <p:nvPr/>
          </p:nvSpPr>
          <p:spPr>
            <a:xfrm>
              <a:off x="6000500" y="2399525"/>
              <a:ext cx="469565" cy="87227"/>
            </a:xfrm>
            <a:custGeom>
              <a:avLst/>
              <a:gdLst/>
              <a:ahLst/>
              <a:cxnLst/>
              <a:rect l="l" t="t" r="r" b="b"/>
              <a:pathLst>
                <a:path w="35790" h="4487" extrusionOk="0">
                  <a:moveTo>
                    <a:pt x="1" y="0"/>
                  </a:moveTo>
                  <a:lnTo>
                    <a:pt x="1" y="4486"/>
                  </a:lnTo>
                  <a:lnTo>
                    <a:pt x="35789" y="4486"/>
                  </a:lnTo>
                  <a:lnTo>
                    <a:pt x="35789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1" name="Google Shape;2641;p47"/>
            <p:cNvSpPr/>
            <p:nvPr/>
          </p:nvSpPr>
          <p:spPr>
            <a:xfrm>
              <a:off x="5706884" y="2001990"/>
              <a:ext cx="939103" cy="410552"/>
            </a:xfrm>
            <a:custGeom>
              <a:avLst/>
              <a:gdLst/>
              <a:ahLst/>
              <a:cxnLst/>
              <a:rect l="l" t="t" r="r" b="b"/>
              <a:pathLst>
                <a:path w="71578" h="31304" extrusionOk="0">
                  <a:moveTo>
                    <a:pt x="13408" y="0"/>
                  </a:moveTo>
                  <a:lnTo>
                    <a:pt x="13408" y="4487"/>
                  </a:lnTo>
                  <a:lnTo>
                    <a:pt x="8922" y="4487"/>
                  </a:lnTo>
                  <a:lnTo>
                    <a:pt x="8922" y="8923"/>
                  </a:lnTo>
                  <a:lnTo>
                    <a:pt x="4486" y="8923"/>
                  </a:lnTo>
                  <a:lnTo>
                    <a:pt x="4486" y="13409"/>
                  </a:lnTo>
                  <a:lnTo>
                    <a:pt x="0" y="13409"/>
                  </a:lnTo>
                  <a:lnTo>
                    <a:pt x="0" y="17895"/>
                  </a:lnTo>
                  <a:lnTo>
                    <a:pt x="0" y="22331"/>
                  </a:lnTo>
                  <a:lnTo>
                    <a:pt x="0" y="26817"/>
                  </a:lnTo>
                  <a:lnTo>
                    <a:pt x="0" y="31303"/>
                  </a:lnTo>
                  <a:lnTo>
                    <a:pt x="4486" y="31303"/>
                  </a:lnTo>
                  <a:lnTo>
                    <a:pt x="4486" y="26817"/>
                  </a:lnTo>
                  <a:lnTo>
                    <a:pt x="17894" y="26817"/>
                  </a:lnTo>
                  <a:lnTo>
                    <a:pt x="17894" y="31303"/>
                  </a:lnTo>
                  <a:lnTo>
                    <a:pt x="58169" y="31303"/>
                  </a:lnTo>
                  <a:lnTo>
                    <a:pt x="58169" y="26817"/>
                  </a:lnTo>
                  <a:lnTo>
                    <a:pt x="67092" y="26817"/>
                  </a:lnTo>
                  <a:lnTo>
                    <a:pt x="67092" y="31303"/>
                  </a:lnTo>
                  <a:lnTo>
                    <a:pt x="71578" y="31303"/>
                  </a:lnTo>
                  <a:lnTo>
                    <a:pt x="71578" y="26817"/>
                  </a:lnTo>
                  <a:lnTo>
                    <a:pt x="71578" y="22331"/>
                  </a:lnTo>
                  <a:lnTo>
                    <a:pt x="67092" y="22331"/>
                  </a:lnTo>
                  <a:lnTo>
                    <a:pt x="67092" y="17895"/>
                  </a:lnTo>
                  <a:lnTo>
                    <a:pt x="67092" y="13409"/>
                  </a:lnTo>
                  <a:lnTo>
                    <a:pt x="62606" y="13409"/>
                  </a:lnTo>
                  <a:lnTo>
                    <a:pt x="62606" y="8923"/>
                  </a:lnTo>
                  <a:lnTo>
                    <a:pt x="62606" y="4487"/>
                  </a:lnTo>
                  <a:lnTo>
                    <a:pt x="26817" y="4487"/>
                  </a:lnTo>
                  <a:lnTo>
                    <a:pt x="2681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2" name="Google Shape;2642;p47"/>
            <p:cNvSpPr/>
            <p:nvPr/>
          </p:nvSpPr>
          <p:spPr>
            <a:xfrm>
              <a:off x="6470061" y="2353695"/>
              <a:ext cx="175926" cy="175859"/>
            </a:xfrm>
            <a:custGeom>
              <a:avLst/>
              <a:gdLst/>
              <a:ahLst/>
              <a:cxnLst/>
              <a:rect l="l" t="t" r="r" b="b"/>
              <a:pathLst>
                <a:path w="13409" h="13409" extrusionOk="0">
                  <a:moveTo>
                    <a:pt x="0" y="0"/>
                  </a:moveTo>
                  <a:lnTo>
                    <a:pt x="0" y="4486"/>
                  </a:lnTo>
                  <a:lnTo>
                    <a:pt x="0" y="8972"/>
                  </a:lnTo>
                  <a:lnTo>
                    <a:pt x="0" y="13409"/>
                  </a:lnTo>
                  <a:lnTo>
                    <a:pt x="8923" y="13409"/>
                  </a:lnTo>
                  <a:lnTo>
                    <a:pt x="8923" y="8972"/>
                  </a:lnTo>
                  <a:lnTo>
                    <a:pt x="13409" y="8972"/>
                  </a:lnTo>
                  <a:lnTo>
                    <a:pt x="13409" y="4486"/>
                  </a:lnTo>
                  <a:lnTo>
                    <a:pt x="8923" y="4486"/>
                  </a:lnTo>
                  <a:lnTo>
                    <a:pt x="8923" y="0"/>
                  </a:lnTo>
                  <a:close/>
                </a:path>
              </a:pathLst>
            </a:custGeom>
            <a:solidFill>
              <a:srgbClr val="FFC5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3" name="Google Shape;2643;p47"/>
            <p:cNvSpPr/>
            <p:nvPr/>
          </p:nvSpPr>
          <p:spPr>
            <a:xfrm>
              <a:off x="6352348" y="1708463"/>
              <a:ext cx="58869" cy="117038"/>
            </a:xfrm>
            <a:custGeom>
              <a:avLst/>
              <a:gdLst/>
              <a:ahLst/>
              <a:cxnLst/>
              <a:rect l="l" t="t" r="r" b="b"/>
              <a:pathLst>
                <a:path w="4487" h="8924" extrusionOk="0">
                  <a:moveTo>
                    <a:pt x="0" y="1"/>
                  </a:moveTo>
                  <a:lnTo>
                    <a:pt x="0" y="4487"/>
                  </a:lnTo>
                  <a:lnTo>
                    <a:pt x="0" y="8923"/>
                  </a:lnTo>
                  <a:lnTo>
                    <a:pt x="4486" y="8923"/>
                  </a:lnTo>
                  <a:lnTo>
                    <a:pt x="4486" y="4487"/>
                  </a:lnTo>
                  <a:lnTo>
                    <a:pt x="4486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4" name="Google Shape;2644;p47"/>
            <p:cNvSpPr/>
            <p:nvPr/>
          </p:nvSpPr>
          <p:spPr>
            <a:xfrm>
              <a:off x="6411205" y="2704797"/>
              <a:ext cx="292996" cy="58204"/>
            </a:xfrm>
            <a:custGeom>
              <a:avLst/>
              <a:gdLst/>
              <a:ahLst/>
              <a:cxnLst/>
              <a:rect l="l" t="t" r="r" b="b"/>
              <a:pathLst>
                <a:path w="22332" h="4438" extrusionOk="0">
                  <a:moveTo>
                    <a:pt x="0" y="1"/>
                  </a:moveTo>
                  <a:lnTo>
                    <a:pt x="0" y="4437"/>
                  </a:lnTo>
                  <a:lnTo>
                    <a:pt x="22331" y="4437"/>
                  </a:lnTo>
                  <a:lnTo>
                    <a:pt x="22331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5" name="Google Shape;2645;p47"/>
            <p:cNvSpPr/>
            <p:nvPr/>
          </p:nvSpPr>
          <p:spPr>
            <a:xfrm>
              <a:off x="6176425" y="1881833"/>
              <a:ext cx="193842" cy="133653"/>
            </a:xfrm>
            <a:custGeom>
              <a:avLst/>
              <a:gdLst/>
              <a:ahLst/>
              <a:cxnLst/>
              <a:rect l="l" t="t" r="r" b="b"/>
              <a:pathLst>
                <a:path w="13410" h="8973" extrusionOk="0">
                  <a:moveTo>
                    <a:pt x="1" y="0"/>
                  </a:moveTo>
                  <a:lnTo>
                    <a:pt x="1" y="4486"/>
                  </a:lnTo>
                  <a:lnTo>
                    <a:pt x="1" y="8972"/>
                  </a:lnTo>
                  <a:lnTo>
                    <a:pt x="8923" y="8972"/>
                  </a:lnTo>
                  <a:lnTo>
                    <a:pt x="8923" y="4486"/>
                  </a:lnTo>
                  <a:lnTo>
                    <a:pt x="13409" y="4486"/>
                  </a:lnTo>
                  <a:lnTo>
                    <a:pt x="1340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6" name="Google Shape;2646;p47"/>
            <p:cNvSpPr/>
            <p:nvPr/>
          </p:nvSpPr>
          <p:spPr>
            <a:xfrm>
              <a:off x="6176422" y="1708463"/>
              <a:ext cx="58227" cy="117038"/>
            </a:xfrm>
            <a:custGeom>
              <a:avLst/>
              <a:gdLst/>
              <a:ahLst/>
              <a:cxnLst/>
              <a:rect l="l" t="t" r="r" b="b"/>
              <a:pathLst>
                <a:path w="4438" h="8924" extrusionOk="0">
                  <a:moveTo>
                    <a:pt x="1" y="1"/>
                  </a:moveTo>
                  <a:lnTo>
                    <a:pt x="1" y="4487"/>
                  </a:lnTo>
                  <a:lnTo>
                    <a:pt x="1" y="8923"/>
                  </a:lnTo>
                  <a:lnTo>
                    <a:pt x="4437" y="8923"/>
                  </a:lnTo>
                  <a:lnTo>
                    <a:pt x="4437" y="4487"/>
                  </a:lnTo>
                  <a:lnTo>
                    <a:pt x="4437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7" name="Google Shape;2647;p47"/>
            <p:cNvSpPr/>
            <p:nvPr/>
          </p:nvSpPr>
          <p:spPr>
            <a:xfrm>
              <a:off x="5823940" y="2764234"/>
              <a:ext cx="234782" cy="58847"/>
            </a:xfrm>
            <a:custGeom>
              <a:avLst/>
              <a:gdLst/>
              <a:ahLst/>
              <a:cxnLst/>
              <a:rect l="l" t="t" r="r" b="b"/>
              <a:pathLst>
                <a:path w="17895" h="4487" extrusionOk="0">
                  <a:moveTo>
                    <a:pt x="0" y="0"/>
                  </a:moveTo>
                  <a:lnTo>
                    <a:pt x="0" y="4486"/>
                  </a:lnTo>
                  <a:lnTo>
                    <a:pt x="17895" y="4486"/>
                  </a:lnTo>
                  <a:lnTo>
                    <a:pt x="17895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8" name="Google Shape;2648;p47"/>
            <p:cNvSpPr/>
            <p:nvPr/>
          </p:nvSpPr>
          <p:spPr>
            <a:xfrm>
              <a:off x="5882797" y="1532618"/>
              <a:ext cx="645478" cy="528220"/>
            </a:xfrm>
            <a:custGeom>
              <a:avLst/>
              <a:gdLst/>
              <a:ahLst/>
              <a:cxnLst/>
              <a:rect l="l" t="t" r="r" b="b"/>
              <a:pathLst>
                <a:path w="49198" h="40276" extrusionOk="0">
                  <a:moveTo>
                    <a:pt x="26817" y="13409"/>
                  </a:moveTo>
                  <a:lnTo>
                    <a:pt x="26817" y="17895"/>
                  </a:lnTo>
                  <a:lnTo>
                    <a:pt x="26817" y="22331"/>
                  </a:lnTo>
                  <a:lnTo>
                    <a:pt x="22381" y="22331"/>
                  </a:lnTo>
                  <a:lnTo>
                    <a:pt x="22381" y="13409"/>
                  </a:lnTo>
                  <a:close/>
                  <a:moveTo>
                    <a:pt x="40275" y="13409"/>
                  </a:moveTo>
                  <a:lnTo>
                    <a:pt x="40275" y="22331"/>
                  </a:lnTo>
                  <a:lnTo>
                    <a:pt x="35839" y="22331"/>
                  </a:lnTo>
                  <a:lnTo>
                    <a:pt x="35839" y="13409"/>
                  </a:lnTo>
                  <a:close/>
                  <a:moveTo>
                    <a:pt x="35839" y="26817"/>
                  </a:moveTo>
                  <a:lnTo>
                    <a:pt x="35839" y="31353"/>
                  </a:lnTo>
                  <a:lnTo>
                    <a:pt x="31303" y="31353"/>
                  </a:lnTo>
                  <a:lnTo>
                    <a:pt x="31303" y="35789"/>
                  </a:lnTo>
                  <a:lnTo>
                    <a:pt x="22381" y="35789"/>
                  </a:lnTo>
                  <a:lnTo>
                    <a:pt x="22381" y="26817"/>
                  </a:lnTo>
                  <a:close/>
                  <a:moveTo>
                    <a:pt x="17895" y="0"/>
                  </a:moveTo>
                  <a:lnTo>
                    <a:pt x="17895" y="4487"/>
                  </a:lnTo>
                  <a:lnTo>
                    <a:pt x="13409" y="4487"/>
                  </a:lnTo>
                  <a:lnTo>
                    <a:pt x="13409" y="17895"/>
                  </a:lnTo>
                  <a:lnTo>
                    <a:pt x="8973" y="17895"/>
                  </a:lnTo>
                  <a:lnTo>
                    <a:pt x="8973" y="13409"/>
                  </a:lnTo>
                  <a:lnTo>
                    <a:pt x="0" y="13409"/>
                  </a:lnTo>
                  <a:lnTo>
                    <a:pt x="0" y="31353"/>
                  </a:lnTo>
                  <a:lnTo>
                    <a:pt x="4486" y="31353"/>
                  </a:lnTo>
                  <a:lnTo>
                    <a:pt x="4486" y="35789"/>
                  </a:lnTo>
                  <a:lnTo>
                    <a:pt x="13409" y="35789"/>
                  </a:lnTo>
                  <a:lnTo>
                    <a:pt x="13409" y="40276"/>
                  </a:lnTo>
                  <a:lnTo>
                    <a:pt x="44761" y="40276"/>
                  </a:lnTo>
                  <a:lnTo>
                    <a:pt x="44761" y="35789"/>
                  </a:lnTo>
                  <a:lnTo>
                    <a:pt x="49198" y="35789"/>
                  </a:lnTo>
                  <a:lnTo>
                    <a:pt x="49198" y="17895"/>
                  </a:lnTo>
                  <a:lnTo>
                    <a:pt x="44761" y="17895"/>
                  </a:lnTo>
                  <a:lnTo>
                    <a:pt x="44761" y="8923"/>
                  </a:lnTo>
                  <a:lnTo>
                    <a:pt x="26817" y="8923"/>
                  </a:lnTo>
                  <a:lnTo>
                    <a:pt x="26817" y="4487"/>
                  </a:lnTo>
                  <a:lnTo>
                    <a:pt x="22381" y="4487"/>
                  </a:lnTo>
                  <a:lnTo>
                    <a:pt x="22381" y="0"/>
                  </a:lnTo>
                  <a:close/>
                </a:path>
              </a:pathLst>
            </a:custGeom>
            <a:solidFill>
              <a:srgbClr val="FFC5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9" name="Google Shape;2649;p47"/>
            <p:cNvSpPr/>
            <p:nvPr/>
          </p:nvSpPr>
          <p:spPr>
            <a:xfrm>
              <a:off x="6528261" y="1414950"/>
              <a:ext cx="58869" cy="58847"/>
            </a:xfrm>
            <a:custGeom>
              <a:avLst/>
              <a:gdLst/>
              <a:ahLst/>
              <a:cxnLst/>
              <a:rect l="l" t="t" r="r" b="b"/>
              <a:pathLst>
                <a:path w="4487" h="4487" extrusionOk="0">
                  <a:moveTo>
                    <a:pt x="1" y="0"/>
                  </a:moveTo>
                  <a:lnTo>
                    <a:pt x="1" y="4486"/>
                  </a:lnTo>
                  <a:lnTo>
                    <a:pt x="4487" y="4486"/>
                  </a:lnTo>
                  <a:lnTo>
                    <a:pt x="4487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0" name="Google Shape;2650;p47"/>
            <p:cNvSpPr/>
            <p:nvPr/>
          </p:nvSpPr>
          <p:spPr>
            <a:xfrm>
              <a:off x="5765740" y="1297938"/>
              <a:ext cx="762534" cy="645232"/>
            </a:xfrm>
            <a:custGeom>
              <a:avLst/>
              <a:gdLst/>
              <a:ahLst/>
              <a:cxnLst/>
              <a:rect l="l" t="t" r="r" b="b"/>
              <a:pathLst>
                <a:path w="58120" h="49198" extrusionOk="0">
                  <a:moveTo>
                    <a:pt x="13408" y="0"/>
                  </a:moveTo>
                  <a:lnTo>
                    <a:pt x="13408" y="4486"/>
                  </a:lnTo>
                  <a:lnTo>
                    <a:pt x="8922" y="4486"/>
                  </a:lnTo>
                  <a:lnTo>
                    <a:pt x="8922" y="8972"/>
                  </a:lnTo>
                  <a:lnTo>
                    <a:pt x="4436" y="8972"/>
                  </a:lnTo>
                  <a:lnTo>
                    <a:pt x="4436" y="13408"/>
                  </a:lnTo>
                  <a:lnTo>
                    <a:pt x="4436" y="17894"/>
                  </a:lnTo>
                  <a:lnTo>
                    <a:pt x="0" y="17894"/>
                  </a:lnTo>
                  <a:lnTo>
                    <a:pt x="0" y="22381"/>
                  </a:lnTo>
                  <a:lnTo>
                    <a:pt x="0" y="26817"/>
                  </a:lnTo>
                  <a:lnTo>
                    <a:pt x="0" y="31303"/>
                  </a:lnTo>
                  <a:lnTo>
                    <a:pt x="0" y="35789"/>
                  </a:lnTo>
                  <a:lnTo>
                    <a:pt x="0" y="40225"/>
                  </a:lnTo>
                  <a:lnTo>
                    <a:pt x="0" y="44711"/>
                  </a:lnTo>
                  <a:lnTo>
                    <a:pt x="4436" y="44711"/>
                  </a:lnTo>
                  <a:lnTo>
                    <a:pt x="4436" y="49197"/>
                  </a:lnTo>
                  <a:lnTo>
                    <a:pt x="8922" y="49197"/>
                  </a:lnTo>
                  <a:lnTo>
                    <a:pt x="8922" y="44711"/>
                  </a:lnTo>
                  <a:lnTo>
                    <a:pt x="8922" y="40225"/>
                  </a:lnTo>
                  <a:lnTo>
                    <a:pt x="8922" y="35789"/>
                  </a:lnTo>
                  <a:lnTo>
                    <a:pt x="8922" y="31303"/>
                  </a:lnTo>
                  <a:lnTo>
                    <a:pt x="17895" y="31303"/>
                  </a:lnTo>
                  <a:lnTo>
                    <a:pt x="17895" y="35789"/>
                  </a:lnTo>
                  <a:lnTo>
                    <a:pt x="22331" y="35789"/>
                  </a:lnTo>
                  <a:lnTo>
                    <a:pt x="22331" y="31303"/>
                  </a:lnTo>
                  <a:lnTo>
                    <a:pt x="22331" y="26817"/>
                  </a:lnTo>
                  <a:lnTo>
                    <a:pt x="22331" y="22381"/>
                  </a:lnTo>
                  <a:lnTo>
                    <a:pt x="26817" y="22381"/>
                  </a:lnTo>
                  <a:lnTo>
                    <a:pt x="26817" y="17894"/>
                  </a:lnTo>
                  <a:lnTo>
                    <a:pt x="31303" y="17894"/>
                  </a:lnTo>
                  <a:lnTo>
                    <a:pt x="31303" y="22381"/>
                  </a:lnTo>
                  <a:lnTo>
                    <a:pt x="35739" y="22381"/>
                  </a:lnTo>
                  <a:lnTo>
                    <a:pt x="35739" y="26817"/>
                  </a:lnTo>
                  <a:lnTo>
                    <a:pt x="58120" y="26817"/>
                  </a:lnTo>
                  <a:lnTo>
                    <a:pt x="58120" y="22381"/>
                  </a:lnTo>
                  <a:lnTo>
                    <a:pt x="58120" y="17894"/>
                  </a:lnTo>
                  <a:lnTo>
                    <a:pt x="58120" y="13408"/>
                  </a:lnTo>
                  <a:lnTo>
                    <a:pt x="53683" y="13408"/>
                  </a:lnTo>
                  <a:lnTo>
                    <a:pt x="53683" y="8972"/>
                  </a:lnTo>
                  <a:lnTo>
                    <a:pt x="49197" y="8972"/>
                  </a:lnTo>
                  <a:lnTo>
                    <a:pt x="49197" y="4486"/>
                  </a:lnTo>
                  <a:lnTo>
                    <a:pt x="44711" y="4486"/>
                  </a:lnTo>
                  <a:lnTo>
                    <a:pt x="44711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1" name="Google Shape;2651;p47"/>
            <p:cNvSpPr/>
            <p:nvPr/>
          </p:nvSpPr>
          <p:spPr>
            <a:xfrm>
              <a:off x="5706884" y="2353695"/>
              <a:ext cx="293639" cy="175859"/>
            </a:xfrm>
            <a:custGeom>
              <a:avLst/>
              <a:gdLst/>
              <a:ahLst/>
              <a:cxnLst/>
              <a:rect l="l" t="t" r="r" b="b"/>
              <a:pathLst>
                <a:path w="22381" h="13409" extrusionOk="0">
                  <a:moveTo>
                    <a:pt x="4486" y="0"/>
                  </a:moveTo>
                  <a:lnTo>
                    <a:pt x="4486" y="4486"/>
                  </a:lnTo>
                  <a:lnTo>
                    <a:pt x="0" y="4486"/>
                  </a:lnTo>
                  <a:lnTo>
                    <a:pt x="0" y="8972"/>
                  </a:lnTo>
                  <a:lnTo>
                    <a:pt x="4486" y="8972"/>
                  </a:lnTo>
                  <a:lnTo>
                    <a:pt x="4486" y="13409"/>
                  </a:lnTo>
                  <a:lnTo>
                    <a:pt x="17894" y="13409"/>
                  </a:lnTo>
                  <a:lnTo>
                    <a:pt x="17894" y="8972"/>
                  </a:lnTo>
                  <a:lnTo>
                    <a:pt x="22381" y="8972"/>
                  </a:lnTo>
                  <a:lnTo>
                    <a:pt x="22381" y="4486"/>
                  </a:lnTo>
                  <a:lnTo>
                    <a:pt x="17894" y="4486"/>
                  </a:lnTo>
                  <a:lnTo>
                    <a:pt x="17894" y="0"/>
                  </a:lnTo>
                  <a:close/>
                </a:path>
              </a:pathLst>
            </a:custGeom>
            <a:solidFill>
              <a:srgbClr val="FFC5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2" name="Google Shape;2652;p47"/>
            <p:cNvSpPr/>
            <p:nvPr/>
          </p:nvSpPr>
          <p:spPr>
            <a:xfrm>
              <a:off x="5882797" y="2471363"/>
              <a:ext cx="763190" cy="292884"/>
            </a:xfrm>
            <a:custGeom>
              <a:avLst/>
              <a:gdLst/>
              <a:ahLst/>
              <a:cxnLst/>
              <a:rect l="l" t="t" r="r" b="b"/>
              <a:pathLst>
                <a:path w="58170" h="22332" extrusionOk="0">
                  <a:moveTo>
                    <a:pt x="4486" y="0"/>
                  </a:moveTo>
                  <a:lnTo>
                    <a:pt x="4486" y="4437"/>
                  </a:lnTo>
                  <a:lnTo>
                    <a:pt x="0" y="4437"/>
                  </a:lnTo>
                  <a:lnTo>
                    <a:pt x="0" y="22331"/>
                  </a:lnTo>
                  <a:lnTo>
                    <a:pt x="17895" y="22331"/>
                  </a:lnTo>
                  <a:lnTo>
                    <a:pt x="17895" y="17845"/>
                  </a:lnTo>
                  <a:lnTo>
                    <a:pt x="22381" y="17845"/>
                  </a:lnTo>
                  <a:lnTo>
                    <a:pt x="22381" y="13409"/>
                  </a:lnTo>
                  <a:lnTo>
                    <a:pt x="26817" y="13409"/>
                  </a:lnTo>
                  <a:lnTo>
                    <a:pt x="26817" y="8923"/>
                  </a:lnTo>
                  <a:lnTo>
                    <a:pt x="31303" y="8923"/>
                  </a:lnTo>
                  <a:lnTo>
                    <a:pt x="31303" y="13409"/>
                  </a:lnTo>
                  <a:lnTo>
                    <a:pt x="35839" y="13409"/>
                  </a:lnTo>
                  <a:lnTo>
                    <a:pt x="35839" y="17845"/>
                  </a:lnTo>
                  <a:lnTo>
                    <a:pt x="58170" y="17845"/>
                  </a:lnTo>
                  <a:lnTo>
                    <a:pt x="58170" y="13409"/>
                  </a:lnTo>
                  <a:lnTo>
                    <a:pt x="53684" y="13409"/>
                  </a:lnTo>
                  <a:lnTo>
                    <a:pt x="53684" y="8923"/>
                  </a:lnTo>
                  <a:lnTo>
                    <a:pt x="49198" y="8923"/>
                  </a:lnTo>
                  <a:lnTo>
                    <a:pt x="49198" y="4437"/>
                  </a:lnTo>
                  <a:lnTo>
                    <a:pt x="44761" y="4437"/>
                  </a:lnTo>
                  <a:lnTo>
                    <a:pt x="44761" y="0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" name="Google Shape;2449;p45">
            <a:extLst>
              <a:ext uri="{FF2B5EF4-FFF2-40B4-BE49-F238E27FC236}">
                <a16:creationId xmlns:a16="http://schemas.microsoft.com/office/drawing/2014/main" id="{C6747324-A631-4A81-FE60-63C2250F8343}"/>
              </a:ext>
            </a:extLst>
          </p:cNvPr>
          <p:cNvGrpSpPr/>
          <p:nvPr/>
        </p:nvGrpSpPr>
        <p:grpSpPr>
          <a:xfrm>
            <a:off x="569828" y="1444373"/>
            <a:ext cx="546088" cy="533155"/>
            <a:chOff x="5269250" y="1789475"/>
            <a:chExt cx="881072" cy="860205"/>
          </a:xfrm>
        </p:grpSpPr>
        <p:sp>
          <p:nvSpPr>
            <p:cNvPr id="3" name="Google Shape;2450;p45">
              <a:extLst>
                <a:ext uri="{FF2B5EF4-FFF2-40B4-BE49-F238E27FC236}">
                  <a16:creationId xmlns:a16="http://schemas.microsoft.com/office/drawing/2014/main" id="{E8368442-65CE-4F5D-62E3-627360DC6379}"/>
                </a:ext>
              </a:extLst>
            </p:cNvPr>
            <p:cNvSpPr/>
            <p:nvPr/>
          </p:nvSpPr>
          <p:spPr>
            <a:xfrm>
              <a:off x="5645354" y="1789475"/>
              <a:ext cx="504968" cy="860205"/>
            </a:xfrm>
            <a:custGeom>
              <a:avLst/>
              <a:gdLst/>
              <a:ahLst/>
              <a:cxnLst/>
              <a:rect l="l" t="t" r="r" b="b"/>
              <a:pathLst>
                <a:path w="11706" h="19941" extrusionOk="0">
                  <a:moveTo>
                    <a:pt x="0" y="0"/>
                  </a:moveTo>
                  <a:lnTo>
                    <a:pt x="0" y="19941"/>
                  </a:lnTo>
                  <a:lnTo>
                    <a:pt x="2987" y="19941"/>
                  </a:lnTo>
                  <a:cubicBezTo>
                    <a:pt x="7796" y="19941"/>
                    <a:pt x="11705" y="15483"/>
                    <a:pt x="11705" y="9971"/>
                  </a:cubicBezTo>
                  <a:cubicBezTo>
                    <a:pt x="11705" y="4458"/>
                    <a:pt x="7796" y="0"/>
                    <a:pt x="2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2451;p45">
              <a:extLst>
                <a:ext uri="{FF2B5EF4-FFF2-40B4-BE49-F238E27FC236}">
                  <a16:creationId xmlns:a16="http://schemas.microsoft.com/office/drawing/2014/main" id="{E1F3D49C-9CBD-7D7B-4AA2-6C19129D5A14}"/>
                </a:ext>
              </a:extLst>
            </p:cNvPr>
            <p:cNvSpPr/>
            <p:nvPr/>
          </p:nvSpPr>
          <p:spPr>
            <a:xfrm>
              <a:off x="5269250" y="1789475"/>
              <a:ext cx="751283" cy="860205"/>
            </a:xfrm>
            <a:custGeom>
              <a:avLst/>
              <a:gdLst/>
              <a:ahLst/>
              <a:cxnLst/>
              <a:rect l="l" t="t" r="r" b="b"/>
              <a:pathLst>
                <a:path w="17416" h="19941" extrusionOk="0">
                  <a:moveTo>
                    <a:pt x="8719" y="0"/>
                  </a:moveTo>
                  <a:cubicBezTo>
                    <a:pt x="3910" y="0"/>
                    <a:pt x="1" y="4458"/>
                    <a:pt x="1" y="9971"/>
                  </a:cubicBezTo>
                  <a:cubicBezTo>
                    <a:pt x="1" y="15483"/>
                    <a:pt x="3910" y="19941"/>
                    <a:pt x="8719" y="19941"/>
                  </a:cubicBezTo>
                  <a:cubicBezTo>
                    <a:pt x="13529" y="19941"/>
                    <a:pt x="17416" y="15483"/>
                    <a:pt x="17416" y="9971"/>
                  </a:cubicBezTo>
                  <a:cubicBezTo>
                    <a:pt x="17416" y="4458"/>
                    <a:pt x="13529" y="0"/>
                    <a:pt x="871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2452;p45">
              <a:extLst>
                <a:ext uri="{FF2B5EF4-FFF2-40B4-BE49-F238E27FC236}">
                  <a16:creationId xmlns:a16="http://schemas.microsoft.com/office/drawing/2014/main" id="{4B5842EE-4C8C-98EB-E252-5E7EF479610E}"/>
                </a:ext>
              </a:extLst>
            </p:cNvPr>
            <p:cNvSpPr/>
            <p:nvPr/>
          </p:nvSpPr>
          <p:spPr>
            <a:xfrm>
              <a:off x="5356428" y="1875664"/>
              <a:ext cx="577913" cy="686878"/>
            </a:xfrm>
            <a:custGeom>
              <a:avLst/>
              <a:gdLst/>
              <a:ahLst/>
              <a:cxnLst/>
              <a:rect l="l" t="t" r="r" b="b"/>
              <a:pathLst>
                <a:path w="13397" h="15923" extrusionOk="0">
                  <a:moveTo>
                    <a:pt x="6698" y="1"/>
                  </a:moveTo>
                  <a:cubicBezTo>
                    <a:pt x="3009" y="1"/>
                    <a:pt x="0" y="3558"/>
                    <a:pt x="0" y="7951"/>
                  </a:cubicBezTo>
                  <a:cubicBezTo>
                    <a:pt x="0" y="12343"/>
                    <a:pt x="3009" y="15922"/>
                    <a:pt x="6698" y="15922"/>
                  </a:cubicBezTo>
                  <a:cubicBezTo>
                    <a:pt x="10388" y="15922"/>
                    <a:pt x="13396" y="12343"/>
                    <a:pt x="13396" y="7951"/>
                  </a:cubicBezTo>
                  <a:cubicBezTo>
                    <a:pt x="13396" y="3558"/>
                    <a:pt x="10388" y="1"/>
                    <a:pt x="66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2453;p45">
              <a:extLst>
                <a:ext uri="{FF2B5EF4-FFF2-40B4-BE49-F238E27FC236}">
                  <a16:creationId xmlns:a16="http://schemas.microsoft.com/office/drawing/2014/main" id="{158AF660-3BC1-902E-A6BD-8898C6627EB6}"/>
                </a:ext>
              </a:extLst>
            </p:cNvPr>
            <p:cNvSpPr/>
            <p:nvPr/>
          </p:nvSpPr>
          <p:spPr>
            <a:xfrm>
              <a:off x="5455900" y="2000720"/>
              <a:ext cx="378963" cy="412136"/>
            </a:xfrm>
            <a:custGeom>
              <a:avLst/>
              <a:gdLst/>
              <a:ahLst/>
              <a:cxnLst/>
              <a:rect l="l" t="t" r="r" b="b"/>
              <a:pathLst>
                <a:path w="8785" h="9554" extrusionOk="0">
                  <a:moveTo>
                    <a:pt x="4392" y="1"/>
                  </a:moveTo>
                  <a:lnTo>
                    <a:pt x="3031" y="3141"/>
                  </a:lnTo>
                  <a:lnTo>
                    <a:pt x="0" y="3646"/>
                  </a:lnTo>
                  <a:lnTo>
                    <a:pt x="2196" y="6106"/>
                  </a:lnTo>
                  <a:lnTo>
                    <a:pt x="1669" y="9554"/>
                  </a:lnTo>
                  <a:lnTo>
                    <a:pt x="4392" y="7928"/>
                  </a:lnTo>
                  <a:lnTo>
                    <a:pt x="7093" y="9554"/>
                  </a:lnTo>
                  <a:lnTo>
                    <a:pt x="6588" y="6106"/>
                  </a:lnTo>
                  <a:lnTo>
                    <a:pt x="8784" y="3646"/>
                  </a:lnTo>
                  <a:lnTo>
                    <a:pt x="5754" y="3141"/>
                  </a:lnTo>
                  <a:lnTo>
                    <a:pt x="439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7" name="Google Shape;2463;p45">
            <a:extLst>
              <a:ext uri="{FF2B5EF4-FFF2-40B4-BE49-F238E27FC236}">
                <a16:creationId xmlns:a16="http://schemas.microsoft.com/office/drawing/2014/main" id="{856EC403-13B0-0A58-7C21-BC2C5AFC6311}"/>
              </a:ext>
            </a:extLst>
          </p:cNvPr>
          <p:cNvGrpSpPr/>
          <p:nvPr/>
        </p:nvGrpSpPr>
        <p:grpSpPr>
          <a:xfrm>
            <a:off x="612566" y="3622759"/>
            <a:ext cx="546088" cy="533155"/>
            <a:chOff x="5269250" y="1789475"/>
            <a:chExt cx="881072" cy="860205"/>
          </a:xfrm>
        </p:grpSpPr>
        <p:sp>
          <p:nvSpPr>
            <p:cNvPr id="8" name="Google Shape;2464;p45">
              <a:extLst>
                <a:ext uri="{FF2B5EF4-FFF2-40B4-BE49-F238E27FC236}">
                  <a16:creationId xmlns:a16="http://schemas.microsoft.com/office/drawing/2014/main" id="{A68CC681-657D-E685-7012-73526FA2807B}"/>
                </a:ext>
              </a:extLst>
            </p:cNvPr>
            <p:cNvSpPr/>
            <p:nvPr/>
          </p:nvSpPr>
          <p:spPr>
            <a:xfrm>
              <a:off x="5645354" y="1789475"/>
              <a:ext cx="504968" cy="860205"/>
            </a:xfrm>
            <a:custGeom>
              <a:avLst/>
              <a:gdLst/>
              <a:ahLst/>
              <a:cxnLst/>
              <a:rect l="l" t="t" r="r" b="b"/>
              <a:pathLst>
                <a:path w="11706" h="19941" extrusionOk="0">
                  <a:moveTo>
                    <a:pt x="0" y="0"/>
                  </a:moveTo>
                  <a:lnTo>
                    <a:pt x="0" y="19941"/>
                  </a:lnTo>
                  <a:lnTo>
                    <a:pt x="2987" y="19941"/>
                  </a:lnTo>
                  <a:cubicBezTo>
                    <a:pt x="7796" y="19941"/>
                    <a:pt x="11705" y="15483"/>
                    <a:pt x="11705" y="9971"/>
                  </a:cubicBezTo>
                  <a:cubicBezTo>
                    <a:pt x="11705" y="4458"/>
                    <a:pt x="7796" y="0"/>
                    <a:pt x="298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2465;p45">
              <a:extLst>
                <a:ext uri="{FF2B5EF4-FFF2-40B4-BE49-F238E27FC236}">
                  <a16:creationId xmlns:a16="http://schemas.microsoft.com/office/drawing/2014/main" id="{8B3E26B5-615B-41A0-5EF1-3FE66B872C8F}"/>
                </a:ext>
              </a:extLst>
            </p:cNvPr>
            <p:cNvSpPr/>
            <p:nvPr/>
          </p:nvSpPr>
          <p:spPr>
            <a:xfrm>
              <a:off x="5269250" y="1789475"/>
              <a:ext cx="751283" cy="860205"/>
            </a:xfrm>
            <a:custGeom>
              <a:avLst/>
              <a:gdLst/>
              <a:ahLst/>
              <a:cxnLst/>
              <a:rect l="l" t="t" r="r" b="b"/>
              <a:pathLst>
                <a:path w="17416" h="19941" extrusionOk="0">
                  <a:moveTo>
                    <a:pt x="8719" y="0"/>
                  </a:moveTo>
                  <a:cubicBezTo>
                    <a:pt x="3910" y="0"/>
                    <a:pt x="1" y="4458"/>
                    <a:pt x="1" y="9971"/>
                  </a:cubicBezTo>
                  <a:cubicBezTo>
                    <a:pt x="1" y="15483"/>
                    <a:pt x="3910" y="19941"/>
                    <a:pt x="8719" y="19941"/>
                  </a:cubicBezTo>
                  <a:cubicBezTo>
                    <a:pt x="13529" y="19941"/>
                    <a:pt x="17416" y="15483"/>
                    <a:pt x="17416" y="9971"/>
                  </a:cubicBezTo>
                  <a:cubicBezTo>
                    <a:pt x="17416" y="4458"/>
                    <a:pt x="13529" y="0"/>
                    <a:pt x="871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2466;p45">
              <a:extLst>
                <a:ext uri="{FF2B5EF4-FFF2-40B4-BE49-F238E27FC236}">
                  <a16:creationId xmlns:a16="http://schemas.microsoft.com/office/drawing/2014/main" id="{9BF8E6C4-E5D4-E37C-8BD1-64B315778DB0}"/>
                </a:ext>
              </a:extLst>
            </p:cNvPr>
            <p:cNvSpPr/>
            <p:nvPr/>
          </p:nvSpPr>
          <p:spPr>
            <a:xfrm>
              <a:off x="5356428" y="1875664"/>
              <a:ext cx="577913" cy="686878"/>
            </a:xfrm>
            <a:custGeom>
              <a:avLst/>
              <a:gdLst/>
              <a:ahLst/>
              <a:cxnLst/>
              <a:rect l="l" t="t" r="r" b="b"/>
              <a:pathLst>
                <a:path w="13397" h="15923" extrusionOk="0">
                  <a:moveTo>
                    <a:pt x="6698" y="1"/>
                  </a:moveTo>
                  <a:cubicBezTo>
                    <a:pt x="3009" y="1"/>
                    <a:pt x="0" y="3558"/>
                    <a:pt x="0" y="7951"/>
                  </a:cubicBezTo>
                  <a:cubicBezTo>
                    <a:pt x="0" y="12343"/>
                    <a:pt x="3009" y="15922"/>
                    <a:pt x="6698" y="15922"/>
                  </a:cubicBezTo>
                  <a:cubicBezTo>
                    <a:pt x="10388" y="15922"/>
                    <a:pt x="13396" y="12343"/>
                    <a:pt x="13396" y="7951"/>
                  </a:cubicBezTo>
                  <a:cubicBezTo>
                    <a:pt x="13396" y="3558"/>
                    <a:pt x="10388" y="1"/>
                    <a:pt x="669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2467;p45">
              <a:extLst>
                <a:ext uri="{FF2B5EF4-FFF2-40B4-BE49-F238E27FC236}">
                  <a16:creationId xmlns:a16="http://schemas.microsoft.com/office/drawing/2014/main" id="{4051C4BF-FD06-5259-3FC4-5E2ADBCC0B0C}"/>
                </a:ext>
              </a:extLst>
            </p:cNvPr>
            <p:cNvSpPr/>
            <p:nvPr/>
          </p:nvSpPr>
          <p:spPr>
            <a:xfrm>
              <a:off x="5455900" y="2000720"/>
              <a:ext cx="378963" cy="412136"/>
            </a:xfrm>
            <a:custGeom>
              <a:avLst/>
              <a:gdLst/>
              <a:ahLst/>
              <a:cxnLst/>
              <a:rect l="l" t="t" r="r" b="b"/>
              <a:pathLst>
                <a:path w="8785" h="9554" extrusionOk="0">
                  <a:moveTo>
                    <a:pt x="4392" y="1"/>
                  </a:moveTo>
                  <a:lnTo>
                    <a:pt x="3031" y="3141"/>
                  </a:lnTo>
                  <a:lnTo>
                    <a:pt x="0" y="3646"/>
                  </a:lnTo>
                  <a:lnTo>
                    <a:pt x="2196" y="6106"/>
                  </a:lnTo>
                  <a:lnTo>
                    <a:pt x="1669" y="9554"/>
                  </a:lnTo>
                  <a:lnTo>
                    <a:pt x="4392" y="7928"/>
                  </a:lnTo>
                  <a:lnTo>
                    <a:pt x="7093" y="9554"/>
                  </a:lnTo>
                  <a:lnTo>
                    <a:pt x="6588" y="6106"/>
                  </a:lnTo>
                  <a:lnTo>
                    <a:pt x="8784" y="3646"/>
                  </a:lnTo>
                  <a:lnTo>
                    <a:pt x="5754" y="3141"/>
                  </a:lnTo>
                  <a:lnTo>
                    <a:pt x="439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" name="Google Shape;2457;p45">
            <a:extLst>
              <a:ext uri="{FF2B5EF4-FFF2-40B4-BE49-F238E27FC236}">
                <a16:creationId xmlns:a16="http://schemas.microsoft.com/office/drawing/2014/main" id="{2C068E90-38EC-BC57-7595-2B3A69C4295D}"/>
              </a:ext>
            </a:extLst>
          </p:cNvPr>
          <p:cNvGrpSpPr/>
          <p:nvPr/>
        </p:nvGrpSpPr>
        <p:grpSpPr>
          <a:xfrm>
            <a:off x="565611" y="2533860"/>
            <a:ext cx="593043" cy="533155"/>
            <a:chOff x="6496991" y="1789475"/>
            <a:chExt cx="956829" cy="860205"/>
          </a:xfrm>
        </p:grpSpPr>
        <p:sp>
          <p:nvSpPr>
            <p:cNvPr id="13" name="Google Shape;2458;p45">
              <a:extLst>
                <a:ext uri="{FF2B5EF4-FFF2-40B4-BE49-F238E27FC236}">
                  <a16:creationId xmlns:a16="http://schemas.microsoft.com/office/drawing/2014/main" id="{4CD576C3-2C65-A0A0-0F97-241302E905B7}"/>
                </a:ext>
              </a:extLst>
            </p:cNvPr>
            <p:cNvSpPr/>
            <p:nvPr/>
          </p:nvSpPr>
          <p:spPr>
            <a:xfrm>
              <a:off x="6625796" y="1789475"/>
              <a:ext cx="828024" cy="860205"/>
            </a:xfrm>
            <a:custGeom>
              <a:avLst/>
              <a:gdLst/>
              <a:ahLst/>
              <a:cxnLst/>
              <a:rect l="l" t="t" r="r" b="b"/>
              <a:pathLst>
                <a:path w="19195" h="19941" extrusionOk="0">
                  <a:moveTo>
                    <a:pt x="2526" y="0"/>
                  </a:moveTo>
                  <a:lnTo>
                    <a:pt x="2526" y="1054"/>
                  </a:lnTo>
                  <a:cubicBezTo>
                    <a:pt x="1011" y="2218"/>
                    <a:pt x="1" y="4239"/>
                    <a:pt x="1" y="6545"/>
                  </a:cubicBezTo>
                  <a:cubicBezTo>
                    <a:pt x="1" y="7489"/>
                    <a:pt x="132" y="8433"/>
                    <a:pt x="396" y="9334"/>
                  </a:cubicBezTo>
                  <a:cubicBezTo>
                    <a:pt x="528" y="9751"/>
                    <a:pt x="659" y="10168"/>
                    <a:pt x="835" y="10585"/>
                  </a:cubicBezTo>
                  <a:cubicBezTo>
                    <a:pt x="2109" y="13682"/>
                    <a:pt x="4590" y="16164"/>
                    <a:pt x="6611" y="17811"/>
                  </a:cubicBezTo>
                  <a:lnTo>
                    <a:pt x="6611" y="19941"/>
                  </a:lnTo>
                  <a:lnTo>
                    <a:pt x="9598" y="19941"/>
                  </a:lnTo>
                  <a:cubicBezTo>
                    <a:pt x="9598" y="19941"/>
                    <a:pt x="16032" y="16251"/>
                    <a:pt x="18360" y="10607"/>
                  </a:cubicBezTo>
                  <a:cubicBezTo>
                    <a:pt x="18360" y="10607"/>
                    <a:pt x="18645" y="9839"/>
                    <a:pt x="18777" y="9356"/>
                  </a:cubicBezTo>
                  <a:cubicBezTo>
                    <a:pt x="19041" y="8433"/>
                    <a:pt x="19172" y="7489"/>
                    <a:pt x="19194" y="6545"/>
                  </a:cubicBezTo>
                  <a:cubicBezTo>
                    <a:pt x="19172" y="2921"/>
                    <a:pt x="16691" y="0"/>
                    <a:pt x="13638" y="0"/>
                  </a:cubicBezTo>
                  <a:lnTo>
                    <a:pt x="10652" y="0"/>
                  </a:lnTo>
                  <a:lnTo>
                    <a:pt x="10652" y="1054"/>
                  </a:lnTo>
                  <a:cubicBezTo>
                    <a:pt x="10256" y="1340"/>
                    <a:pt x="9883" y="1691"/>
                    <a:pt x="9598" y="2087"/>
                  </a:cubicBezTo>
                  <a:cubicBezTo>
                    <a:pt x="8631" y="813"/>
                    <a:pt x="7138" y="22"/>
                    <a:pt x="553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2459;p45">
              <a:extLst>
                <a:ext uri="{FF2B5EF4-FFF2-40B4-BE49-F238E27FC236}">
                  <a16:creationId xmlns:a16="http://schemas.microsoft.com/office/drawing/2014/main" id="{5887F4BC-9943-619E-46E9-6F00CF436B8F}"/>
                </a:ext>
              </a:extLst>
            </p:cNvPr>
            <p:cNvSpPr/>
            <p:nvPr/>
          </p:nvSpPr>
          <p:spPr>
            <a:xfrm>
              <a:off x="6496991" y="1789475"/>
              <a:ext cx="826083" cy="859256"/>
            </a:xfrm>
            <a:custGeom>
              <a:avLst/>
              <a:gdLst/>
              <a:ahLst/>
              <a:cxnLst/>
              <a:rect l="l" t="t" r="r" b="b"/>
              <a:pathLst>
                <a:path w="19150" h="19919" extrusionOk="0">
                  <a:moveTo>
                    <a:pt x="5512" y="0"/>
                  </a:moveTo>
                  <a:cubicBezTo>
                    <a:pt x="2460" y="0"/>
                    <a:pt x="0" y="2921"/>
                    <a:pt x="0" y="6545"/>
                  </a:cubicBezTo>
                  <a:cubicBezTo>
                    <a:pt x="0" y="7489"/>
                    <a:pt x="132" y="8433"/>
                    <a:pt x="395" y="9356"/>
                  </a:cubicBezTo>
                  <a:cubicBezTo>
                    <a:pt x="505" y="9773"/>
                    <a:pt x="659" y="10190"/>
                    <a:pt x="835" y="10585"/>
                  </a:cubicBezTo>
                  <a:cubicBezTo>
                    <a:pt x="3162" y="16273"/>
                    <a:pt x="9575" y="19919"/>
                    <a:pt x="9575" y="19919"/>
                  </a:cubicBezTo>
                  <a:cubicBezTo>
                    <a:pt x="9575" y="19919"/>
                    <a:pt x="15987" y="16251"/>
                    <a:pt x="18315" y="10585"/>
                  </a:cubicBezTo>
                  <a:cubicBezTo>
                    <a:pt x="18315" y="10585"/>
                    <a:pt x="18623" y="9839"/>
                    <a:pt x="18754" y="9356"/>
                  </a:cubicBezTo>
                  <a:cubicBezTo>
                    <a:pt x="19018" y="8433"/>
                    <a:pt x="19150" y="7489"/>
                    <a:pt x="19150" y="6545"/>
                  </a:cubicBezTo>
                  <a:cubicBezTo>
                    <a:pt x="19150" y="2921"/>
                    <a:pt x="16690" y="0"/>
                    <a:pt x="13638" y="0"/>
                  </a:cubicBezTo>
                  <a:cubicBezTo>
                    <a:pt x="12013" y="22"/>
                    <a:pt x="10519" y="813"/>
                    <a:pt x="9575" y="2087"/>
                  </a:cubicBezTo>
                  <a:cubicBezTo>
                    <a:pt x="8609" y="813"/>
                    <a:pt x="7115" y="22"/>
                    <a:pt x="55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" name="Google Shape;2615;p47">
            <a:extLst>
              <a:ext uri="{FF2B5EF4-FFF2-40B4-BE49-F238E27FC236}">
                <a16:creationId xmlns:a16="http://schemas.microsoft.com/office/drawing/2014/main" id="{CD9717C6-3891-D098-AAD4-E40678B7F7A9}"/>
              </a:ext>
            </a:extLst>
          </p:cNvPr>
          <p:cNvSpPr/>
          <p:nvPr/>
        </p:nvSpPr>
        <p:spPr>
          <a:xfrm>
            <a:off x="1220467" y="3481795"/>
            <a:ext cx="3156009" cy="970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latin typeface="Roboto"/>
                <a:ea typeface="Roboto"/>
                <a:cs typeface="Roboto"/>
                <a:sym typeface="Roboto"/>
                <a:hlinkClick r:id="rId5"/>
              </a:rPr>
              <a:t>Jess Duong’s GitHub</a:t>
            </a:r>
            <a:endParaRPr lang="en" sz="16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latin typeface="Roboto"/>
                <a:ea typeface="Roboto"/>
                <a:cs typeface="Roboto"/>
                <a:sym typeface="Roboto"/>
                <a:hlinkClick r:id="rId6"/>
              </a:rPr>
              <a:t>LinkedIn</a:t>
            </a:r>
            <a:endParaRPr lang="en" sz="16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latin typeface="Roboto"/>
                <a:ea typeface="Roboto"/>
                <a:cs typeface="Roboto"/>
                <a:sym typeface="Roboto"/>
                <a:hlinkClick r:id="rId7"/>
              </a:rPr>
              <a:t>duong.t.jess@gmail..com</a:t>
            </a:r>
            <a:r>
              <a:rPr lang="en" sz="1600" dirty="0">
                <a:latin typeface="Roboto"/>
                <a:ea typeface="Roboto"/>
                <a:cs typeface="Roboto"/>
                <a:sym typeface="Roboto"/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ming Infographics by Slidesgo">
  <a:themeElements>
    <a:clrScheme name="Simple Light">
      <a:dk1>
        <a:srgbClr val="000000"/>
      </a:dk1>
      <a:lt1>
        <a:srgbClr val="FFFFFF"/>
      </a:lt1>
      <a:dk2>
        <a:srgbClr val="6520A2"/>
      </a:dk2>
      <a:lt2>
        <a:srgbClr val="3B135E"/>
      </a:lt2>
      <a:accent1>
        <a:srgbClr val="FFAC2F"/>
      </a:accent1>
      <a:accent2>
        <a:srgbClr val="FF9900"/>
      </a:accent2>
      <a:accent3>
        <a:srgbClr val="86FF3F"/>
      </a:accent3>
      <a:accent4>
        <a:srgbClr val="00C700"/>
      </a:accent4>
      <a:accent5>
        <a:srgbClr val="0DAFC0"/>
      </a:accent5>
      <a:accent6>
        <a:srgbClr val="0092A1"/>
      </a:accent6>
      <a:hlink>
        <a:srgbClr val="59595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1148</TotalTime>
  <Words>772</Words>
  <Application>Microsoft Macintosh PowerPoint</Application>
  <PresentationFormat>On-screen Show (16:9)</PresentationFormat>
  <Paragraphs>183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OSWALD LIGHT</vt:lpstr>
      <vt:lpstr>OSWALD LIGHT</vt:lpstr>
      <vt:lpstr>Oswald</vt:lpstr>
      <vt:lpstr>Roboto Light</vt:lpstr>
      <vt:lpstr>Fira Sans Extra Condensed SemiBold</vt:lpstr>
      <vt:lpstr>Fira Sans Extra Condensed Medium</vt:lpstr>
      <vt:lpstr>Arial</vt:lpstr>
      <vt:lpstr>Roboto</vt:lpstr>
      <vt:lpstr>Gaming Infographics by Slidesgo</vt:lpstr>
      <vt:lpstr>GameCo Video Game Sales Analysis</vt:lpstr>
      <vt:lpstr>Executive Summary</vt:lpstr>
      <vt:lpstr>About the Data</vt:lpstr>
      <vt:lpstr>Regional Sales Overview</vt:lpstr>
      <vt:lpstr>Europe’s Rising Market Share</vt:lpstr>
      <vt:lpstr>Genre Preferences by Region</vt:lpstr>
      <vt:lpstr>Top 5 Competitors</vt:lpstr>
      <vt:lpstr>Top 5 Franchises: Global By Game Name</vt:lpstr>
      <vt:lpstr>Franchise Performance: North America</vt:lpstr>
      <vt:lpstr>Franchise Performance: Europe</vt:lpstr>
      <vt:lpstr>Franchise Performance: Japan</vt:lpstr>
      <vt:lpstr>PowerPoint Presentation</vt:lpstr>
      <vt:lpstr>Data Limitations</vt:lpstr>
      <vt:lpstr>Recommended Next Steps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s1632</cp:lastModifiedBy>
  <cp:revision>25</cp:revision>
  <dcterms:modified xsi:type="dcterms:W3CDTF">2026-01-31T16:35:47Z</dcterms:modified>
</cp:coreProperties>
</file>